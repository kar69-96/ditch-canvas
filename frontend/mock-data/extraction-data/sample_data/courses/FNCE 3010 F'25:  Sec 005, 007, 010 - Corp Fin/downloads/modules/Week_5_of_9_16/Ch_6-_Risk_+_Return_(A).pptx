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7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282" r:id="rId1"/>
  </p:sldMasterIdLst>
  <p:notesMasterIdLst>
    <p:notesMasterId r:id="rId65"/>
  </p:notesMasterIdLst>
  <p:handoutMasterIdLst>
    <p:handoutMasterId r:id="rId66"/>
  </p:handoutMasterIdLst>
  <p:sldIdLst>
    <p:sldId id="334" r:id="rId2"/>
    <p:sldId id="335" r:id="rId3"/>
    <p:sldId id="337" r:id="rId4"/>
    <p:sldId id="308" r:id="rId5"/>
    <p:sldId id="258" r:id="rId6"/>
    <p:sldId id="259" r:id="rId7"/>
    <p:sldId id="340" r:id="rId8"/>
    <p:sldId id="309" r:id="rId9"/>
    <p:sldId id="341" r:id="rId10"/>
    <p:sldId id="342" r:id="rId11"/>
    <p:sldId id="344" r:id="rId12"/>
    <p:sldId id="416" r:id="rId13"/>
    <p:sldId id="401" r:id="rId14"/>
    <p:sldId id="419" r:id="rId15"/>
    <p:sldId id="420" r:id="rId16"/>
    <p:sldId id="421" r:id="rId17"/>
    <p:sldId id="417" r:id="rId18"/>
    <p:sldId id="424" r:id="rId19"/>
    <p:sldId id="425" r:id="rId20"/>
    <p:sldId id="426" r:id="rId21"/>
    <p:sldId id="346" r:id="rId22"/>
    <p:sldId id="404" r:id="rId23"/>
    <p:sldId id="422" r:id="rId24"/>
    <p:sldId id="423" r:id="rId25"/>
    <p:sldId id="413" r:id="rId26"/>
    <p:sldId id="414" r:id="rId27"/>
    <p:sldId id="394" r:id="rId28"/>
    <p:sldId id="348" r:id="rId29"/>
    <p:sldId id="418" r:id="rId30"/>
    <p:sldId id="351" r:id="rId31"/>
    <p:sldId id="353" r:id="rId32"/>
    <p:sldId id="427" r:id="rId33"/>
    <p:sldId id="428" r:id="rId34"/>
    <p:sldId id="429" r:id="rId35"/>
    <p:sldId id="354" r:id="rId36"/>
    <p:sldId id="355" r:id="rId37"/>
    <p:sldId id="356" r:id="rId38"/>
    <p:sldId id="409" r:id="rId39"/>
    <p:sldId id="410" r:id="rId40"/>
    <p:sldId id="359" r:id="rId41"/>
    <p:sldId id="360" r:id="rId42"/>
    <p:sldId id="411" r:id="rId43"/>
    <p:sldId id="398" r:id="rId44"/>
    <p:sldId id="362" r:id="rId45"/>
    <p:sldId id="363" r:id="rId46"/>
    <p:sldId id="364" r:id="rId47"/>
    <p:sldId id="390" r:id="rId48"/>
    <p:sldId id="391" r:id="rId49"/>
    <p:sldId id="397" r:id="rId50"/>
    <p:sldId id="379" r:id="rId51"/>
    <p:sldId id="399" r:id="rId52"/>
    <p:sldId id="433" r:id="rId53"/>
    <p:sldId id="380" r:id="rId54"/>
    <p:sldId id="412" r:id="rId55"/>
    <p:sldId id="378" r:id="rId56"/>
    <p:sldId id="381" r:id="rId57"/>
    <p:sldId id="382" r:id="rId58"/>
    <p:sldId id="383" r:id="rId59"/>
    <p:sldId id="384" r:id="rId60"/>
    <p:sldId id="385" r:id="rId61"/>
    <p:sldId id="386" r:id="rId62"/>
    <p:sldId id="387" r:id="rId63"/>
    <p:sldId id="388" r:id="rId64"/>
  </p:sldIdLst>
  <p:sldSz cx="9144000" cy="6858000" type="screen4x3"/>
  <p:notesSz cx="6954838" cy="93091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pos="53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54135"/>
    <a:srgbClr val="DCCCA3"/>
    <a:srgbClr val="8CF4EA"/>
    <a:srgbClr val="00B7A5"/>
    <a:srgbClr val="FAFD00"/>
    <a:srgbClr val="D49FFF"/>
    <a:srgbClr val="83FD65"/>
    <a:srgbClr val="C0FEF9"/>
    <a:srgbClr val="60C9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07" autoAdjust="0"/>
    <p:restoredTop sz="96327" autoAdjust="0"/>
  </p:normalViewPr>
  <p:slideViewPr>
    <p:cSldViewPr>
      <p:cViewPr varScale="1">
        <p:scale>
          <a:sx n="113" d="100"/>
          <a:sy n="113" d="100"/>
        </p:scale>
        <p:origin x="1392" y="102"/>
      </p:cViewPr>
      <p:guideLst>
        <p:guide orient="horz" pos="1200"/>
        <p:guide pos="53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7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00:28:36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00:29:00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0 566 24575,'34'-1'0,"-15"0"0,0 0 0,0 2 0,0 0 0,19 4 0,-35-4 0,0-1 0,1 1 0,-1 0 0,0 0 0,0 0 0,0 0 0,1 1 0,-1-1 0,-1 1 0,1 0 0,0 0 0,0 0 0,-1 0 0,1 1 0,-1-1 0,1 1 0,-1-1 0,0 1 0,0 0 0,0 0 0,-1 0 0,1 0 0,-1 0 0,1 0 0,-1 0 0,0 0 0,0 1 0,0 3 0,-1 85 0,34-144 0,-23 29 0,-1 0 0,-1 0 0,-1-1 0,-1-1 0,-2 1 0,5-35 0,-4 30 0,1 0 0,11-28 0,-9 34 0,-2-1 0,0 0 0,4-42 0,-9 28 0,-2 24 0,1-1 0,0 0 0,6-27 0,-6 39 0,0-1 0,0 1 0,1-1 0,-1 1 0,1 0 0,0-1 0,0 1 0,0 0 0,0 0 0,1 0 0,-1 0 0,1 1 0,-1-1 0,1 1 0,0-1 0,0 1 0,0 0 0,1 0 0,-1 1 0,4-3 0,11-1 0,-1 0 0,1 1 0,0 0 0,0 2 0,24-1 0,99 5 0,-77 1 0,991 2 0,-630-6 0,-250-12 132,-27 1-1629,-126 12-5329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00:29:06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24575,'0'-4'0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08T03:19:47.321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C00000"/>
    </inkml:brush>
    <inkml:brush xml:id="br3">
      <inkml:brushProperty name="width" value="0.05292" units="cm"/>
      <inkml:brushProperty name="height" value="0.05292" units="cm"/>
    </inkml:brush>
  </inkml:definitions>
  <inkml:trace contextRef="#ctx0" brushRef="#br0">13552 12138 42 0,'-1'-1'39'0,"1"1"-11"0,0-1-14 15,-2 1 8-15,1-2-3 0,1 0-5 0,0 1 0 0,0 1-2 16,-3-3-6-16,3 2 5 0,0-1 2 0,2 2 0 16,-2-3-1-16,0 1 4 0,0 0 2 0,1 1-5 15,-1 1 5-15,1-1-1 0,-1 0 2 0,0 0 0 16,0 0-2-16,0 0-3 0,0 1-1 0,0-4 1 16,0 4-3-16,0-1-6 0,0 0-3 0,0 0 0 15,2 0 0-15,-2 1-2 0,0 0 1 0,0 2 1 16,0 0-1-16,0-1 4 0,0 3-1 0,-2-3 1 15,2 2 0-15,0-1 3 0,0-2-2 0,0 4 3 16,-1-4 1-16,1 2-2 0,-1 0 1 0,1 0 2 0,-2 0 2 16,1 2 1-16,0-1-1 0,0 0 0 0,1 1 0 0,0-2-2 15,0 3 1-15,-1-2-2 0,1 1-2 0,-1-1-2 16,1 0 3-16,-2 1-1 0,2-1-3 0,-1 0 3 16,1 3-2-16,-1-2 1 0,1 2 0 0,-1-2 0 15,1 1 1-15,0 1-1 0,0-1 4 0,0 0-1 16,1 0 2-16,1 1-1 0,-2-1 2 0,0-1-1 15,0 2-2-15,-1 1 1 0,2-1 0 0,-1 0-2 16,0 0 1-16,2 1-3 0,-2-3 2 0,2 3 1 16,-2-2-1-16,2 3-1 0,-2-5 0 0,1 3 1 15,-1-1-2-15,0 1 2 0,3 0-2 0,-3-2-3 16,3 1 2-16,-3-2-2 0,1 3 1 0,0-1-2 16,0 1-1-16,-1-2-1 0,1 1 2 0,2 3-1 15,-3-2 0-15,1-1 0 0,-1 2-1 0,0-2 3 16,1 2 2-16,-1 0 3 0,0-1-1 0,0-2 3 0,0 2-1 15,0 0 1-15,-2-3-1 0,2 2 1 16,-2-3-1-16,1 2-2 0,0 0-1 0,-1 0 0 0,1-2 2 16,-1 2-2-16,1-1 1 0,0 1-1 0,-2 0-1 15,2 0 0-15,-1-1 1 0,-1 0-3 0,3 0-4 0,0 0 2 16,0-1 0-16,-1 1-2 0,1 0 0 0,0 0 1 16,0 0-1-16,0 0 0 0,-1 2 1 0,0-2 1 15,1 0-2-15,0 2 0 0,-2-1 0 0,2 2-1 0,-2-3 2 16,2 2-1-16,-1 1 0 0,1 0 0 0,0 1 0 15,-2-2 0-15,2 3 0 0,-2-2 2 0,1 1-3 16,0 0 2-16,-2-1-1 0,1 0 1 0,0 0 0 16,0 0 1-16,2 1-2 0,-1-1 0 0,0 0 0 15,-2-2 0-15,2 0 3 0,1 2 2 0,0-2 2 16,0-1 1-16,-1 1 1 0,0-2 1 0,0 1 0 16,1 1 1-16,-1-2-4 0,1 0 0 15,-2 0-3-15,2 0-2 0,0 2 0 0,0-2 1 0,0 0-2 16,0 0 0-16,0 0 0 0,2 0 1 0,-1 2-1 0,-1-3-1 15,0 0 1-15,1 1 0 0,-1-1 0 0,0 1-1 16,1 0 1-16,1-1-1 0,-2 1 1 0,2-1 1 16,0 1 1-16,-1-1-2 0,1 0 2 0,0-1-1 15,-1 0-1-15,0 1 0 0,2-1 2 0,-3 0-2 16,0 0 0-16,1 0 2 0,-1 0-3 0,0-1 2 16,1 1 0-16,1 0-2 0,-2-1 1 0,1 0 0 15,1 1-1-15,-2 0-1 0,4 0-1 0,-3 0 2 0,0 0 0 16,0 0 1-16,-1 0-1 0,0 1-2 0,0-1 2 15,3 2 0-15,-3-1-1 0,0-1 0 0,0 0 0 16,0 0 0-16,0 3 0 0,0-1 1 0,0-1 0 16,0-1 0-16,0 0 1 0,0 3-1 0,1-2 0 15,-1 2 0-15,0-3-1 0,0 2 0 0,0 0 1 16,0 2-2-16,0 0 1 0,0-3 1 0,0 2 0 16,1 0 0-16,0 1 0 0,-1-3 2 0,0-1 0 15,1 0 0-15,-1 2-2 0,2-2 3 0,-2 0-3 16,0 1 0-16,-2-1 0 0,2 0 0 0,0 1-1 15,2-1-1-15,-1 1 2 0,-1-1 0 0,3 1-1 0,-3 1 2 16,0 1-1-16,1-1-3 0,-1 1 3 0,0 1 0 0,1 0 0 16,-1 0-1-16,0 0 1 0,2 0 0 0,-1-1-1 15,-1 1 1-15,0 0 0 0,0-3 2 0,0 3-1 16,0-1 0-16,0-1 1 0,0-1-1 0,-1 0 1 16,1 0 0-16,0-1-1 0,-1 3 1 0,1-3-1 0,-1-1 1 15,1 1-1-15,0 0 1 0,-2 0 0 0,2 0 2 16,0 0-3-16,0 0 2 0,0 0-2 0,0-1 2 15,0 0 0-15,-2 0-1 0,1 1 2 0,1-1-3 16,-1 0 2-16,-1-1-2 0,1 1 1 0,0 0 0 16,0-1-2-16,-1 1 0 0,2-4-1 0,-2 3 1 15,2-1 0-15,-1-2-1 0,0 1-1 0,1 1 1 16,-3 1 1-16,3-2 0 0,0 2 0 0,-2-2 0 16,2 2-1-16,0 0 1 0,-2-2-1 0,2 2 1 15,-1-1-1-15,1-1-1 0,0-1 1 0,0 3-1 16,0-2 1-16,-2-1-1 0,2 0 3 0,0 0-2 15,-1 1 1-15,1-2 0 0,-1 2 1 0,-1-1 1 16,2 0-2-16,0 1 1 0,3-1-1 0,-3-1 0 16,0 0 0-16,0 2 0 0,0-2 0 0,0-1 1 15,0 0-1-15,0 0 0 0,0 0 1 0,1 1 0 16,-1-1 0-16,2-1-3 0,-2 2 3 0,1 0-1 0,1-1-3 0,-1 0 4 16,0 2-1-16,2-1 0 0,-3 1-1 0,0 0 2 15,1-1-2-15,-1 0 1 0,0 1 1 0,-1 1-1 16,1-2 0-16,0 0 0 0,0 0 1 0,0 1-1 15,0 0 2-15,0 1-2 0,0-2 0 0,2 1 0 16,0-1 1-16,-1 3-1 0,0-1 1 0,-2-3-1 16,1 4 0-16,2-1 0 0,-2 0 0 0,0 0 0 15,-1-1 0-15,1 0 0 0,1 0 0 0,0 1 0 0,0-4-1 16,-1 3 1-16,0-2-1 0,0 0 1 0,0 0-1 16,0-2 1-16,0 2-1 0,0 0 0 0,0 0-3 15,2-1-1-15,-2 0-1 0,0 2-3 0,0-3-2 16,1 1-3-16,-1 2-3 0,0-2 2 0,-1 0-2 15,1 3-1-15,0-2-2 0,0 1 2 0,0 0-1 16,0 1 1-16,0-1 0 0,-2 1 1 0,2-1 4 16,-1 2 1-16,1 1 2 0,-1-2 3 0,0 1 5 15,0-1-2-15,0 1 2 0,-1 2-2 0,2-1 1 16,-2 0-4-16,2-1 0 0,0 2-6 0,0 1 0 16,-3-3-7-16,3 4-7 0,0-1-2 0,-1 0-3 15,-1 1-1-15,0-2-4 0,0 1-3 0,2 1-8 16,-1 0-2-16,0 0-2 0,-1 0-10 0,1-2 37 0,-1 3-25 15,2 2-4-15</inkml:trace>
  <inkml:trace contextRef="#ctx0" brushRef="#br0" timeOffset="2062.5">13122 13158 102 0,'-1'-3'71'0,"0"1"-30"0,-1 0-23 15,2 1 18-15,-1 1-5 0,0-1-3 0,1 1-1 0,-1-2 1 16,1 1 1-16,-1-1 2 0,1 2 5 0,-1-1-2 16,1 0-6-16,0 0-1 0,-2 1-5 0,2-1-4 15,0 1-1-15,0 1-3 0,0-1-5 0,0 0 0 16,0 0 1-16,0 0 0 0,0 1 3 0,0-1 7 16,0 0 3-16,0 0 7 0,0 0 1 0,0 0 8 15,0 0-2-15,0 0 1 0,0 0 1 0,0-1-3 16,0 1-2-16,0 0-7 0,0 0-1 0,0-1-8 15,0 1-4-15,0 0 0 0,-1 0-4 0,1 0-2 16,0 0-2-16,0 0 0 0,0 0-2 0,0 0-1 16,0 0 2-16,0 0-1 0,0 0-1 0,1-1-2 15,-1 1 2-15,0-3-2 0,2 3 1 0,-1 0 1 16,0-1 0-16,2 0-1 0,-1 0-1 0,0 0-1 16,0 0 1-16,2 1-1 0,-2-1-1 0,1 1-1 15,-2 0 2-15,1 0-2 0,0 0-1 0,1 1 1 0,-1 0 2 16,2-1-1-16,-3 2-1 0,2-1 2 0,1 2 0 15,-2-1-1-15,1 0 1 0,0 0 2 16,0 0-3-16,-1 1 1 0,1-1 0 0,0 0 0 0,-2-2-3 0,4 4 3 16,-1 0-1-16,-3-2 1 0,4 2 0 0,-1-1 0 15,-2 2 1-15,3-3-2 0,-1 3 1 0,-1-3 1 16,1 2-1-16,-1-3 0 0,0 0 0 0,-1 1 0 0,3 2 0 16,-2 0 0-16,0-3 0 0,2 2-1 0,-3 2 0 15,3-1 0-15,-1 2 0 0,-2 1 0 0,1-1-1 16,0 0 2-16,0 2-1 0,-1 1 1 0,-1-3 1 15,1 3-1-15,0-1 1 0,0 0 1 0,1 1-1 16,-3-1 0-16,1-2-1 0,2 2 0 0,-3-1 0 16,1-1 0-16,0 0 2 0,-1 0-1 0,0 0 3 15,0-2 1-15,-1 2-2 0,0 0 4 0,1 1-2 16,-3-2 2-16,2 2-1 0,-2 2-1 0,1-1 1 16,-2 1-1-16,3 0 2 0,-1-1-3 0,-1 0 1 0,-1 2 1 15,1-1-3-15,-1 1 3 0,-2-1-2 0,3 0 0 16,-2 1 0-16,0 0 2 0,-1 0-1 0,1 0-1 15,-1 1 2-15,0-2 0 0,1 0 1 0,0 1-1 16,0-1 0-16,1 0-2 0,-1-1 2 0,-1-1-1 16,2 1-1-16,2-1-1 0,-3-1-2 0,0 0 1 15,0 0 1-15,2-2 0 0,0 2-1 0,-1-3 1 16,0 0 1-16,1 1 0 0,1 0 1 0,-1-3-1 0,2-1-2 16,-2 2 5-16,2-1-3 0,1 2-1 0,0-3 1 15,-3 1 0-15,2-2 1 0,-2 1-1 0,1-2 0 16,1 0 0-16,0-1-1 0,-1-1 0 0,0-2-3 15,1 0-2-15,-1 1-2 0,0-1-2 0,1-1-1 16,0 0-2-16,1 2-2 0,-1 0-1 0,1-1 2 16,0 1 1-16,0-1-1 0,0 1 1 0,0 0 2 15,0 2 1-15,0-1 3 0,1 0 1 0,-1 2 0 16,2 1-1-16,-1-1 1 0,-1 1 2 0,3 0-2 16,-1-2 0-16,-1 2 0 0,2 0-1 0,-1-1 1 0,-1 1-1 15,2-1 3-15,-1 0-2 0,0 1 1 0,0 1-1 16,0 0 0-16,0-2 0 0,0 2 2 0,0 0-2 0,0 0 1 15,0 0-1-15,0 0 2 0,1 0 0 0,1 0 0 16,-3 0 2-16,2 2 2 0,1-1 1 0,-2 0 2 16,2-1 2-16,1 1 1 0,-3 1 0 0,0-1 4 15,1 0-3-15,-1 0 0 0,2 1 1 0,-1 0-3 16,-1 1-2-16,1-1 1 0,2-1 0 0,-1 2-2 16,-1 1 0-16,3-1-2 0,-4-1-1 0,3 1 1 15,-2 0 2-15,1 0-1 0,-1-1 0 0,1-1 1 0,-1 0-1 16,0 1 1-16,1 0 0 0,-2-1 1 0,2 0-2 15,-2 1 1-15,2 0 0 0,-1-1-1 0,-3 0 0 16,1 0 0-16,1 2 1 0,-1-3 0 0,0 1-1 16,3 0 1-16,-4 0 0 0,1-1 1 0,2 1 0 15,-3 0 1-15,0-1-1 0,0 0 1 0,1 0-1 16,-1 0 3-16,0 0-4 0,3 0 0 0,-1-1 1 16,2 1 0-16,-4-1 0 0,1 1-1 0,0 0 1 15,-1-1-2-15,2 1 0 0,-2 0 1 0,0 0-1 16,3 0-3-16,-2 1 0 0,-1-1 0 0,2 0-2 15,-2 1 0-15,0-1-7 0,0 0-12 0,0 0-36 16,2 1-25-16,-2 0-36 0,1 0-51 0,-1 0 114 0,1 2-93 0,-1 0-60 16</inkml:trace>
  <inkml:trace contextRef="#ctx0" brushRef="#br0" timeOffset="3224.48">13559 13322 586 0,'-5'-10'262'0,"2"4"-159"0,0 0-69 0,2 0 20 15,-1 4-22-15,1 0-1 0,1 0-5 0,-2-1-5 16,1 1-1-16,1 1 0 0,-3-2 5 0,3 2 4 16,0-1 2-16,-1-2 0 0,0 3 0 0,1-1-5 15,-1 0-3-15,1-1-3 0,0 3-3 0,-2-3-7 16,2 3-1-16,0 0 0 0,-1-2-1 0,0 2 2 0,0-1-1 15,0 1 3-15,0 0-1 0,1 0 2 0,-2 0-1 16,2 0-1-16,0 1 1 0,0 0-3 0,0 0-1 16,-1-2-4-16,1 3-1 0,-1-2-2 0,-2 2 0 15,3 1 0-15,-2-2-2 0,0 0 1 0,0 2 0 16,0 2 1-16,2-4-1 0,-3 1 2 0,0 0-1 16,1-1-1-16,0 1 1 0,1 3 0 0,1-3 0 15,0 2 1-15,-1 0 0 0,-1-3 1 0,2 2-1 16,-2-1 0-16,1 1 1 0,0 0 0 0,0-1-1 15,0 0-2-15,-2 0 1 0,2 5-1 0,-1-3 0 16,2 2 0-16,0-4 0 0,-1 3 1 0,2 0-1 0,1-1 0 16,-1 2 0-16,-1-5 1 0,1 4 0 15,-1-2 0-15,2 3-1 0,-2-1 1 0,0 0 0 0,0 0 0 16,0 0 0-16,0 0 0 0,0-2-1 0,0 3 1 16,1-3-1-16,1 2 1 0,1 0 1 0,-3-2 0 15,3 1-2-15,0-1 0 0,0 1 1 0,-1-1-1 16,1 0 4-16,1-1-3 0,-2 0-1 0,3 0 1 15,-1 0 2-15,-1 2-3 0,-1-3 1 0,3 0 0 16,-2 2-1-16,1-1 0 0,2 2-1 0,-1-2 1 16,0-1 0-16,0 0 0 0,1 1 1 0,-2 0-1 0,2 0 0 15,-2-1 1-15,1 0 1 0,1 1 0 0,-2-1-1 16,2 0 0-16,-1 0-1 0,1-1 1 0,0 0 2 16,0 0-3-16,1 0 1 0,0 0 2 0,0 0-2 15,-1-2 0-15,1 0 1 0,0 1-1 0,0-1 1 16,-3 0-1-16,2 0-1 0,0 1 0 0,-1-1 0 15,0-1 2-15,1 2-2 0,-1-2 2 0,0 1-2 16,0 1 2-16,-2-1 0 0,2 0-2 0,-2 1 1 16,-1-2 0-16,3 2 1 0,-3-2-1 0,0 2 2 0,-1-1-3 15,1-2 0-15,-1 2 3 0,2-1-1 0,-3 0 0 16,0-2 0-16,0 3-1 0,0-1 1 0,0 1 1 0,-2-2-2 16,1 1 0-16,1 0 1 0,0 0 0 0,1-1 1 15,-1 0-1-15,0-3-1 0,3 2-1 0,-3-2 0 16,0 1 2-16,0-1 0 0,0 1-2 0,-3 0 0 15,1 0 0-15,-1 0 0 0,1 1 1 0,2 0 0 16,-2 2-1-16,-2-1 0 0,3-1 0 0,-1-3 0 16,0 5 0-16,1 0-1 0,-3 0 1 0,1-2 1 15,1 0-1-15,-2 1-3 0,1 1 3 0,0 0-1 16,-1-3 0-16,2 2 1 0,-3 2-2 0,3-4 0 16,-4 4 2-16,3-3 2 0,-1 1-2 0,3 0 0 15,-1 2 0-15,-1-1 0 0,0-2 1 0,2 4 1 16,-2-1-2-16,2 0-1 0,-3 2 0 0,2-2 1 0,-1 0-1 15,1 2 1-15,-1 0 0 0,1-2 0 0,0 2 0 16,-1 0 0-16,2-3 0 0,-3 2 0 0,1-1 0 16,1 1 0-16,0-2-1 0,0 2 0 0,-1-2 1 15,1 2-1-15,-2 1 2 0,4 0-1 0,-2-3-2 16,-2 3 1-16,2 0-1 0,0 0 0 0,-1-1 0 16,-1-1 1-16,3 2 0 0,-1-1 1 0,-1 0 1 15,2 0-1-15,-2 0 0 0,1 1 2 0,1 0-1 16,-1 0-1-16,1 0 0 0,-1 1 0 0,1-1-1 15,-2 0 0-15,1 0-3 0,1 1-6 0,-1 0-2 16,0 0-2-16,0-1-6 0,-1 2-11 0,1-1-7 16,0 0-7-16,-1 1-7 0,2 0-34 0,-2 0-23 15,1 2-27-15,0 1-33 0,1-1 109 0,-1 2-79 16,1 1-22-16</inkml:trace>
  <inkml:trace contextRef="#ctx0" brushRef="#br0" timeOffset="4471.5">13828 13078 380 0,'1'-4'185'0,"-1"1"-102"0,3 0-53 0,-4-1 12 15,1 4-6-15,-2-1 0 0,1 0-5 0,-1 0-8 0,-4-1 0 16,6 2 9-16,-6 0 3 0,2-1 1 0,1 1 1 16,1-1 1-16,-2 1-3 0,1 1-4 0,1 0-6 15,-1-1-9-15,0 0-2 0,0 0-4 0,0 1-1 16,-1 2-2-16,0-2-1 0,1-1 1 0,1 2 2 16,-1-2-1-16,1 3-1 0,-2-2 3 15,2 0 0-15,-2-1 0 0,3 1-1 0,-2 0-3 0,2 1 0 16,0-1-2-16,-1 1 2 0,1 0-2 0,1-1-2 15,0 1-2-15,0 0 1 0,0-1 1 0,1 1-1 16,0 1 0-16,0-1-2 0,1 1 1 0,2-1 0 16,-3-1 1-16,1 0 0 0,0 0 0 0,3-1-2 0,-1 0 1 15,1 2 1-15,-2-2 0 0,3 0-1 0,3 0 0 0,-5 1 0 16,2 0 1-16,0-1 2 0,1 1-1 0,-5-1-1 16,4-1 2-16,-2 0-1 0,-3-2 2 0,2 0-2 15,2 2 0-15,-2-1-1 0,0-1 1 0,2-1 0 16,-2 1-1-16,2 1 2 0,0 0-2 0,1-1 2 15,-6 0 0-15,0 1-1 0,0 0 1 0,1 0-1 16,-1-2 0-16,0 1 1 0,-1 0 1 0,-1-1-3 16,3 1 2-16,1 1 0 0,1 1-3 0,-2-1 2 15,-2-2 0-15,1 3-2 0,0 0 0 0,0-1 1 16,-1 1 0-16,-4 1-1 0,5-3 0 0,-4 2-1 16,4 1 0-16,0-2 0 0,-1 0 1 0,0 2-3 15,0-1 1-15,1-1 1 0,-2 2 0 0,1 0 1 0,-1 0-2 16,0 0 0-16,0 0-2 0,0 0 2 0,2 0 0 15,-2 0-1-15,4 0 2 0,-4 0-2 0,2 0 3 16,0 0 0-16,-1 0 0 0,2 0 0 0,1 0 0 16,-1 1 0-16,2 0-1 0,-2-1 1 0,3 0 0 15,1 1-2-15,-1 0 2 0,-2-1-1 0,2 1 0 16,-1 1 0-16,-1-2 1 0,-1 1 0 0,1 0-1 16,2 0 0-16,0 0-1 0,-1 0 1 0,1-1 1 0,2 1 0 0,-2-1 0 15,-1 1 1-15,2-1 0 0,-3 0 0 16,4 0 1-16,-2 0 0 0,1 0-2 0,-4 0-1 0,3 0 1 15,3 0 0-15,-3 1 0 0,0-1 0 0,0 0-1 16,-2 0 0-16,3-1 2 0,1 1 0 0,-5-2 0 16,2 1-1-16,1-1 2 0,-2 1-1 0,2 1-1 15,-2-1 3-15,-1-1-3 0,2 1 0 0,-1 1 0 16,1 0 1-16,-1 0-1 0,-1-1-1 0,-1 0 1 16,0 1-3-16,3 0 3 0,-3-1-1 0,2 2-1 15,-2-1 0-15,0 2 1 0,2 1 1 0,-2 0-1 16,0-2 1-16,0 2 0 0,-2-1 0 0,-2 2 2 15,2 0 3-15,0-1 0 0,-1 2-1 0,-2-3 4 0,2 3 2 16,1 1 1-16,-4 0 0 0,3-1 1 0,1 0-1 0,-2 0 4 16,0 1 0-16,1 0 0 0,-1-1-2 0,0 3 3 15,4-3 0-15,-4 0-2 0,3 2 0 0,-5-1-1 16,4 0 0-16,-3 2-3 0,4-4 3 0,-5 3-4 16,3 1 2-16,1-1 0 0,-2 2 2 0,1-1-3 15,1 2 3-15,0-3 1 0,0 3-2 0,-1-1 2 16,1-1-1-16,0 3 2 0,-2-3-5 0,1 0 1 15,0 1 0-15,1-1 0 0,-1 1-1 0,1 0-1 16,-1-2-3-16,0-1 0 0,2 2 1 0,1-1 0 16,-2-1-2-16,-4 1 0 0,1-4 0 0,0 2-1 15,1 0-1-15,0-2 1 0,4 2 0 0,-6 0-1 16,5 0-1-16,-2-1 0 0,3 2 1 0,0-1-2 16,0 0 1-16,-6-1-1 0,2 0 0 0,2-1 0 15,-2 0 1-15,4 3 0 0,-3-3-2 0,0-1 0 0,3 0 2 16,1 4 0-16,0-3-2 0,-1 0 2 0,0 0-1 15,0-3-1-15,2 2 2 0,-1 0-7 16,0-1-11-16,5 0-12 0,-6-1-11 0,1 1-46 0,1 0-32 16,2 0-47-16,-1 1-61 0,0-1 148 0,1 2-109 0,-4-1-75 15</inkml:trace>
  <inkml:trace contextRef="#ctx0" brushRef="#br0" timeOffset="5533.85">14006 13414 111 0,'-4'-3'151'0,"-1"2"-22"0,1 1-71 0,1 0 34 16,-1 0-11-16,1-1-12 0,3 1-8 0,-1 0-12 0,0 1 1 16,0-1 0-16,1 0 2 0,-2 0 3 0,2 0-2 15,0 0 0-15,-2 0-4 0,2-1-10 16,-2 0-5-16,0-1-4 0,2 1-4 0,-1 0-5 0,1 1-2 16,0-1 0-16,-1-2-1 0,0 2 2 0,1 1 1 15,0 1-1-15,-3-1 0 0,3 1-1 16,0-1 2-16,-2 0-4 0,0 3 0 0,-1-3-4 0,1 0 0 15,-2 0-4-15,2 1 1 0,-2-1-2 0,0 2 0 16,4 0-3-16,-3-1 2 0,-1 1-1 0,2 1-2 16,1-2 1-16,0 1 0 0,-1-1-1 0,0 1-2 15,-2 0 0-15,2-1 1 0,0 2-1 0,0 0 1 16,1 0 1-16,0-1 1 0,-2-1 0 0,2 2 1 16,-1-2 0-16,-1 1 1 0,3 0-1 0,-2-1 0 15,1 3-1-15,-1-3-2 0,0 1 1 0,2 0-2 0,-3 0 2 16,3 0-2-16,0 1-2 0,0-2 1 0,0 1 0 0,0 1-1 15,0 0 0-15,2 0 0 0,0 0 0 0,-1 1 1 16,3 1-1-16,-3-3 0 0,-1 3 0 0,3-1 0 16,1 0 0-16,-2 0 0 0,2 2 0 0,-2 0-1 15,0 0 1-15,4 0 1 0,-1 0-1 0,-3-2 0 16,2 3 2-16,-1-2-2 0,-1 0 0 0,3 0 2 16,-3-1-2-16,4 0 0 0,-3-1 4 0,1 2-2 15,-2-2-2-15,-1 0 1 0,2 0-1 0,1 0 0 0,-2-1 1 16,0 0 1-16,-1 0 0 0,3-1-1 0,-2-1 3 15,2 0-4-15,-1 1 2 0,0-1 0 16,1-1 1-16,-2 1-2 0,3-2 1 0,-2 2-2 16,0-1 1-16,-1 0 1 0,0-1 0 0,2 1-1 0,-1-1 1 15,0 0-1-15,1 0-1 0,-2-1 2 0,2 1-1 16,1-1 1-16,-1 1-3 0,-1-1 1 0,1 0 0 16,-1-1 0-16,2 1 0 0,0 0-1 0,-1 0 1 15,0-2 0-15,1 2 1 0,-1-1 0 0,1-1-1 16,-1 2 0-16,0 1 0 0,1-3 2 0,-2 2-2 15,0 0 0-15,2-1 0 0,-2 1-1 0,-1 0 1 16,1 1 1-16,0-2-1 0,-2 2 0 0,0 0 1 0,-1 1-1 0,0-2 2 16,0 0-1-16,2 2-1 0,-2-1 0 0,0 0 0 15,0 0 0-15,0 0 0 0,0-2 1 0,1 2 0 16,-1 0-1-16,-1-1 3 0,1-1-2 0,-2 2-1 16,2 0 0-16,0-1 1 0,0 0-1 0,-2 0 0 15,2 1 0-15,-3-1 0 0,2-1 0 0,1 3 3 16,-3-3-3-16,2 1 0 0,-1-1 1 0,2 2-1 15,-1 0 0-15,-2 0-1 0,2 0 1 0,-1-2 0 16,1 2 0-16,-2 0 1 0,-1-2-1 0,2 0-1 16,-2-1 1-16,1 3 0 0,-2-2 0 0,4 3 0 15,-3-1 0-15,3 1 0 0,-3-1 0 0,0 0 0 16,1 2 1-16,-1-1 0 0,0-2-1 0,0 2 1 0,-1 1-1 16,-1-1 0-16,0 1 0 0,1 0 1 0,0-1-1 0,1 1 0 15,-1 0 0-15,-1 0 0 0,1-1 0 0,-2 1 0 16,3 1 0-16,-4 0-1 0,3 1 1 0,-2-2-1 15,-1 1 0-15,0 3-1 0,2-2 1 0,-1-1 1 16,1 2 0-16,0-1-2 0,2 2 0 0,-3-1-5 16,4-1-2-16,1 2-3 0,-3-2-5 0,2 2-13 15,-1-2-6-15,4 3-7 0,-3-2-7 0,2 1-13 16,0 2-5-16,-3-2-9 0,2 1-8 0,2-2-3 0,-5 1-17 16,2 1-60-16,1-1 109 0,-2-1-60 0,4 1-24 15</inkml:trace>
  <inkml:trace contextRef="#ctx0" brushRef="#br1" timeOffset="28277.67">14774 13089 52 0,'-3'-1'66'0,"3"-2"-9"0,3 2-25 0,-3-2 13 0,-3 2 2 16,3-1-1-16,3 1-11 0,-3 1-1 0,2-1 0 0,-4 0-2 15,3 0-5-15,-1 1-1 0,0 0-6 0,0-1-6 16,-1 0 0-16,1 1-4 0,0-3-3 0,1 3-4 15,-2 0-1-15,1 0 2 0,0 0-1 0,0 0 1 16,0 0 5-16,0 0 2 0,-2 1 3 0,1-1 0 16,1 0 5-16,0 0 0 0,-1 0 0 0,-2 2 2 15,3-2-7-15,0 2 1 0,1-1 0 0,-1 1 0 16,-1 1-1-16,1-2-2 0,1 0-2 0,2 0 1 0,-3 0 3 16,-1-1-1-16,-2 1 2 0,3 0-1 0,0-1 1 15,1 0 0-15,-1 2 6 0,-4-1-2 0,4 1-3 16,-1 0-2-16,2 0-3 0,-1-1 2 15,0 1-4-15,-2 0 1 0,2 1-4 0,0-1-2 0,2 0 0 16,-2-1 0-16,0 0-1 0,-1 1 0 0,1 2-2 16,0-3 0-16,0 2-1 0,-1 0 4 0,1 1-2 15,0 1 0-15,-2-1-1 0,2 2 0 0,0-2 3 16,2 2 0-16,0-2-2 0,-2 2 0 0,-1-2-1 16,1 0 1-16,0 1 2 0,0 0-2 0,1-2-2 15,-1 3 0-15,-2-3 1 0,2 3-1 0,0-1 3 16,1 1-3-16,0-2 0 0,0 0 1 0,-1 1 2 15,0-1-3-15,0 1 3 0,1-1 0 0,-1-2-1 16,0 5 1-16,1-2 1 0,0 0 0 0,2 0 0 16,-2 1-1-16,-1-1-1 0,2 0 1 0,-2 0 0 0,-2-1-2 15,1-1 1-15,1 3 1 0,0-3-2 0,1 2 2 16,1 0-3-16,-1-1 2 0,2 1-2 0,-2-1 4 16,3 2-4-16,-3-3 0 0,-1 0 1 0,0 2-1 15,0-2 3-15,0 0-1 0,3 2 0 0,0-1-2 16,-3-1 2-16,3 2 1 0,-3-2 0 0,1 0 0 0,-2 1 1 15,1 0-1-15,0-1 1 0,0-1 1 0,0 2-1 16,0-1 3-16,2 0 0 0,-2 1 0 0,0-1 1 16,2 0 1-16,-2 0 0 0,0 0 1 0,-2-1 0 0,2 0-4 15,0 0 0-15,2 1 0 0,-1 0-1 0,-1-2-2 16,1 0 0-16,-1 1-1 0,1-1 1 0,-1 3 1 16,0-1-2-16,1-2 1 0,-1 1-1 0,0-1 2 15,0-1-2-15,0 0 0 0,1 0-1 0,-1 0-1 16,0 0 1-16,0 2-1 0,0-2 0 0,0 2 0 15,-1-1-1-15,1 1 1 0,-1-2 1 0,0 1 1 16,1-1-1-16,0 0 2 0,0 0-2 0,0 0-3 16,2 0 2-16,-1 0 0 0,2 0-3 0,-2 0-17 15,0 0-12-15,4 0-14 0,-1-1-21 0,0-3-84 16,-4 4 112-16,3-2-75 0,1 0-42 0</inkml:trace>
  <inkml:trace contextRef="#ctx0" brushRef="#br1" timeOffset="29120.62">14572 13270 27 0,'-1'-1'47'0,"-1"1"3"0,2 0-11 0,0-1 10 16,-1 0 5-16,-3-1 5 0,4-1-3 0,-2 2-2 16,2 1-2-16,-2-1-4 0,1 1-11 0,0 0-2 0,1-1-8 15,0 1-4-15,0 0-5 0,1 0-3 0,-1-1-6 16,1 0-1-16,1 1-1 0,-1-1 0 0,0 1-1 16,1 0-2-16,-2-1-2 0,1 1 0 0,2 0 1 15,-1 1-2-15,-2-1 1 0,3 0-1 0,-2-1 0 16,1 1 4-16,1 0-1 0,-1 0 0 0,0-1 0 15,-1 1 0-15,2-1 2 0,-1 1-3 0,1 1 2 16,0-1-2-16,-2 0-1 0,0 0-1 0,5 1 0 16,-2-1 1-16,-1 0-2 0,0 1 2 0,0 0-2 0,3 1 2 15,-2-2 2-15,1 0 4 0,-4-2 0 0,6 2 3 16,-1 0 0-16,-1-1 2 0,0-1 1 0,1 1-2 16,1-2-3-16,2 3-1 0,-3-2 0 0,2 2-3 15,-1-2-1-15,0 1-2 0,2-2 1 0,-3 0-1 16,1 1 1-16,1 0-3 0,2 2 1 0,-3-1 0 15,2-1-1-15,0 2 1 0,0 0-1 0,-2 0-1 16,2 0 1-16,-4-2 0 0,2 2 0 0,1 0-2 16,-3 0 2-16,3 1 0 0,-4 0 0 0,3-1 0 15,0 1 0-15,0-1 0 0,-2 0 1 0,1 0 1 16,-1 0-1-16,0 2-1 0,1-2 2 0,-1 1-2 16,-1 1 1-16,2 1 0 0,-4-3-1 0,3 0-1 15,1 0 1-15,-4 0 0 0,-1 0-1 0,3 0 1 16,-1 1 0-16,-1-1 0 0,2 2 1 0,-4-2 0 15,3 1-1-15,1-1 0 0,-1 1-3 0,-2-1-9 16,-1 0-9-16,2 1-13 0,-1-1-13 0,2 1-12 0,-1-1-20 16,-2 0 48-16,2 0-39 0,0 0-3 0</inkml:trace>
  <inkml:trace contextRef="#ctx0" brushRef="#br1" timeOffset="30083.4">15309 13047 195 0,'5'-5'139'0,"-5"0"-52"0,-1 2-47 0,1-3 28 16,0 3-3-16,0 0-21 0,0-1-7 0,3 2-3 0,-5-1 2 16,2-1-3-16,2 2 2 0,-2 0-2 0,0 1 0 0,1 0 3 15,-1-1 0-15,0 1-1 0,0 0-5 0,1 1 0 16,-1-2-3-16,0 2-7 0,-1 0 0 0,1 0-10 15,0 0-1-15,0 2-1 0,-1-2-3 0,1 0-5 16,0 1-1-16,-2 1 1 0,4 0-2 0,-5 0 2 16,3-1 1-16,0 1-1 0,3 1 1 0,-3 0 1 15,1-1 0-15,-1 4-1 0,-1-4 4 0,1 2 0 16,-3 2-1-16,2-1 0 0,-4 2 0 0,3-3 1 16,-5 4-1-16,5 1 1 0,2-1-1 0,-3 0-1 15,1 2 0-15,1 1 0 0,-2 0 2 0,5 0-3 16,-1-2 1-16,-1 0 0 0,3 2-1 0,-3 1 1 15,0 0-1-15,0 1-1 0,2-1-1 0,-2 2 3 16,1 0-1-16,1 0-2 0,0-2 2 0,-1 0-2 16,0 0 2-16,-1-1-1 0,0-1 1 0,4 1-1 15,-4-3 1-15,0 3 0 0,-1-2 0 0,1 0 3 16,2 1-2-16,-1-3 1 0,0 1-1 0,-2 1 3 16,2-2-1-16,2 0 0 0,-2-1-1 0,2-1 2 0,-1 1-3 15,0 0 2-15,1 0-2 0,-2-2 1 0,3 1-1 0,-4-1 2 16,2 1 1-16,-1 0-4 0,1-2 2 0,-2 0 2 15,4 1-1-15,-4-3-2 0,0 1 4 0,2 0-2 16,-2 0-2-16,0-1 1 0,0 2 1 0,5-1-3 16,-5 0 3-16,0-1-2 0,-1 0 2 0,1 0-3 15,3-1 2-15,-1 1 2 0,-2-1-2 0,0 0-1 16,0 0 0-16,1 0-1 0,-1 0 0 0,0-3-4 0,0 2-10 16,0-1-25-16,0-3-14 0,0 0-22 0,2 1-29 15,-1-3 68-15,2 2-57 0,1-1-16 16</inkml:trace>
  <inkml:trace contextRef="#ctx0" brushRef="#br1" timeOffset="30737">15489 13080 205 0,'-2'-4'163'0,"1"0"-43"15,-2 1-62-15,1 0 40 0,2 1-26 16,0 0-2-16,0 0-9 0,-1 1-9 0,1 0-5 0,0 1-2 16,-1-1 2-16,1-1 2 0,0 1-2 0,0 1-2 15,0-1-5-15,0 1-15 0,1-1-3 0,-1 1-5 16,0 0-6-16,1 0-7 0,-1 0-2 0,2 0-1 16,-2 3 1-16,0-1 1 0,2 3-3 0,-1-1 4 15,0 2 2-15,1 0-3 0,-2 1 2 0,0 0 1 0,0 0 2 16,0 1 0-16,0 0 1 0,1-2-1 0,-1 1-2 0,0 1 4 15,0 0-5-15,2 2 0 0,-1-2-4 0,-1 4-1 16,1-4 2-16,2 3-1 0,-2 0-1 0,0 0 0 16,1 0 0-16,-2 2 1 0,2-2 0 0,-1-2 2 15,1 1-2-15,1 0-1 0,-2-1 1 0,1-1 1 16,-1-1-1-16,1-1 1 0,0 0 0 0,-1-1-2 16,2 1 1-16,-2 0 2 0,1 0-1 0,-1-3-2 15,0 2 0-15,0-1 1 0,-1 0 0 0,1 1 1 16,-1-2-2-16,1-2 0 0,-1 2 1 0,0 1 1 15,2-1-2-15,-2 1 0 0,0-1 1 0,0 0-1 16,0 0 0-16,0 2 1 0,0-2 0 0,0 1-1 16,-2-1 3-16,1-1 1 0,1 1-1 0,-1 0 1 15,1-1 1-15,-1 1 1 0,1-1-4 0,-1-1 2 16,1 1-1-16,0 0-2 0,0 0 0 0,0-1 0 16,0 1 0-16,0 0-2 0,0 0 2 0,0 0 1 0,0 0-1 15,1 2 1-15,-1-2-3 0,1 1-10 0,0-2-11 16,2 2-14-16,1 0-67 0,-3-1-51 15,2-1 112-15,-1 3-87 0,2 2-66 0</inkml:trace>
  <inkml:trace contextRef="#ctx0" brushRef="#br1" timeOffset="31242.74">15649 13520 794 0,'0'-5'336'0,"0"2"-220"0,0 0-81 0,-3-1 1 0,1 2-4 15,1 2 1-15,1 0-4 0,1 0-14 0,-1 0 1 16,0 0 2-16,0 0 3 0,0 0 3 0,2 0 2 15,-2-1 3-15,0 0-2 0,-2 0-2 0,1 1-5 16,0-1-4-16,1 1-6 0,0 0-2 0,0 0-5 0,1 0-2 16,-1 0-1-16,0 0 0 0,1 1 0 15,-1-1 1-15,2-1 1 0,-1 0 0 0,-1 1-1 16,0-1 0-16,0-1 3 0,0 0-4 0,0 1 2 0,-3 0-2 16,2 0 0-16,1 0 1 0,0 0 0 0,0 0-1 15,0 0 0-15,0 0 1 0,0 0-1 0,0-1 3 16,0 2-3-16,-1-1 0 0,1 1 1 0,0 0-1 15,0 0 0-15,0 0 0 0,-1 0 0 0,0-1 0 16,1 1 0-16,0 0 0 0,-1-1-1 0,1 0-1 16,0 1 2-16,0 0-1 0,0 0 0 0,0-1 0 15,0 1 0-15,0 0 1 0,0 0 1 0,0 0-1 16,-2 1 1-16,1-1-1 0,1 1 0 0,0-1 0 16,-3 2-2-16,3-1 0 0,-2 1-1 0,1-1 2 0,1 1-1 15,-1-2-3-15,0 2-6 0,-1-1-9 0,2 1-6 16,0 1-25-16,0-1-15 0,-1-1-27 0,1 1-29 15,-1 0 78-15,1 1-57 0,0 4-14 0</inkml:trace>
  <inkml:trace contextRef="#ctx0" brushRef="#br1" timeOffset="32405.16">15971 13002 294 0,'-4'-2'152'0,"2"2"-79"0,0 0-45 16,-1 0 21-16,-1 1-1 0,1 0-3 0,-1 1 3 15,3 1 4-15,-3-1 3 0,1 1 5 0,1 0 5 16,-2-1-5-16,1 0-2 0,0 1 3 0,0-2-7 15,1 1-16-15,-2 0-5 0,1 1-5 0,2-1-7 16,-2 2-3-16,0-3-4 0,1 2-6 0,1 0-4 0,0 2 0 16,0-2 1-16,1 1-3 0,-3 0 2 0,2 0 3 15,-2 3 4-15,2-2-3 0,-2 2 3 0,2-1 0 16,-2 1-1-16,-1-2 3 0,2 3-2 0,-1 0-2 16,1-2-3-16,0 1 0 0,0 0-1 0,1 1-1 15,1 1 0-15,0-4-2 0,-1 4 1 0,-1-1-1 16,1 1-1-16,1 2 0 0,0-3 0 0,-2 1 0 15,0 2 1-15,2 0-1 0,0-1 2 0,0 0 0 0,1-2-1 16,-1 0-1-16,0 2 3 0,3 0-3 0,-2-1 1 16,0-2 1-16,1 3-2 0,1 0-1 0,-1-2 1 15,1-1 3-15,0 3-4 0,-2-4 1 0,2 0 0 16,-1 1 0-16,1-2-1 0,-1 1 1 0,-1 0 1 0,5 1 0 16,-2-2 0-16,1 1 1 0,-1-1-1 15,-1 1-1-15,1-1 3 0,-1 0-3 0,-1-2 2 16,1-1-2-16,-1 2-1 0,0-3 1 0,2 1 1 15,-1 1-1-15,-1-3 0 0,1 1 1 16,-2-1-1-16,0 1 1 0,3-1 1 0,1 0 0 0,-1-1-2 0,0 0 2 16,0-2-1-16,-2-1 1 0,2 1 0 0,-1-2 0 15,1 1-2-15,-2 1 3 0,1 0-3 0,0-3 0 16,1 3 3-16,-1-3-3 0,-1 1 0 0,2 2 1 0,0-3 2 16,-1 0-3-16,-1-1 1 0,1 2 2 0,-1-1-4 15,2 3 3-15,-2-2-1 0,-1 2-2 0,1-2-1 16,-2 0 1-16,1 1 1 0,0 0-1 0,-1-1 1 15,0 0-1-15,0-1 0 0,0 3 2 0,0-1-2 16,-1 1-1-16,0 0 0 0,-1-1-1 0,0 0 0 16,0 2-2-16,-1-1 1 0,3-1-1 0,-4 0 1 15,1 0 0-15,0 1 1 0,1 2 2 0,-2-2-2 16,1 1 1-16,1 2-1 0,-1-2 0 0,-2 1 1 16,3 1 0-16,0-2-2 0,-2 2 1 0,0-1-1 15,1 1 2-15,0 0-2 0,-2 1 2 0,2 1-1 16,-1 1 0-16,0 0 0 0,0 1-1 0,1-2 2 15,-2 1-1-15,3 2 1 0,-2 0 0 0,2-2-1 16,-2 2 0-16,1 0 1 0,1 0-1 0,-1 0 1 16,0-1 0-16,1 1 0 0,1-1 1 0,-2 2-1 15,2-2 1-15,-2-1 0 0,2 1 1 0,-1 0-1 16,1-1 0-16,-2 1 0 0,2-1 0 0,0-1 1 0,0 2-1 0,-1 1-1 16,0-1 0-16,1-1 0 0,0 2 1 0,1 0-1 15,0-1-1-15,-1 0 1 0,1 0 0 0,-3 2 0 16,3-2 0-16,0 1 0 0,0 0 0 0,-3-2 1 15,3 3 2-15,0-1-2 0,3-1-1 0,0-1-1 16,-3 0-23-16,1 2-16 0,2-2-19 0,-2-1-26 16,2 1 59-16,-1-1-49 0,0 1-19 0</inkml:trace>
  <inkml:trace contextRef="#ctx0" brushRef="#br1" timeOffset="34360.9">16053 12973 290 0,'0'-3'172'0,"0"-2"-88"16,0-1-56-16,-1 3 21 0,1 1-25 0,0 1-6 0,0 1-7 15,1-3-8-15,2 1-2 0,-2 2-2 0,1-2 0 16,-1 1 1-16,1-1 2 0,-1 1 2 0,0-2 1 16,-1 2 5-16,2 0 2 0,-2-3 3 0,1 4 4 15,0-1 1-15,1-1 1 0,-1 0 1 0,1 1-1 16,0-1 0-16,-1 2-2 0,1 0-3 0,-1-1 2 15,0 0 0-15,0-1-2 0,0 0-2 0,2 1 3 16,-2-2-3-16,2 2-2 0,-2 0 1 0,0-1-4 16,1 1-5-16,1 0 1 0,-1-4-2 0,1 4-1 15,-1-2-1-15,4 2 0 0,-3-1-1 0,0 0-1 16,2-2 1-16,-1 1 0 0,3 3 2 0,-3-2-2 16,1 0 0-16,-2 2-2 0,3-3 3 0,0 2 3 15,-3 0 1-15,1 1-1 0,0-1-1 0,-2 0 5 16,2 0 3-16,2 1 1 0,-5 0-1 0,1 1 4 15,-2 1 0-15,1-1 0 0,1 3 3 0,-2 1-2 16,0-1-2-16,1 2 0 0,-1-1 0 0,1 0-3 0,-1 4-1 16,-1-2 2-16,0 1-4 0,0 0 1 0,-1-1 0 15,-2 2 0-15,0 1 2 0,1 0 1 0,0-3-2 16,0 3-1-16,-1-2 3 0,2 1-1 0,-4-2-3 16,4 2-1-16,-1-4-3 0,-1 3-1 0,-1 0 2 15,2-3-2-15,-1 4-1 0,0-2 2 0,-1-1-1 0,3-1 3 16,-2 0-4-16,1-1 2 0,0 0-1 0,-1 1 0 15,2-3 0-15,0 2-2 0,-1 0 1 16,0-2 0-16,0 2 0 0,2 0-2 0,-1-2 1 16,2 1 0-16,-1 1 0 0,-1-3-1 0,2 1 1 15,0-2-1-15,0 1 0 0,0-1 2 0,0-1-2 0,0 0 0 16,2-1 0-16,-2 1 0 0,1-1-1 0,0 1 0 0,1-2 1 16,1 0-2-16,0 1-1 0,0-1 1 0,-2-1-1 15,2 1 1-15,0-2-3 0,0 2 1 0,-3 0 0 16,3 2 1-16,-1-4 1 0,0 3 1 0,1 1-1 15,-3-1 2-15,3 2 0 0,-2-1 0 0,0 0 0 16,-1 0 0-16,0 1 1 0,0 0-2 0,0-2 0 0,-2 2 0 16,2 0 1-16,0-1 1 0,0 1 0 0,0 0-1 15,0 0 0-15,0 0 1 0,0 0 0 0,0 1-1 16,0 1 0-16,-3-2 0 0,3 0 0 0,-1 0 2 16,0 0-4-16,0 1 2 0,-2 0 0 0,3-1 0 15,0 1 0-15,0-1 0 0,0 1-1 0,1-1-1 16,-1 1 2-16,2-1 1 0,-2 0-1 0,0 0 0 15,0 0 0-15,0 0 3 0,0 1-3 0,0-1 2 16,0 0 1-16,0 0-3 0,1 0 4 0,-1 0 1 16,1 0 0-16,-1-1-2 0,0 1 1 0,0 0 1 15,0 0-2-15,0 0 2 0,0 1-3 0,-2-1 0 16,2 0-1-16,-2 0 0 0,2 0 1 0,-1 0-1 16,1 1 0-16,-1-2 0 0,1 1 0 0,-1 0 0 15,1 0 0-15,0 0 2 0,0 0-2 0,0-1 0 0,0 0-1 0,0 2 0 16,0-1 0-16,0 0 0 0,0 1 0 0,-2-1-1 15,2 0 2-15,0 1-1 0,0 0 0 0,-2-1 3 16,1 0-1-16,-2 0 3 0,3 0 0 0,2 0 0 16,-4 0-1-16,2 0 3 0,0 1 1 0,-1-1-1 15,1 0 2-15,-1 2-3 0,1-1 0 0,-1 0-1 16,1 2-1-16,-1-2-1 0,1 1-1 0,0 0 0 16,-1 1-2-16,-1-1 0 0,1 0 0 0,1 0 1 15,-1 0-1-15,0 1 0 0,-1 0 1 0,1-2-1 16,0 1 2-16,1 1-2 0,-1 0 0 0,0-3 0 15,0 3 2-15,1-1 0 0,0 0-1 0,0 2 1 16,-2-2-1-16,1-1 1 0,0 1-1 0,1 2 2 0,0-1-2 16,0 1 0-16,-2 0 0 0,2 0-1 0,-1 0 2 0,1 2-1 15,-2-2 0-15,1 0-1 0,0 4 2 0,-1-1-3 16,1-2 1-16,0 4 0 0,1-2-1 0,-1 1 1 16,-1 1-1-16,2-1 1 0,-1 0-2 0,1-1 2 15,0-2 2-15,-2 1-1 0,2 0 1 0,-1 0-1 16,1-2 0-16,-1-1-1 0,1 0 0 0,-2 2 2 15,1-3-1-15,0 3-1 0,-1-2 1 0,1-1-1 16,0 0 2-16,-1 3 2 0,1-1-4 0,-1-1 2 0,1-3-2 16,1 4 2-16,-2-2-2 0,0 2 1 0,1-2-1 15,1 0 0-15,0-1 2 0,-1 1-2 16,1 0 3-16,-1-1-1 0,1-1 2 0,0 0-2 16,0 0 2-16,0-1 0 0,0 0-2 0,0-1 1 15,0 1 0-15,0-2-1 0,0 3 0 0,0-4-1 16,0 2-1-16,1-2 0 0,0-1 0 0,0 1 0 0,1-3 0 15,-1 5-1-15,1-5-1 0,-2 1 0 0,2 1 1 16,-2-1 1-16,1 0-1 0,0 2-2 0,-1-4 1 16,0 1-2-16,0 1 2 0,1 0-1 0,-1 1 1 15,0 0-1-15,0-1-1 0,0 3 0 0,0-1 2 16,2 0 0-16,-2 0 0 0,2 0 0 0,-1 1 0 0,2 0 0 16,-3 0 2-16,1-1-1 0,0 2-1 0,1-1 0 0,-1 1 0 15,3 0 0-15,-3 0 1 0,2 2 0 0,-2-3-3 16,2 1 2-16,0 1 0 0,0 0 0 0,-2 1 2 15,1-1-1-15,-1 0 0 0,2-1 1 0,0 2 0 16,-3 0 0-16,2-1-1 0,-1 1 1 0,0-2-3 16,1 2 2-16,-2 0 0 0,1 0-1 0,1 0 0 15,-1 2 0-15,2-1 2 0,-3 0 1 0,1 1 1 16,1 0-2-16,-1 0 0 0,0 3 1 0,2-2 2 16,-3 0-3-16,1 2 1 0,-1-3-1 0,1 3 3 15,-1-1 1-15,0 0-4 0,2 0 2 0,-2 0 1 16,0 0 3-16,1 1-5 0,1 3 3 0,-2-3-2 15,1 1 2-15,0-2 0 0,1 3 0 0,-1 0 0 16,0-3-1-16,1-1 1 0,-2 1 0 0,2 1-2 16,-1-2 0-16,1 1 2 0,-2-2-1 0,2 0-1 15,-1 1 0-15,-1 2 0 0,1-2 0 0,0 1 3 16,1 1-2-16,-2 1-2 0,3-1 2 0,-2 0 0 0,0 1-3 16,1-3 4-16,-1 1-1 0,-1 1-1 0,0-3 0 15,3 2 0-15,-3-2 1 0,0 1-2 0,0-1 2 16,0 1-1-16,3 0-2 0,-2 0 2 0,0-2 0 15,0-1-1-15,-1 2-1 0,2 0 1 0,-1-1 2 16,0-1 0-16,-1 1 0 0,0-1-2 0,-1 1 1 16,1-1 0-16,0 0 1 0,0 0-1 0,0 0-1 15,0 0 0-15,0-1-4 0,1-1-8 0,-1 1-4 16,2 1-8-16,-1-4-24 0,2-1-13 0,0 1-17 16,-1 2-20-16,0-5-72 0,0 2 117 0,0-2-76 15,3-4-30-15</inkml:trace>
  <inkml:trace contextRef="#ctx0" brushRef="#br1" timeOffset="35712.68">16374 12942 272 0,'-1'-5'161'0,"-1"-1"-76"0,2 2-56 15,0 1 14-15,2 1-7 0,0 1-8 0,-2-1-18 16,1 1 0-16,1 1 2 0,-1 0 3 0,1-3 8 16,-2 2 2-16,0 1 0 0,0-1 1 0,-2 1 1 0,1-2-6 15,-1 0-2-15,1 2-1 0,1 0-9 0,-2-1-1 16,0-2 1-16,1 3-2 0,1 0 2 0,-1 0 1 15,-1 0 2-15,1 0 0 0,1 0 3 0,-3 0 1 16,0 0 0-16,1 0-2 0,0 0-1 0,0 0 1 16,-2 0-4-16,1-1-1 0,1 1-2 0,0-1-1 15,0 1-1-15,2 1-1 0,-4 0 0 0,4 1 0 16,0-1 1-16,-1 0 1 0,-2 0 1 0,1-1-1 16,0 3 0-16,2-3 2 0,-2 0 1 0,0 1-2 15,1 3-2-15,0-3-2 0,3 2-1 0,0-1 0 16,-2 1 2-16,-4 0-3 0,4-1 0 0,-1 1-1 0,0-1 0 15,1 2 1-15,-4-1 0 0,4 0-2 0,3 0 1 0,-3 2 1 16,1-2-3-16,2 3 0 0,1-3 2 0,-1 1 0 16,-1-2-1-16,-1 2 1 0,1-2 1 0,2-1-1 15,-3 0 3-15,-1 0 1 0,4 0-4 0,-2-1 1 16,3 0 4-16,-2 0-2 0,0 0-2 0,-1-1 0 16,4 1 0-16,-4-2 2 0,4 1 1 0,-4-1-1 15,1-2 0-15,1 1-2 0,-1 0 2 0,1 0-2 16,-1-2 2-16,-2 1-4 0,2-2 0 0,-1 3-2 15,0-1-5-15,1-1-1 0,-1 1 0 0,1-1 2 16,0 2-1-16,-3 0-2 0,1-3 2 0,0-1 3 16,0 2 2-16,0-2 1 0,0 3 0 0,1-2 0 0,-2 4-2 15,0-3 4-15,1 2 0 0,0 3-1 0,-1 0-2 16,0-1 1-16,0 1 1 0,0 0-2 0,0 0 0 16,0 0 1-16,1 0-1 0,-1 0 0 0,2 1 1 15,-1 0 0-15,1 1-2 0,-1-2 2 0,2 1 2 16,-2-1 0-16,2 3 0 0,-3-3 0 0,2 0-2 15,-1 0 2-15,1 2 2 0,0 0-1 0,0 0-1 16,-1-1 0-16,1-1 0 0,-1 2 0 0,1 1 0 16,-1-3 0-16,2 1 0 0,-2-1 0 0,0 1 1 15,1 0-1-15,-2 1 1 0,1-2 1 0,-1 1 1 0,0-1-3 0,0 0 3 16,0 2 2-16,-1-2-3 0,1 0 4 0,-2 3-2 16,2-2 4-16,-2 3-1 0,0-2 1 0,1 2 0 15,-1 0 1-15,1 0 1 0,-2 1-1 0,1-1-1 16,-2 2-1-16,3-2 1 0,-2 0 1 0,0 3-2 15,-1 1-4-15,2-2 3 0,-2 4-1 0,3 0 1 16,-1 0-2-16,-2-1-1 0,1 1 1 0,1 3 1 16,-2 0 3-16,1-3 0 0,-1 4 3 15,2-2 1-15,-1 2 3 0,0 1 4 0,1-1-1 0,-1 0 2 16,-1 0 2-16,2 1 0 0,-2 2-1 0,1 0-1 16,-2 0-3-16,1-2-1 0,-2 1-4 0,2 3-1 15,2-2-2-15,-3-1-1 0,3-2-2 0,0-1 0 16,-1-2-2-16,0 0 2 0,2-2 1 0,0-2-2 0,-2-1-1 15,0-1 0-15,1-1 1 0,0 0-1 0,2-1 0 16,-1 0-2-16,0-1-1 0,1 0-1 0,0-1-9 16,0 0-13-16,1 2-17 0,-1-3-21 15,3 4-91-15,-2-3 116 0,4 1-74 0,1 2-48 0</inkml:trace>
  <inkml:trace contextRef="#ctx0" brushRef="#br1" timeOffset="36298.53">16456 13314 472 0,'-4'-6'256'0,"2"1"-150"0,-1 1-77 16,1-1 70-16,2 2-98 0,0 3 6 0,0 0 6 15,0 0 6-15,-1-1 7 0,1 0 9 0,-2 1 4 0,-1 0 9 16,1 1 3-16,0-1-5 0,-2 0-4 0,1 2-3 15,0 1-5-15,0 1-7 0,0-2-3 0,0 1-9 16,0 1-1-16,2 2-3 0,-1-1-2 0,1 3-3 16,-3-4-2-16,3 2-1 0,-1 2 0 0,-1-2 1 15,3-2-1-15,-2 2 0 0,1-4 0 0,-1 1 0 16,2 2 0-16,-1-3-1 0,1 1 1 0,0 2-1 0,0-2 0 16,0 1 0-16,0 0 0 0,1-2-1 0,1 1 0 15,-1 0 2-15,0 0-3 0,0-1 0 0,2 0 2 16,-1 1-1-16,2 1-1 0,0-2 1 0,-3 0-1 15,2 1 1-15,1-2 0 0,-2 1 0 0,2 2-1 16,-2-3 1-16,3 0-1 0,-3 1 0 0,1-1 1 16,1 1-1-16,-2-2 2 0,2 3-2 0,-2-3 0 15,2 0 0-15,-2 1 3 0,1-1-3 0,0 0 0 16,1 0 0-16,-2 1 0 0,1-2-1 0,0 0 1 16,0-1-2-16,-1 1-1 0,0-2 3 0,-1 3-2 15,0-3 1-15,-1 2 0 0,1-3 1 0,0 3 0 16,0 0 0-16,-1-3-1 0,0 3 1 0,1-1-1 15,1-2 0-15,-2-2-2 0,0 4-2 0,0-3 0 16,-3 1 0-16,3 2 2 0,-1-3-2 0,-1 0 3 16,0 1-2-16,2 1 1 0,-2-2 3 0,0 0-1 15,-1-1 1-15,1 4-3 0,0-4 0 0,0 2-3 16,0 2 0-16,-3 0 0 0,3 0-5 0,-2 1-1 16,-1 0-4-16,0 0 0 0,2 2 0 0,-3-1-4 0,-1 0-2 15,2 1-4-15,-3 0 2 0,4-1-8 0,-5 0-4 16,3 0-5-16,-2 0-10 0,1 5-28 0,0-3-19 15,0-1-26-15,2 2 78 0,0 2-55 0,1-1-22 0</inkml:trace>
  <inkml:trace contextRef="#ctx0" brushRef="#br1" timeOffset="41560.25">12147 13533 112 0,'1'0'79'0,"-1"0"-13"0,0 0-27 0,0 0 19 16,1-1-4-16,-1 1-5 0,2-1-3 0,-2-3-4 15,1 3-2-15,-1 0-9 0,1-2-5 0,1 3-4 16,-2-1 1-16,0-1-8 0,1 1-4 0,1 1 0 15,-1 0-4-15,0-2-2 0,-1 1 1 0,0 0 1 16,2 0-2-16,-2 1-3 0,0-1 3 0,0 0-3 16,0 0 3-16,0 0-2 0,0 0-1 0,0 1-1 15,0-1 2-15,0 1 3 0,0-2-2 0,-3 2 9 16,3-1 2-16,-1 1 5 0,0-1 5 0,0 0 5 0,0 0 9 16,-1 0-1-16,1 0 2 0,1 1-8 0,-1 0 2 15,-1-1-3-15,1 0-4 0,1 0-3 0,-1 0-10 16,0 1 0-16,1-2-3 0,-1 1-1 0,1 1-3 15,0-1-4-15,0 1 1 0,0 0-3 0,0 0 0 16,0 0-1-16,0 0 1 0,1 0 0 0,-1 0-1 16,0-1 2-16,0 1-1 0,0 0 2 0,0-1 0 15,1 1 0-15,-1-1-1 0,1 1 2 0,-1-1 0 16,1 1 2-16,-1-1-1 0,3 1-1 0,-3-2 3 16,1 2 0-16,1 0-3 0,-1-2 4 0,-1 2-1 15,1-1-1-15,0 1 0 0,-1 0 1 0,1 0-3 16,-1-1 0-16,1 0 2 0,-1 1-5 0,0-1 0 15,2 1 1-15,-2 0-2 0,0 0 1 0,1 0 0 16,-1 0 1-16,2 0-2 0,-2 0 3 0,2 0-1 16,0 0-1-16,0 0 1 0,1 0 0 0,-1-1-1 15,0 0 0-15,1 1-1 0,0 0 0 0,1 0 1 0,-2 0-1 16,1-1 0-16,2 0 0 0,-1 2 0 0,0-1-1 0,0-1 1 16,0 0 0-16,3 1-1 0,-1-1 1 0,-1 1 0 15,0 0 0-15,1-2 0 0,-1 2 0 0,-1 0 0 16,3 0 1-16,-4 0-2 0,3 2 2 0,-3-2-1 15,1 1 0-15,0-1 2 0,-1 1-2 0,1-1 1 16,0 1 0-16,-2-1 0 0,0 0-1 0,1 1 1 16,-1-1-1-16,1 0 2 0,0 1 0 0,-3-1 0 15,2 0-2-15,-1 0 2 0,0 0 0 0,-1-1 0 16,0 1-2-16,1-1-1 0,-1 1 2 0,3-1-1 16,-3 0 1-16,0 1-1 0,0 0 1 0,0 0 1 15,0 0-1-15,0 0 2 0,-1 0-3 0,1 0 4 16,0 1-2-16,0-1 2 0,0 0 0 0,0 0 0 0,0 0 5 15,-2 0 1-15,2 0 1 0,-1 0-1 0,0 0 4 16,-1 0 1-16,1 0 1 0,-2-1-3 0,0-2 0 16,0 3-1-16,1-2 1 0,-1 1-2 0,-1 0-3 15,1-1-1-15,1 1-1 0,0 0 1 0,-2 1-3 16,0-1 1-16,1 1 0 0,-2 0-1 0,1-2 2 16,0 2-3-16,-1 0 3 0,0 0-1 0,2 0 2 15,-3 0-1-15,2 0-1 0,-2 2 2 0,1-1-2 16,-2 0 2-16,1 0-2 0,0-1 0 0,-2 0-1 15,1 1 1-15,0-1 1 0,1-1-1 0,-2 1 3 16,1 0 0-16,2 0-2 0,-1 0 4 0,1 0-4 16,0 1 2-16,0-1-2 0,1 0 1 0,-1 0-1 15,1 0-1-15,1 0 0 0,-2 0 0 0,2-1 1 16,0 1-2-16,-2 0-1 0,3-1-1 0,1 1 0 0,-2 0-1 16,3 0 0-16,-3-1-1 0,1 0 0 0,1 1 1 15,1 0 0-15,0 0 0 0,-2 0-1 0,2 0-1 16,-1 0 1-16,1 1-2 0,0-1 1 0,0 0-3 0,0 0 1 15,0 1 1-15,0-1-1 0,1 0 1 0,0 0 1 16,1 0 0-16,1 0-2 0,-1 0 3 0,2 0 0 16,-2 0-1-16,3 0 1 0,-1 1 0 0,1 0 0 0,-2-1 0 15,2 1-1-15,0-1 1 0,-2 0 0 0,1 0-1 16,0-1-1-16,0 0 2 0,-1-1-1 0,1 2 1 16,0-1 0-16,0-1 1 0,1 1-1 0,-1-1 1 15,-1 1 1-15,2-1-2 0,-1 1 2 0,-2-1-1 16,2-1 1-16,-3 2-2 0,0-1 0 0,2 1 1 15,-1-1 0-15,-1-1-1 0,0 0 1 0,1 2 0 16,0 0 0-16,-2 1 0 0,2-1 1 0,-2 1-2 16,0 0 0-16,0 0-2 0,2 1 1 0,-2-1 0 15,1 0 0-15,0-1 0 0,0 1-2 0,2 2-12 16,-2-2-16-16,2 2-20 0,-1 0-28 0,1 2-139 16,3 0 169-16,-3 4-107 0,2-1-70 0</inkml:trace>
  <inkml:trace contextRef="#ctx0" brushRef="#br1" timeOffset="44913.21">10665 13381 58 0,'0'-4'60'0,"0"2"-8"15,0 0-23-15,-1-1 19 0,1 1-6 0,1 0 3 16,-1 0 2-16,-1-2 0 0,1 3-4 0,0-3 9 16,-1 0 2-16,-2 3-3 0,1-4 5 0,-2 1-3 15,3 3-5-15,1 0 0 0,-1-3-4 0,-2 3-12 16,2-2-1-16,0 1-2 0,0 2-7 0,0-2-6 16,0 1-1-16,1 0-4 0,0 0-1 0,-2 0 0 15,2 0-3-15,-1-3 1 0,-2 1 2 0,2 2 1 16,-2-1-1-16,3 1 2 0,0-1 2 0,-2 1 0 15,2 1 0-15,0 0 0 0,0-1-2 0,0 1-2 0,0-1-2 16,-2 1 1-16,2 0-3 0,0-1-2 0,0 1 0 0,0-1-4 16,0 1 1-16,0 2 0 0,-2-1 0 0,2 0-1 15,0-1 0-15,-2 4 0 0,2-1 2 0,-1-1-2 16,1 3 1-16,0-4 2 0,-2 1-1 0,0 0 3 16,0 5-2-16,2-6 1 0,-1 3 0 0,1 2 0 15,-1-1 2-15,1-1-1 0,0 3 0 0,0-3-2 16,-2 0 1-16,1 1-3 0,-1-2 0 0,1 3 2 15,0-2-2-15,1 0-1 0,-1 1 0 0,1 2 0 16,0-2-1-16,1 1 2 0,1-1 0 0,-2-1 1 16,0 1 0-16,0-1 2 0,0 0 0 0,0 0 2 15,0 0 1-15,-2-1 0 0,2 3-2 0,0-3 0 16,1 3-2-16,0-2 0 0,1 2 0 0,-1-1 0 16,2 0 0-16,-2 1-1 0,-1-2 1 0,3 4-1 0,-2 0 1 15,0-1 0-15,-1-1 0 0,0 0-1 0,0 4 1 16,1-2-1-16,-1 1 0 0,0-2 1 0,0 0 2 15,0 2-3-15,1-1 1 0,-1-1 1 0,0-2-2 16,0 1 1-16,2 0 0 0,-4-1 2 0,2 0-3 16,0-1 2-16,-4-1 0 0,4 1-1 0,0 0 1 15,-1-1 1-15,1 0-2 0,1 2-1 0,-1-2 0 16,0 1 0-16,3 1-1 0,-4-3 1 0,1 1 0 16,-1-2-1-16,2 2-1 0,-1-3 2 0,0 4 1 15,1-2 0-15,-1-3 2 0,3 1 1 0,-2 0 3 16,-1-1 3-16,3 1 1 0,-3 0 2 0,-2-4 1 15,2 4-1-15,0 0-1 0,0-1-2 0,0 1-2 16,-2-2-2-16,0-1 0 0,2 1-2 0,0 1-2 16,0-2-1-16,-1 1 0 0,1 1 2 0,1-1-2 15,-1-4-2-15,-2 3 2 0,2 0 0 0,1-2 2 16,0 1 0-16,-1 0 1 0,-1-2 1 0,1 2 0 16,-1-3 2-16,1 3-1 0,0-3 0 0,0 1-3 15,0-2 2-15,0 0-2 0,0 1-1 0,0-1 0 16,0 2-1-16,2-2 0 0,-2-2-3 0,-1 3 2 0,-3 0-2 15,4-1 1-15,1-1-1 0,-1 0 1 0,0 1-1 16,0-2-1-16,0 3 3 0,2-1-2 0,2-2 1 16,-4 2 0-16,1 0 1 0,-1 0-2 0,1 0 0 0,1-1 1 15,-2 1-1-15,1-1 0 0,-1 1 0 0,0 0-1 16,1 1 0-16,-1-1 1 0,1-3 0 0,0 5 1 16,-1-2 0-16,-1 0-1 0,1 1 1 0,2 0-1 0,-2-3 2 15,0 4-2-15,0-3 2 0,-1 1-2 0,1 1 0 16,0 0 1-16,0-2-1 0,1 2 2 0,-1 0-3 15,0 2 1-15,1 0 1 0,-1 0 0 0,-1-3 0 16,0 4-1-16,0-2 0 0,-1 1 0 0,2 2 1 16,0 0-1-16,-1 1 0 0,1-1 1 0,0 2-1 15,0 0 0-15,0-1 0 0,0 1 1 0,0 0-1 16,-2-1 0-16,2 2 1 0,-1 0-2 0,1 0 0 16,-1-1 1-16,1 1 2 0,0-1-2 0,-3 0 0 15,2-1 0-15,5 0-1 0,-4 2 0 0,0-1-1 16,0 0 1-16,2 1-4 0,-2 1 2 0,2 0-27 15,-2 2-14-15,0-2-18 0,0 2-26 0,3 1-106 16,0 2 142-16,3 0-96 0,-2 1-53 0</inkml:trace>
  <inkml:trace contextRef="#ctx0" brushRef="#br1" timeOffset="45891.03">10791 13283 214 0,'0'-4'125'0,"0"1"-55"0,-1-1-41 0,-1 2 24 16,2 0-8-16,0 1-4 0,0-2-5 0,0-1-9 16,0 1 2-16,0 2 0 0,0-4 3 0,2 3-7 15,-1-1 1-15,-1 1 2 0,1 1-2 0,1 0-4 16,-1 0-2-16,-1-5-3 0,0 5-1 0,0-1-1 0,0 2-5 0,1-2 0 16,0-1 0-16,-1 0-3 0,0 2 2 0,1 2 0 15,0-1 0-15,-1-1 0 0,2-1 3 0,-1 2 0 16,-1 1 1-16,0 0 8 0,-1-1 2 0,-1 0 2 15,2 0 0-15,0 2 3 0,-1-2 3 0,1 1-2 16,0-1 2-16,0 0-5 0,0-1-3 0,0 1-4 16,0 1-1-16,0 0-5 0,0-1-4 0,0 1-3 15,-1 2-1-15,1 0-3 0,0-2-2 0,0 1 2 16,0 2-2-16,0 0 1 0,0 1-1 0,0-1 0 16,1 0-3-16,-1 2 1 0,0-2 2 0,1 1-1 15,1 0 1-15,-1 0 0 0,0 1 0 0,0 0 3 16,1-1-1-16,-1-1 1 0,1 3-2 0,0-1-1 15,0 0 0-15,0-2 0 0,0 1 1 0,-2 1-1 0,3 2-1 16,-1-2 1-16,2 0 2 0,-3-1-1 0,-1 1 0 16,3 0-1-16,-2 0 1 0,0-2 0 0,-1 0 2 15,0 0-1-15,0-1-1 0,0 1 1 0,0 2 1 16,0-2 0-16,0 2-1 0,0-2 2 0,0 2-1 16,0 0 0-16,0-2 0 0,0 2 2 0,0-2-4 15,0 1 2-15,0 0 2 0,0 2-2 0,0-5 3 16,0-1-1-16,0 0 1 0,0 4 0 0,0-1 1 15,0 0 1-15,0 0-2 0,0 0 1 0,0-2-2 16,0 1-1-16,1 1-2 0,-1-2 0 0,1 1 0 16,2-1 1-16,-2 2-3 0,1 0 0 0,-2-1 0 15,1 2 0-15,1-2 1 0,0 1 0 0,0 0 0 16,-1 0 0-16,1 0 0 0,-2 0 0 0,3-1-1 0,-2 1 3 16,0 0-1-16,0-1-1 0,0-1 0 0,-1 1 0 15,0 0 3-15,0-1-2 0,0-1 2 0,0 1-2 16,0-2 1-16,2 1-1 0,-2 0 1 15,0 0 0-15,2 0-2 0,0 1 1 0,-2-2 0 0,0 1-2 0,0 0 1 16,0-1 2-16,0 0-3 0,0 1 2 0,0-1-2 16,0 0-6-16,0 0-6 0,0 0 1 0,0 0-7 15,1 0-8-15,-1-1-1 0,1 0-4 0,-1 1-3 16,1 0-2-16,-1 1-1 0,1 0 0 0,-1 0-2 0,0 1-1 16,0-1-2-16,1 1-6 0,1-1-7 0,-1 1-27 15,0 0-17-15,0 0-18 0,2 2 73 0,-2-3-69 16,0 3-28-16</inkml:trace>
  <inkml:trace contextRef="#ctx0" brushRef="#br1" timeOffset="46646.83">10982 13654 340 0,'2'-3'182'0,"1"1"-91"15,-2 0-55-15,-1-3 18 0,2 3-10 0,-2 0 8 16,0 1-10-16,-2 0-13 0,-2-1-1 0,4-1 2 0,0 1 2 15,2 1-3-15,-1-1 0 0,0 1-13 0,-1 0-4 16,4 0-1-16,-2 1-4 0,-2 0-4 0,0 0-3 16,0-1 1-16,0 1-1 0,0 0 2 0,4 0 2 15,-7-2 1-15,3 2 4 0,-1 0 0 0,0 0 4 16,1 0 1-16,0 0-1 0,-1 0 0 0,-1 2 1 16,0-2-3-16,2 0 0 0,0-2 1 0,2 2-5 15,-2 0-2-15,2 0 1 0,-1 0 1 0,-1 0-1 16,4 0-1-16,-7 0-1 0,6 0 1 0,-1 0 0 15,-7-1 1-15,2 1-3 0,2 0-1 0,1 0 0 16,0 0 0-16,0 1 2 0,0-1-2 0,-4 0 2 16,4 2 3-16,2-1-1 0,-4 0 3 0,2-1 1 15,-2 1 3-15,-1-1-1 0,3 0 2 0,-1 1 2 16,-2-1 0-16,1 0 4 0,2 0 1 0,-4 0 2 16,1 0-3-16,6 0-2 0,-6 0-1 0,3 0-3 15,0 0-2-15,-1 0-2 0,-1 0-5 0,2 0-2 0,-4-1-1 16,2 1 0-16,2 0 0 0,-1 0 0 0,2 0-2 0,-1 0 1 15,2 0 1-15,1-1-2 0,0 1 1 0,-2 0 0 16,0-1-1-16,-1-2 0 0,0 1 2 0,2 0-1 16,-1 0 1-16,-1 0-1 0,0-2-1 0,-1 1 2 15,1 1-1-15,4 0 0 0,-4 0-1 0,2-1 0 16,-2 1 0-16,4 0 0 0,-1 2 0 0,-3-1-2 16,3 0 0-16,0 1-4 0,-1 0-7 0,-2-2-8 15,1 0-25-15,-1 1-17 0,4 1-23 0,3 0-35 16,-5-2 78-16,1 0-61 0,1 2-16 0</inkml:trace>
  <inkml:trace contextRef="#ctx0" brushRef="#br1" timeOffset="48027">11216 13225 217 0,'0'-4'117'16,"0"-1"-62"-16,0 1-32 0,0 0 17 0,1 1-6 15,-1-2 1-15,0 3-2 0,1 1 4 0,-1-3 7 16,0 2 5-16,0 0 0 0,-1 0-2 0,1 1-2 16,0-1-5-16,-3 0-8 0,2 0-5 0,-1 1-13 15,1-1-5-15,1 1-3 0,-1 1-1 0,1 0-3 16,0 1 0-16,-2 0 3 0,2 1-3 0,-1-1 6 16,0 2 1-16,-1 0 5 0,1-1 0 0,-1 0 4 15,0 2-1-15,0 0 1 0,0-2-1 0,-1 2-1 16,0 1-3-16,1 0-1 0,-1 0 1 0,0 0-6 15,0 1 1-15,-1-3-2 0,3 5 1 0,-1-4-1 0,-1 3 1 16,0-1-1-16,2 1 0 0,-3-1 1 0,1 2 0 0,1 0 0 16,0-2 1-16,0 0 0 0,0-1-1 0,1-1 1 15,-1 2 0-15,0-1 1 0,1 1 0 16,0-3-2-16,0 3 0 0,1-1-1 0,-2 2 1 0,1 0 0 16,0-1-2-16,1 0-3 0,0 2 2 15,-2 0 0-15,2-3 0 0,0 3-3 0,0-2 0 0,0 1 0 16,0 0-1-16,0 0 0 0,2 1 0 0,2-2 0 15,-4 2 0-15,0-1 0 0,0-2 1 0,2 3-1 16,-2-3 2-16,1 1 1 0,-1-1-1 0,2-1-2 16,0 1 0-16,-1-1 1 0,0 1 0 0,0 0-1 15,1 1 1-15,-1-3 0 0,1 1-2 0,-1 2 1 16,0-2 2-16,2 0-2 0,-2-2 0 0,1 0 0 0,0 1 0 16,0 1-1-16,1-1 2 0,-1 0 1 0,-1-1-2 0,3 2 0 15,-3-2 1-15,1-2 0 0,2 1 0 0,-1 1 0 16,-1-2 1-16,2 0-2 0,-2 1 3 0,1-1-2 15,-2 0 0-15,3 0 2 0,-1 0-2 0,-2 0 3 16,2 1-4-16,-2-1 2 0,1-1-1 0,1 1 3 16,-3 0-2-16,1 0-2 0,0-1 3 0,0-1-2 15,-1 1 1-15,3 0 0 0,-3 0-1 0,2-2 1 16,-2 2-1-16,1-3 1 0,-1 4-1 0,1-1 2 0,-1-1-1 16,0-1 1-16,2 3-1 0,-2-2-1 0,0 2 0 15,1 1 1-15,0-2-1 0,1-1-1 16,0 1-1-16,-1 1 1 0,0-3 0 0,1 0 0 15,0 0 0-15,-1 0-2 0,0 1 3 0,1-2 1 0,-2 1 1 16,1 2-3-16,0-3 0 0,0 0 3 0,-1 1-2 16,1 1 2-16,0-1-1 0,-1 0-2 0,2 1 1 15,-1-2-1-15,0 3 2 0,-1-1-2 0,0-1 0 16,0 1 0-16,2 0-2 0,-2 0 4 0,0 0-1 16,-2 1 2-16,2-2-3 0,0 1 2 0,0 1 0 15,-1-1-1-15,1 1 2 0,-1-1-4 0,1 0 1 16,-3 1 1-16,2 0 0 0,0-1 0 0,0 2-1 0,-2 0 0 15,2-1 1-15,-3 0 0 0,1 0 0 0,3 1-1 0,-2-1 0 16,0-1-1-16,-2-1 2 0,3 1 1 0,0 2-3 16,0 0 1-16,-3-2 0 0,2 1-1 0,1 1 1 15,-2 0 0-15,1 0 0 0,0 0-1 0,-1 0 0 16,2 0 0-16,-3 0 0 0,3 0 0 0,-1 0-2 16,0 1 2-16,2 0-1 0,0 0 0 0,-1-1 0 0,0 2 2 15,0 1-2-15,-1-2-1 0,1 2 0 16,1 0 0-16,-1 0 2 0,1 1-2 0,0 1 2 15,0-1-2-15,0 1 3 0,0 2 0 0,0-3 0 16,0 1 1-16,1 1-2 0,-1-1 1 0,0 0-2 16,0-1 2-16,0 1 0 0,1-2 0 0,1 1 0 15,-2 1 0-15,0-2 0 0,0 0 0 0,0 2 1 0,1-1-1 16,0 1 0-16,0 1-3 0,-1-2-5 0,2 1-12 16,-1 0-8-16,1-1-9 0,-1 2-13 0,2-1-33 15,-1 0-17-15,1-2-22 0,0 0-23 0,1 0 91 16,-2-1-64-16,4-2-13 0</inkml:trace>
  <inkml:trace contextRef="#ctx0" brushRef="#br1" timeOffset="49192.43">11350 13284 75 0,'-1'-1'114'0,"0"0"-11"0,-1-1-39 16,2 1 30-16,-2-1-5 0,1 1-1 0,-2-1-10 15,2 0-5-15,-1 0 1 0,1-1-6 0,1 2-14 0,0-1-5 16,0-2-3-16,-2 2-5 0,2-1-14 0,0 2-3 16,0 1-4-16,0-1 1 0,0-1-5 0,0 2-1 15,0-2-6-15,0 1 0 0,0 1 0 0,0-2-1 16,0 1-2-16,0-1 1 0,0 1 1 0,0 1 0 16,0 0 0-16,0 0-2 0,2 0 3 0,-2 0-3 15,0-1 2-15,0 1-3 0,1 0-2 0,-1 0 0 16,0-2-2-16,2 2 2 0,-2-1-3 0,0 1 1 15,1 0-1-15,2 0-1 0,-2 0 2 0,1 3-1 16,0-2 0-16,-1 0 0 0,2 1-1 0,-2 0 1 16,2-1-2-16,-2 0 2 0,1 0 0 0,2 4-1 15,1-3 1-15,-4-1-1 0,3 1 1 0,-1 2-2 0,3 0 1 16,-2-1 1-16,-2-2 0 0,2 3-1 0,-4-2 0 16,5 2 1-16,-1-1 0 0,-2 4 0 0,1-4 2 15,0 4-3-15,1 0 1 0,-2-1 1 0,2 1 0 16,1 0-1-16,-1-1 0 0,-1 1 2 0,-3 0-2 15,1-2 1-15,-1 2-1 0,4 2 0 0,-2-2 0 16,-2 0 2-16,0-2-2 0,0 2 2 0,3 0 1 16,-2-1 0-16,-1-1-2 0,1 2 3 0,-1-1-1 15,0 0-2-15,1 2 3 0,0-4 0 0,-2 3-3 0,1-1 3 16,0-1-1-16,0 0-1 0,-2 0 1 0,2 0-2 16,-2 1 1-16,2 0-2 0,0 0 2 0,0 1-2 15,0 1 0-15,-2-3 0 0,2 4 0 0,2 0 0 16,-2 1 1-16,0 0 0 0,0-3-1 0,-4 2 2 15,2 1-2-15,4-1 3 0,0-1-1 0,-2-1-1 16,0 0 1-16,-2-3-2 0,0 3 1 0,2-3 1 16,-4 0 1-16,0 0-3 0,0-1 1 0,1 0 3 15,-1 0-1-15,3 1 2 0,1-1-2 0,-1-1 2 0,-3-2 0 16,4 1 1-16,-3 0 2 0,3-1-5 0,-1 0 3 16,1-2-1-16,-4-2 0 0,2-1-4 0,2 2 1 15,4-1-1-15,-4-4-7 0,0 0-3 0,2-1-3 16,-4-1-3-16,4-1-7 0,0-1-2 0,-3-1-2 0,0 2-4 15,-1 0 4-15,1 0 2 0,1 2 2 0,1 1 0 16,-1 2 9-16,0 0 4 0,0 0 0 0,0 1 5 16,0 2 0-16,2 0 4 0,-2-1-2 0,1 2 1 15,0 2-2-15,1-2-1 0,0 1 2 0,-2 1-1 16,3 0 1-16,-2 0-3 0,1 0 1 0,1 0 2 16,1 0-1-16,-4 0 1 0,-2 0-4 0,8 1 4 15,-5-1 0-15,0 1 0 0,3 0 1 0,-1-1-3 16,0 2 4-16,2 0-1 0,-1 0 1 0,-1-1 1 15,0 1 2-15,-2-1 1 0,2 1 2 0,1-1 2 16,-3 2 2-16,3-1 2 0,3 1 0 0,-6-1 1 16,2 0 4-16,1 0 1 0,-1 0-1 0,-2 0 2 15,1 0-1-15,0-1-1 0,-3 3-2 0,1-3 0 16,1 2-6-16,2-1-3 0,-3-2 0 0,1 3-3 16,-1 0 0-16,0-2-2 0,1-1 1 0,1 2-1 15,-1 0 1-15,-1 0 0 0,1 0 1 0,1-2-1 0,-1 4-8 16,2-1-8-16,-2-1-10 0,1 3-15 0,-1-2-82 15,1 0 95-15,5 2-59 0,-3 0-41 0</inkml:trace>
  <inkml:trace contextRef="#ctx0" brushRef="#br1" timeOffset="50581.65">11648 13279 322 0,'-2'-6'131'0,"0"4"-94"0,2 3-28 16,0-3 6-16,0 0-7 0,0 1-6 0,0 1 1 15,0-1-1-15,0 0 14 0,0-3 5 0,0-1 2 16,0 5 2-16,-1-1 3 0,-1-1 1 0,0-2-2 16,1 3 1-16,1 0-10 0,0 1-6 0,0-1 0 15,0-2 1-15,0 1-6 0,0 0 0 0,0 2 3 0,0-1 0 16,-1 0-1-16,0-1 3 0,1 2-1 0,0 0 1 0,-2 0 6 16,-2 1 3-16,4-1-1 0,-3 0 4 0,1 0 2 15,-1 1 1-15,1-1-2 0,-2 0-2 0,1 0-3 16,-1 0-1-16,0 0-2 0,-1 1-2 0,3-1-2 15,-3 0-3-15,2 3-2 0,0-2-1 0,0 1-3 16,0-1-1-16,3 0 1 0,-1 0-4 0,0 2 0 16,0 0 0-16,1-3 1 0,0 1 0 0,0 0 2 15,-2 0-3-15,1 4 0 0,1-2 0 0,0-2 2 0,3 3-2 16,-2-2-1-16,0 3 0 0,2-2 1 0,1-2 0 16,-3-1 0-16,3 1 0 0,-1 0 0 0,1 0 0 15,0 0 2-15,-1-1-2 0,1 0 0 0,1 0 1 16,1 1-1-16,-2 0-1 0,1-1-1 0,1 0 1 15,-3 0-1-15,2 0 2 0,0-1-1 0,-1-1 0 16,2-3 1-16,-2 3 0 0,1-3 2 0,0 1 0 16,1 2-1-16,-2-4-1 0,0 1 2 0,1 0-2 15,0 0 0-15,0-1 3 0,-2 2-3 0,0-2 0 16,2 1 0-16,-3 2 1 0,3-2 0 0,-3 2 0 16,0 0 1-16,2 1-2 0,-3-2 2 0,-1 1-2 0,0 1 0 15,0-1 2-15,0 1-3 0,0 0 1 0,0 1-2 0,0-1 2 16,0 2-2-16,0-1-1 0,0 0 2 0,0 0-2 15,0 1-1-15,0-3 1 0,0 2 0 0,0 1-2 16,0-1 2-16,1 1 1 0,-1 0-1 16,0 0 0-16,0 0 1 0,0 1-1 0,0 0 1 0,0 1 1 15,0-2-2-15,1 0 3 0,-1 0-2 16,1 1 0-16,0 1 1 0,0-2 1 0,1 0-2 0,-1 0 0 16,0 2 1-16,1-1-1 0,-1 2 2 0,0-1-2 15,0-1 1-15,0 1 0 0,-1-1 1 0,0 0-1 16,1 0 1-16,1-1-1 0,0 2-2 0,-1-1 3 0,-1 0-2 15,2 2 2-15,-1-1 0 0,1 0 0 16,-1-1-1-16,0 2-1 0,2 0 1 0,-3-2-5 0,1 0 2 16,1 0-4-16,-2-1 1 0,0 1-1 0,1 2-2 15,-1-3 1-15,0 1 3 0,1 0-1 0,-1 3 2 16,0-1 0-16,0 1-1 0,0 2 2 0,-1-1 2 16,0 1 0-16,-1 0-1 0,0 3 2 0,-1 0 1 15,0 0 3-15,0 1 2 0,0-3 3 0,-1 4 7 16,1-1 3-16,-3 1 3 0,2-3 3 0,0 1 5 15,-2-1 0-15,1 0 1 0,0 3 0 0,1-2-3 16,0-1-3-16,-1 1-3 0,0 1-2 0,3-2-5 0,-2-1-4 0,0 2 1 16,1 0-3-16,-2-2-2 0,3 0-2 0,-1 1 0 15,1-1 2-15,-1 1-4 0,0 0 3 0,2-1-3 16,0 0-2-16,-2 2 0 0,2-2 1 0,-1 3 0 16,1-1-1-16,0 0 3 0,0-2-2 0,1 0 0 15,0 1 0-15,0-2 2 0,0 0-5 0,0-1-9 16,2-1-34-16,1 1-27 0,1-1-40 0,-1 1-54 15,4-3 115-15,-2-1-92 0,3 0-33 0</inkml:trace>
  <inkml:trace contextRef="#ctx0" brushRef="#br1" timeOffset="51003.49">11738 13507 370 0,'-5'0'185'0,"2"2"-101"0,-1-1-54 0,-2 1 18 15,4 2-16-15,-2 0 5 0,0 1-7 0,1 1-3 16,-1-1 3-16,0 0 2 0,1 1 9 0,-1 2 1 16,-2-2 4-16,4 0-8 0,-2 0-4 0,2 1-5 15,-2-1-7-15,2 0-4 0,1 1-7 0,-1-2-5 16,1 0 0-16,0 2-3 0,1-1-2 0,0-1 1 15,-1 2 0-15,1-2-2 0,0-1 1 0,0 1-1 16,2-1 0-16,-1-1 3 0,-1 2 0 0,3-2-3 16,-1 0 0-16,0 1 1 0,1-2 0 0,0 1 3 15,-2-2-2-15,2 0 0 0,-2-1 0 0,2 0 3 16,-1 0-3-16,-2-1 1 0,2 0 0 0,0 1 1 0,0-1-3 16,-2 0 2-16,4 0-2 0,-3 1 0 0,1-7 1 15,-2 5-1-15,2-2-2 0,-2-2-3 0,0 0-1 16,1 0-4-16,-1-1-8 0,0 1-4 0,1 0-7 15,1-2-4-15,-2 0-21 0,0-1-9 0,2-2-10 16,0 1-10-16,0 1-22 0,-1-1-17 0,-1 0 73 16,-1 1-54-16,2 2-14 0</inkml:trace>
  <inkml:trace contextRef="#ctx0" brushRef="#br1" timeOffset="58464.53">10510 10556 59 0,'1'8'51'0,"1"-2"-11"0,-2 2-18 0,2-2 11 0,0 1-5 0,-5-3 2 15,2 1-1-15,2 0-8 0,2-2 3 0,-3 2 0 16,0-2 11-16,-2-1 2 0,0 0 4 0,-3 2-1 16,3-3 3-16,-1 0-1 0,1-1-4 0,3 1-4 15,-4 0-7-15,1-1-5 0,3 0-3 0,-1 0-3 16,0 0-4-16,1 0 0 0,-1 0-3 0,-4 0 0 16,4 0-4-16,1 0-3 0,1 0 2 0,-1 0-2 15,-1 0-1-15,-1 0-2 0,1 0 0 0,1 0-1 16,-1 0-4-16,-2 0-3 0,1 0-2 0,1 0-2 15,-2 0-2-15,2 0 2 0,0 0 0 0,0 0 2 16,-2 0 2-16,0 1 6 0,0 1-2 0,1-1 5 16,1 1 2-16,-4-1 0 0,1 3-2 0,1-2 1 15,0 0 4-15,0 1-2 0,2-3 2 0,-2 1-4 16,-2 1 1-16,4-3 1 0,-1 1 1 0,-1 0 0 16,2 0 0-16,-1 2 5 0,0-2-3 0,-1 0 6 15,2 2-1-15,0-2 2 0,0 0-1 0,0 0 1 16,0 0-2-16,-2 0-4 0,2 0 0 0,0 0-4 15,0 0 1-15,-2 0-5 0,2 0 2 0,2 0-1 0,-2 1-2 16,0-1-2-16,2 2-2 0,0 0-18 16,-2-1-10-16,2 1-7 0,0-1-12 0,-2 2-13 0,2-2 39 15,-2 0-34-15,-1 1-1 0</inkml:trace>
  <inkml:trace contextRef="#ctx0" brushRef="#br1" timeOffset="59155.87">10504 11026 328 0,'-1'-6'189'0,"-3"3"-83"16,1 0-55-16,2 0 21 0,0 0 1 0,-2 2-22 16,2-2-9-16,-2 2-11 0,3-1-6 0,-1 2-11 0,0 0-6 15,1 0-2-15,-1 0-5 0,1 0-1 0,1 2 0 16,0-2 0-16,-1 2 0 0,1-2 4 0,-1 0 2 15,1 3-1-15,2-2 4 0,-2 1-1 0,-1 3-1 16,-1-3 1-16,4 1 1 0,-3 2-1 0,0-1-1 16,-4 1 0-16,2 1-2 0,2 2 1 0,0-1-1 15,0 1 1-15,-1 1-1 0,-1-1-4 0,2 1 3 16,1 0-2-16,0 1 2 0,-4-4 0 0,2 2 2 16,-1 3 0-16,-1-4 0 0,3-1 5 0,-3 1-1 15,2-2 2-15,-4 1 0 0,4-1 0 0,0-1-2 0,-3-1 1 16,6 3-1-16,-4-3-2 0,2 1-2 0,-1-2-1 0,2 2 0 15,-1-1 1-15,0 0-2 0,0-2 0 0,-1 0-2 16,1 1 0-16,-1 0 1 0,5 2 0 0,-6-3-1 16,6 1-1-16,-4 1 2 0,0-2-3 0,1 3 3 15,3-1-1-15,-4-1-2 0,-1 0 0 0,3-1 0 16,-2 2-2-16,2-1 0 0,4 1-2 0,-6-1-7 16,0-1-16-16,5 3-9 0,-1-2-13 0,0 0-18 15,-4 0-60-15,0-1 88 0,2 1-61 0,3 3-27 16</inkml:trace>
  <inkml:trace contextRef="#ctx0" brushRef="#br1" timeOffset="59678.81">10547 11641 667 0,'-4'-6'323'0,"2"1"-208"0,3 2-79 16,-1-1 3-16,-1 1-3 0,1 0-8 0,0 2-7 16,0-3-6-16,1 2-15 0,-1 0-2 0,0 0 2 15,1 1-2-15,0 0 0 0,0 1 0 0,2-1 0 16,-1 1 0-16,-2 2 0 0,0-1 0 0,5 1-1 0,-7-1 2 16,2 2 0-16,0 0 1 0,0 1 1 0,0-2 1 15,0 3 2-15,0-1-1 0,0-2 0 0,2 4 0 16,-1-3 0-16,-2 2-3 0,-1 2 1 0,2-1-1 15,-3-2 1-15,0 3-1 0,3 2 0 0,-3-1 0 16,3 0-1-16,0-1 0 0,1 0 2 0,2-2 0 0,-1 3-1 16,-2-2 1-16,-1 1-1 0,0-1 3 0,1-1-2 15,-1 2 1-15,-1-4-1 0,0 3-1 0,1-1 2 16,2-1-2-16,1-2 0 0,0 3 0 0,-2-3 2 16,0 1-2-16,2 2 0 0,-1-4 1 0,-1 1-1 15,0 0-3-15,0-1-3 0,0 1-11 0,3 2-30 16,-3-1-15-16,0-2-28 0,3 3-32 0,-2-1 81 15,3-1-67-15,3 4-19 0</inkml:trace>
  <inkml:trace contextRef="#ctx0" brushRef="#br1" timeOffset="60167.89">10488 12096 801 0,'-5'-2'284'16,"2"0"-221"-16,-5 0-54 0,7 2-4 0,-1-1-7 0,0 1-4 16,2 2 0-16,0 0 1 0,5 1 0 0,-4 3 0 15,1-1 1-15,-1 2-1 0,1 2 5 0,-1-2 0 16,-1 3-1-16,2 0-2 0,-2 1 2 0,2-1 1 15,1 0 3-15,-3 0 3 0,2-2-3 0,2 0 5 0,-1-3-2 16,-2 2 3-16,0 1-2 0,-1-4 0 0,0 0-3 16,4 1-1-16,-4-1 2 0,2 1-4 0,-1 0 2 15,-1-2-1-15,0-1-1 0,5 3 1 0,-4-2 0 16,4 0 1-16,0 2-4 0,-3-2-9 0,3-1-3 16,-2 0-10-16,4 2-5 0,-2-2-32 0,0-1-18 15,0 0-22-15,-1 1-31 0,0-3 87 0,2 2-64 16,3-1-15-16</inkml:trace>
  <inkml:trace contextRef="#ctx0" brushRef="#br1" timeOffset="63240.06">16415 10291 33 0,'0'-1'45'0,"0"0"-7"0,0 0-20 15,-1-1 9-15,1 0-5 0,0 1-6 0,0 0-7 16,0 0-5-16,-1 0-1 0,1 0 0 0,0 0-2 16,0 0 2-16,0 1 2 0,0-1 3 0,0-1 4 15,0 1 0-15,0 0 5 0,0 0 1 0,-1 0 7 16,1 0 4-16,0 1 3 0,0 0 0 0,0-1 4 15,0 1-1-15,0 0-3 0,0 0-1 0,0 0-6 0,1 0-8 0,-1 1 0 16,0-1-1-16,0 0-8 0,0 1 0 0,0 0-1 16,-1 0 0-16,-1 1-1 0,0 1 3 0,2-1-4 15,-2 0 2-15,0 0 1 0,0 0 3 0,1 2 3 16,-1-1-1-16,2 0 3 0,-1-1-3 0,1 2 2 16,-2-2 0-16,2 3-1 0,-2-1-4 0,1 1-2 15,1 1 0-15,-1-1-3 0,0 3 2 0,1-2-3 16,0 5-2-16,0-3 0 0,0 1 2 0,0-1-1 15,0 3 2-15,0-4-3 0,0 2 1 0,0 2 2 0,0-4 1 16,0 3 0-16,0 0 0 0,0 0 0 0,0-2-1 16,1 4 3-16,0-4-1 0,-1-1-1 0,-1-3-2 15,1 3 1-15,0-3-4 0,1 2 4 0,-1-2-2 16,0-2 0-16,1 3-3 0,-1-2 1 0,2 1 1 16,-1 0 0-16,0 1 0 0,0 0-1 0,-1-2 0 15,2-1 2-15,-2-1-1 0,2 1 0 0,0 2-1 16,-1-3 0-16,2 0 1 0,-2-1-2 0,1 2-12 15,-1-1-10-15,1 1-13 0,2 0-17 0,-3 0-18 16,1-1-25-16,0 0 60 0,1 1-50 0,1 0-7 16</inkml:trace>
  <inkml:trace contextRef="#ctx0" brushRef="#br1" timeOffset="63830.71">16408 11059 432 0,'-5'-5'194'0,"3"1"-119"16,0 1-46-16,-3 1 3 0,4-1-1 15,0 4-3-15,-1-1-8 0,2 1-15 0,0 2-5 0,-1-3-3 16,1 0-2-16,1 4 0 0,-1 0-1 0,0-1 1 16,1 1 2-16,-1 3-1 0,0-1 2 0,0 3 2 15,0 0 4-15,-1 0 6 0,0-1 2 0,1 1 9 16,-2-3 3-16,1 2 2 0,0-2 0 0,-1 1 2 16,2 0-4-16,0-3-3 0,0 4-4 0,0-3-7 15,0 2-4-15,0-3 0 0,-1 1-2 0,1 1-2 16,1-2 0-16,1 2 2 0,-2-2 0 0,0 1-2 15,0-2 1-15,2-1-2 0,-2 2 2 0,0-1 1 0,2-2-2 16,-2 1-1-16,0 0 2 0,1 0 0 0,-1-1-2 0,0 2 1 16,0-3-1-16,0 1-1 0,0 0 2 15,0-1 1-15,0 1-4 0,0-1 0 0,1 1 1 0,0-1 1 16,0 0-10-16,2 1-8 0,-2 0-10 0,1 0-12 16,2-1-35-16,-1 1-19 0,1 0-26 0,0-1 72 15,2 0-70-15,-2 2-27 0</inkml:trace>
  <inkml:trace contextRef="#ctx0" brushRef="#br1" timeOffset="64352.54">16482 11709 643 0,'-3'0'290'0,"-1"0"-169"0,-1-2-79 0,1 2 8 15,1-2 0-15,1 1-8 0,0 1-20 0,1 0-10 16,-1 0-6-16,2 4-4 0,0-3-2 0,0 3-2 0,0 1-2 16,0-1 0-16,0 2 0 0,-1 0 3 0,1 2 1 15,-1-1-1-15,-1 0 0 0,1 2-1 0,0-2 2 16,0 1 1-16,0 1 0 0,0 1-1 0,-1-1 0 15,1-2 0-15,-1 4 3 0,0-1 2 0,1-1-3 16,-1-1 4-16,0-1-1 0,2-1-1 0,0 0 1 16,-2 0-1-16,2 0-2 0,-1-1 0 0,0 0 0 0,-1-2-1 15,2 3 0-15,0-3 0 0,0 1-1 0,0 2 0 16,2-3 0-16,-2 1 0 0,1 0 0 16,0 1-4-16,1-3-6 0,-2 0-6 0,2 2-4 0,-1-2-6 15,1 1-11-15,0-5-10 0,1 2-38 0,-1 1-18 16,1-1-14-16,-1 0-30 0,1 3 91 0,1-5-87 15,2 3-31-15</inkml:trace>
  <inkml:trace contextRef="#ctx0" brushRef="#br1" timeOffset="65187.14">16517 12158 588 0,'-3'-4'281'0,"2"1"-158"0,-3-1-73 0,0 0 17 16,3 2-4-16,-2-1-7 0,2 0-30 0,-1 0-10 15,1 1-5-15,1 0-4 0,-1 1-2 0,0-1-1 16,1 1 1-16,0 0 0 0,0 0 3 0,0 1 3 15,-1-3 2-15,1 2-1 0,0 1 0 0,0-1 1 16,0 1-1-16,-1 0 2 0,-1 1-4 0,0 1-2 0,2 2 0 16,-3-1-2-16,1-1 0 0,0 0-2 0,1 4 1 15,1-3-3-15,0 0-2 0,0 2 0 0,-2-2 1 0,0 3-1 16,2-2-1-16,0 1 0 0,0-1 1 0,-2-1 1 16,2 2-1-16,0-1 0 0,0 0-1 0,0 2 1 15,2-2 2-15,-2 0-1 0,1 1-2 0,0 0 1 16,1 0-2-16,-2-1 2 0,2-1 0 0,0 2 1 15,0-1-3-15,1 0 1 0,-2 2 1 0,1 0-4 0,1-1-5 16,-2 1-6-16,2 1-3 0,-1-2-6 0,0 1-12 16,1-2-2-16,-1 0-7 0,2-2-7 0,-3 1-13 15,2 0-4-15,-1 2-10 0,2-3-9 0,-2-1-25 16,-1 2-15-16,2 1 76 0,-1-2-55 0,-1 0-6 16</inkml:trace>
  <inkml:trace contextRef="#ctx0" brushRef="#br2" timeOffset="100021.25">10380 13995 94 0,'0'-1'71'0,"0"-2"-15"0,0 1-21 15,-1 0 19-15,-1 0-1 0,2 0-8 0,0-1-2 16,-1 0 1-16,1 1-2 0,1 1-4 0,-1-1-4 16,0-1-1-16,0 0-3 0,0 3-5 0,0-2-2 0,0 2-8 15,-1-1-4-15,-1-1-2 0,2 1-3 0,-2 1-5 16,2-1-1-16,0 1 0 0,0-1-2 0,0 0 0 15,0 1 1-15,0 0-1 0,0 0 0 0,0 0-1 16,0 0 3-16,0 2-1 0,0-2 1 0,0 1-2 16,0 0 1-16,0 1-1 0,0 0 2 0,2-1-1 15,-2 1 0-15,1-1 1 0,-1-1 0 16,0 2 0-16,1-2 0 0,0 1 0 0,1 0-1 0,-2-1 1 16,2 1 0-16,-1 2 0 0,1-2-3 0,-2 1 3 15,3 0 0-15,-2-2 1 0,1 1-1 0,-1 0 1 16,1-1 1-16,0 0-2 0,2 0 2 0,-1-1-2 15,0 0 0-15,-1 1 0 0,4 0 2 0,-4-2-2 16,1 0 0-16,2 2 0 0,0-3 0 0,-1 3 2 16,0-3-1-16,0 2-2 0,0 0 0 0,2 1 1 15,-4-2 1-15,3 2 0 0,-1-2-1 0,0 2-2 0,2-2 2 16,-1 1 1-16,2 0 0 0,-3 1 1 16,3-1-2-16,-6 0 0 0,5 1 1 0,-1-1 0 0,3 1-1 15,-4-1 0-15,-1 0 1 0,1-1-1 16,1 2-1-16,1 0 1 0,-2-1 0 0,-4 1 0 0,2-1 0 15,-1 1 0-15,4 0-1 0,-3 0 1 16,-2 0 1-16,5 0-1 0,0 1 0 0,-1 0 0 0,-1 1-1 16,2-2 0-16,-5 0 1 0,1 0 0 0,3 1 0 15,-2 0 1-15,1-1-1 0,-1 0 0 0,0 1 0 16,0-1 3-16,1 1-3 0,2-1 0 0,-1 0-2 16,-2 0 2-16,-1 0 1 0,2 0 0 0,0 0-1 0,0 0 0 15,-2 0-1-15,-1-1 1 0,1 1 3 0,3 0-3 0,-3 0 0 16,-1-1 1-16,2 1 4 0,-1 0 0 0,1-1 3 15,-1 0-1-15,0 1 0 0,1 0 1 0,-1 0 2 16,-1 0-1-16,4 0-1 0,-3 0 0 0,0 0-1 16,1 0-1-16,3 0-1 0,-3-2 1 0,1 1 0 15,-2-1-3-15,0 1 0 0,2 0 0 0,-1 0 2 16,-2 0 1-16,0 0 0 0,0 1 2 0,0 0-2 16,0 0-1-16,0 0 1 0,0 0 0 0,0 0-5 15,0 0-1-15,0 0 1 0,0 0-5 0,2 0-2 16,-2 0-1-16,1 0-7 0,-1 1-30 0,0 0-16 15,1 0-26-15,-1 0 59 0,2 2-47 0,-2 1-37 16</inkml:trace>
  <inkml:trace contextRef="#ctx0" brushRef="#br2" timeOffset="101252.45">10348 13911 36 0,'-1'-2'38'0,"1"2"1"15,0 0-16-15,-1 0 10 0,1 0-3 0,-1-1-5 16,0 1 0-16,1 0-5 0,0 0-2 0,0-1-8 16,0 0-3-16,0 0 3 0,0 1-2 0,0 0 0 15,0 0-2-15,0-1 5 0,0 1 6 0,0 2-1 16,1-2 4-16,0 0 2 0,0 0-1 0,0 0 3 16,0-1-1-16,1 0-6 0,-1-1-5 0,0-1-3 15,0 1-2-15,-1 1-4 0,0 0 0 0,3 1-2 0,-1 0-1 16,-2 0 0-16,1-1 0 0,2 2 0 0,-2-1 0 15,0 0 0-15,1-1 0 0,-2 1-2 0,0 0 2 16,0 1-2-16,0 0 2 0,0-1 2 0,1 0-2 16,-1 1-2-16,0-1 2 0,1 2 1 0,0-2-2 15,0 0 1-15,0 0 0 0,3 0-1 0,-3 0 1 16,5 0 0-16,-1 1 0 0,-2-1 0 0,0-1 0 16,3 1 4-16,-3 0-1 0,0 0 1 0,1-2 5 15,0 1 2-15,0-1 2 0,1 2 0 0,1-2 8 16,-1-1-1-16,0 0 2 0,1 1 3 0,-1 2-5 15,0-2-2-15,-1 0-1 0,0-1-3 0,1-1-5 16,-1 3-3-16,2-2-1 0,-1 3-3 0,-3-2-2 16,3 2 1-16,-1 0-1 0,-4 0-1 0,1 2 1 0,2-2-1 15,-2 1-1-15,-1 0-1 0,3 0 3 0,-3 0 0 16,2-1-1-16,4 1 1 0,-6 1 0 0,1-1 1 16,2 1-1-16,-2-2 0 0,1 2 0 0,-2-1 0 15,0 2 0-15,0-3 0 0,0 1-1 0,-2 1 1 16,4-2 1-16,-2 2 2 0,0-2 0 0,2 0-2 15,0 0 2-15,-1 0-1 0,4 1-1 0,-3-1-1 16,-2 0 0-16,2-1-1 0,0 1-1 0,-1 0 2 16,-1 0 0-16,3-1-1 0,-3 1 1 0,1 0 0 0,3 0-2 15,-4 1 3-15,2-1 0 0,2 0-1 0,-4 0 1 0,2 0 1 16,0 0-3-16,-1 0 0 0,-1-1 3 0,3 1-2 16,-2 0 1-16,3 0 0 0,-4 1-2 0,2-1 1 15,1-1 0-15,-1 1 2 0,3 0-2 0,-5-1 0 16,0 1 0-16,2 0 0 0,2 0 0 0,-1-2-1 15,1 2 1-15,-3 0 1 0,-1 0-1 0,2 0 0 16,4 0-1-16,-3 0 1 0,-3 2 0 0,3-2-1 16,-4 0 0-16,1 0 0 0,3 0 1 0,1 0-1 15,-4 0 1-15,2-2-1 0,0 1 1 0,0 1 1 16,2-1 2-16,-2 1-2 0,-2 1 1 0,0-1-2 16,3-1 0-16,-2 1 3 0,2 0-2 0,-3-1 1 15,0-2-3-15,0 3 1 0,2-1 0 0,2 1 3 0,-4-1-3 16,1 1 0-16,-2 0 0 0,1-1 0 0,2 2 0 15,-2-1 0-15,3 0 0 0,-4 0-1 0,0 0 0 16,1 0 1-16,1 0 0 0,1 1 0 0,-2-1-1 16,0 0 1-16,0 0 0 0,0 0 0 0,4 1 2 15,-2-1-2-15,-1 0 0 0,-1 0 0 0,1 0 0 16,0 0 0-16,0 0 0 0,0 0-1 0,1-1-4 16,-2 1-2-16,1 0-6 0,-1 1-11 0,1-1-10 0,0 2-20 15,-1-1 37-15,0 0-26 0,0 0-10 0</inkml:trace>
  <inkml:trace contextRef="#ctx0" brushRef="#br2" timeOffset="103699.08">10286 14342 230 0,'0'-6'100'0,"0"3"-59"16,-3 1-26-16,2-2 4 0,1 3-5 15,0-1-1-15,-2 2-3 0,2 0-4 0,-1 0 2 16,1 0 5-16,0 3 3 0,-2-3 4 0,0 1 8 15,0-1 1-15,0 0 0 0,-2-1 1 0,2 2-3 16,-2 0-2-16,2 1-7 0,-2 0-2 0,1 1-4 0,-1 2-2 16,-1-1 1-16,2 3-4 0,-4-5 0 0,1 2-1 15,3 2 0-15,-3-1 2 0,1 0-4 0,-1-1 1 16,1 3-1-16,-2-4 2 0,3 2-3 0,-2 1 0 16,1-2-1-16,-1 3-1 0,3-2-1 0,-1 2 1 15,0-2-1-15,0 3 0 0,2-1 0 0,0 2-1 0,-3 0 1 16,1-1 0-16,3 1 0 0,-2-2 0 0,0 3 1 15,0 0-2-15,-4-1 0 0,3 0 0 0,1-1 2 0,3 0-1 16,-5 2 0-16,5-3 0 0,-4 2 0 16,4-2 0-16,0 0 2 0,0 0 1 0,0 1-3 0,-2-1 2 15,2-1-1-15,2 0 0 0,1 0 1 16,0-1 1-16,1 1-2 0,2-1 1 0,-1-3-1 16,1 0 2-16,0 0-1 0,-1-1 2 0,3-1-3 15,-2 0 2-15,2-1 0 0,0 1-1 0,1-1 1 0,-1 0-1 16,2-1 1-16,0 0-3 0,-1-2 1 0,0 2 0 15,-1-2 2-15,0 0-3 0,0-2 2 0,-1 1-1 16,-1-1 2-16,3 1 0 0,-5 2 1 0,4-4-2 16,-3 1 0-16,2 0 1 0,-2 2 0 0,-1-3-1 0,0 1-2 15,1 0 2-15,0 1-2 0,-3-1 0 0,2 1 2 16,-2-1 0-16,1 2-1 0,-1 1 1 0,0-2 1 16,-2 1 2-16,0 0 1 0,0-1 3 0,0 1-4 15,0-1 1-15,-3 1 0 0,0 0 0 0,1-1 2 16,0 1-4-16,-1 3 1 0,1-5-2 0,-2 4-2 15,0-1 1-15,0 2-1 0,0-1 0 0,0-1-1 16,0 2 0-16,-3-2 0 0,4 2 0 0,-2 0 2 0,2 1-2 0,0-2 0 16,-2 1 0-16,2-2 0 0,0 3 1 15,1-1-1-15,-3 0-1 0,2-1-1 0,-1 0 2 16,0 1 1-16,2 1-1 0,-2-1 0 0,0 0-1 16,0-1 0-16,0 0 1 0,-1 2-1 0,0 0 1 0,2-1-3 15,-4-2 0-15,3 2 1 0,-2-1 1 0,1 2 0 16,0-2-2-16,0 1-1 0,0 0-1 0,-1-1 0 15,3 0-1-15,-3 2 2 0,3-2-4 0,-2 1 0 16,0 0-2-16,2-1 0 0,-1 1-1 0,0 1-1 16,2 1 0-16,-3-2-4 0,2 1 1 0,1-1-1 15,2 1 5-15,-3 0 3 0,-5-3 0 0,6 0 1 16,0 0 1-16,-1 3 5 0,0-2 1 0,3 1 0 0,-2-2 0 16,-1 1-2-16,3 0 0 0,-3-1 3 0,3 2-2 15,-1-1-1-15,-3 0 2 0,-1-1-1 0,3 0-1 0,2 2-4 16,-1 0 2-16,-2 0-4 0,2-1 1 0,1 1-3 15,1 0 1-15,0 0 0 0,-3-2-1 0,4 1 6 16,0 0 1-16,1 1 0 0,-5-2 1 0,0 0 2 16,2 2 0-16,0-2 0 0,2 2 2 0,-3 0 0 15,1-1-1-15,1 1-1 0,1-2 0 0,1 1 0 16,-1 0 0-16,2 2 0 0,-4-1 0 0,0 0 0 16,1 1 1-16,-1-3-1 0,2 3 0 0,2 0 1 15,-4-3 0-15,0 1-1 0,0 0 1 0,0 2-1 16,0-2 0-16,2 2 4 0,-1-1 1 0,-1 0-3 15,5 1 3-15,-5 0 1 0,5-1-3 0,-3-1 5 16,-1 1 1-16,3 0-2 0,-1-2-2 0,-2 2 1 16,2-1-2-16,2 2-1 0,-4-1-1 0,3-2-1 15,-2 3-1-15,2-1 2 0,0 1 0 0,-1 0-2 16,2-2 1-16,-2 1 1 0,0-1-1 0,3 1 0 16,-2 0-1-16,0 0-2 0,0-2 0 0,0 1 2 15,2 0 0-15,-4 0 0 0,3 0 2 0,-1-1-2 0,0 3 0 0,-1-2 2 16,2 2 2-16,-3-2 0 0,2 0 2 15,-1 0-1-15,3-1 3 0,-4 1 0 0,1-1 2 0,0 0-1 16,1 2-2-16,-2 1-3 0,1-1 0 0,0-1-2 16,0 2-2-16,-1 0 2 0,0 0-1 0,0 0-2 15,0 0 1-15,-1 0 0 0,0 0 1 0,1 5 1 16,0-5-3-16,0-1 0 0,-1 1 1 0,2 3 1 16,-2-1-2-16,1 1 1 0,-1-1 0 0,0-2-1 15,1 2 1-15,-1 2 0 0,0-2 0 0,2 2 1 16,-2-2 2-16,-1 0-4 0,3 2 1 0,-2-3 1 0,0 5 0 15,0-4 1-15,0 0-3 0,1-4-1 0,-1 4 1 16,0-2 2-16,1 0 0 0,-2 5 0 0,1-5-1 16,-1 2-1-16,1-1 4 0,0 2-2 0,-1-3 0 15,0 4 0-15,0-4 0 0,0 0 0 0,-1 1 0 16,0-1 2-16,0 2-2 0,-1 1 3 0,1 0-1 16,0 1-1-16,-1-2 0 0,1 1 0 0,-1-1 1 15,0 3-2-15,0-4 1 0,-2-1-2 0,3 2 2 16,-2 1 2-16,1-2-1 0,2 0 1 0,-2 1-1 15,1-2 1-15,0 1 0 0,-1 1 1 0,1-2 1 16,1 0 0-16,-1 1 1 0,-1-1 3 0,1 0 0 16,-1 0 3-16,2 1-1 0,0-1 2 0,0 0-2 15,-1 0 0-15,1 0-2 0,0 0 1 0,0 0-1 16,-1-1-3-16,1 0 0 0,-2 1-2 0,2 0-2 16,-1 0-1-16,1 0 3 0,-1 0-6 0,1 1 0 0,0 0 1 15,-1 1-3-15,1-2 2 0,0 1 3 0,-1 0-2 16,1-1-2-16,0 0 2 0,0 2-5 0,0-1-4 15,1 0-10-15,0 0-8 0,-1 0-20 0,2 1-20 0,0 1 46 16,-1 0-35-16,0-1-10 0</inkml:trace>
  <inkml:trace contextRef="#ctx0" brushRef="#br2" timeOffset="106627.19">10446 14603 47 0,'2'-4'53'0,"-2"3"-6"0,1-2-16 0,0 2 22 16,-1-2 3-16,0-1-1 0,1 0-7 0,-1 2-2 16,0-3-3-16,1 4-6 0,-1-1-4 0,1 0-13 15,1 1-6-15,-2-1-5 0,0 0 0 0,0 2-5 16,0-2-3-16,1 1 1 0,-1 1-3 0,0-2 1 16,1 2 0-16,-1 0 1 0,0 0-1 0,0-1 7 15,0 1 1-15,-4 0-1 0,4-1 5 0,-1 0 4 16,0 1 3-16,1 0 0 0,-1-1 2 0,1 1-5 0,0 0-2 0,2 0 0 15,-2 0-3-15,-1 0-5 0,1 0-4 0,0 0-2 16,-1 0 0-16,1 1-1 0,-1 1-2 0,0-2 3 16,1 1 0-16,0 0 0 0,0 1 0 0,0-1 1 15,1 2 0-15,-1-3 0 0,-1 1 2 0,1 0-3 16,0 2 0-16,-2-2 0 0,2 0 4 0,0-1 1 16,-4 1 4-16,4 1 7 0,-1-2 3 0,0 0 0 0,0 0 5 15,0 0 5-15,1 0-3 0,-2 0 4 0,2-1-4 16,0 1 0-16,0-1 1 0,-2 0 1 0,1 0-4 15,-2 0-3-15,3 1-1 0,0 0-3 0,-1 0 1 16,0 0-7-16,1 0-3 0,-1 0 0 0,0 0 0 16,1-1-2-16,0 1-1 0,1 0-1 0,-1-1 3 15,0 1 0-15,0-1 2 0,1 1-1 0,-1-1 2 0,-1-2 4 16,-1 2 3-16,0-2 0 0,2 3-5 0,-1-2 3 16,1-1 1-16,-1 3-5 0,1-2 0 0,0 0-1 15,-1 1-5-15,1 1-1 0,-3-1 0 0,3 1-3 16,1 0-1-16,-1 0 1 0,0 0-1 0,3 0 0 15,-1 1-2-15,-2-2 0 0,0 2 0 0,0-1-2 16,2 0-3-16,1 1-6 0,-2 0-10 0,-1 0-36 16,4 2-21-16,-1 0-31 0,-2-2-45 0,1 0 103 0,-1 1-83 15,1 2-54-15</inkml:trace>
  <inkml:trace contextRef="#ctx0" brushRef="#br2" timeOffset="108076.13">10499 14332 169 0,'3'-3'125'0,"-7"-3"-46"0,4 5-45 16,1-1 32-16,-2 0-22 0,0 0-6 0,1 0-6 15,-1-1 1-15,1 1 3 0,0 0 3 0,1 0 0 16,-1-2 3-16,1 2-3 0,3-2-2 0,-2 1-4 16,-2-1-7-16,2 2-11 0,-1 0-3 0,-1 2-3 15,-1-2-6-15,-1 1-1 0,2 1-2 0,0 0-1 16,2 0 0-16,-4 0 0 0,2 0 2 0,0-1 0 15,0 1 2-15,2-2 2 0,-4 2 2 0,2 0 2 16,0 2 0-16,0-2 0 0,2 1-1 0,-2-1 1 16,1 0-2-16,0 2-1 0,-3-2-4 0,2-1 3 15,-3 1 0-15,3 0-1 0,0 0 3 0,0-1 0 0,-1 1 7 16,2 0 3-16,0 0 6 0,-1 0-4 0,0 0 9 16,0-1-3-16,0-1 3 0,0 1-5 0,3 0 0 15,-6 0-3-15,3-1-4 0,0-2-1 0,4 3-4 16,-4-2 0-16,1 1-4 0,0 0 1 0,3 0-4 15,0 1-2-15,-1 1 2 0,2-4 0 0,-2 3-3 16,1-1 0-16,1 0 1 0,-3 0-1 0,-1 0-1 16,0-2 2-16,-1 2-1 0,3-1-1 0,2 2 1 15,-5 0 1-15,7-1-2 0,-1 0 1 0,-3 1 0 16,4 0 2-16,-1-2-3 0,1 4-1 0,-5-2 1 16,4-2 0-16,-4 3-1 0,3 0 0 0,3-2 0 15,-7 2 1-15,1 0 0 0,0 0 0 0,1 2 0 16,-1-1 0-16,1 0 0 0,-1 1 1 0,0-1 2 15,1 1-2-15,-2 3-1 0,-1-2 3 0,2-2-1 16,-2 2 2-16,0 2 3 0,0-4-1 0,-2 3 1 16,1-1 1-16,0 2 0 0,2-1 1 0,-2 2 0 0,-1-2-1 15,0-1-2-15,-1 3-1 0,1-4 1 0,2 3-3 0,-5-2 2 16,0-1-2-16,1 1 1 0,-1 0-3 0,1 1 1 16,0 1 2-16,-1 0-3 0,-2-2 1 0,0 2-1 15,4-1 1-15,-1 1-2 0,-1-2 0 0,-2 3-1 16,3-3 0-16,1 0 1 0,0 1 1 0,3-1-1 15,-4 2 0-15,2-1 0 0,1 0 2 0,1-2-2 0,1 4 0 16,-2-3 0-16,1-1 0 0,-1 0-1 0,5-1 1 16,-4 1 0-16,0-1-1 0,0 2 1 0,0-3 2 15,-2 2-2-15,1 1 0 0,4 0 0 0,-3-2-1 16,0 1 1-16,1 0 1 0,0-1-1 0,2 2-1 16,2-1 1-16,-8-2 0 0,4 0-1 0,1 2 0 15,-2-2-1-15,5 1 0 0,-3 0 2 0,-2-1 0 16,7 2 0-16,-3-1 1 0,-2 0 1 0,1 0-2 15,-3-1 0-15,2 4 0 0,0-3-2 0,1 0-2 16,4 1 3-16,-6-1 0 0,2 0-1 0,2 1 3 16,-2 0-1-16,4 0-1 0,-4 0 2 0,-3-1 0 15,5 2-1-15,2 1 0 0,-4-2-1 0,1 1 0 16,-2-1-1-16,0 2 2 0,1 0-1 0,0-1 0 16,0 1 0-16,-2 0-1 0,4 4 3 0,-1-2-1 15,-1 1 1-15,2-2-2 0,-1 3 0 0,0-1 0 0,-2 1 1 16,1-1 0-16,0 0 0 0,-1 2-1 0,0-1 1 15,1-1 0-15,-3 0 2 0,2 0 0 0,0-1-2 16,-1 1 2-16,0-3 0 0,-1 1-2 0,0-2 0 16,0 0 2-16,-1 0 0 0,1 2 0 0,-1-2 0 15,-2 0 2-15,1 1-2 0,1-1 0 0,-2 0 2 16,1 0-1-16,-1 1 0 0,-1-1 1 0,1-1 0 16,-1 3 0-16,0-4-1 0,0 2 5 0,0-3-4 15,-1 1 1-15,-2 0 1 0,2-1 0 0,1-3-2 16,-3 3 1-16,-1-1 0 0,2 0-3 0,-2 0 1 15,0-1 0-15,3 0-1 0,-6 2-2 0,3 0 0 16,0 0 0-16,-2 0-2 0,1 2 1 0,-2 0 0 16,4-1-1-16,0 1-1 0,-2 1 2 0,-3-1 1 15,4-1-2-15,2 1-4 0,-1 0-4 0,5 0-3 16,-5-1-7-16,2-1-5 0,1 0-8 0,2 4-24 0,0 0-10 16,0-3-16-16,1 4-22 0,-2-3-28 0,3 3 84 15,0-1-61-15,0 2-11 0</inkml:trace>
  <inkml:trace contextRef="#ctx0" brushRef="#br2" timeOffset="109239.56">10837 14323 140 0,'0'0'113'0,"0"-1"-20"16,0 0-41-16,1 0 32 0,-1-1-23 0,2 0-2 16,-2 0-8-16,0-1-6 0,0 2-3 0,0-4-7 15,0 4-4-15,0-2-1 0,0 2 2 0,-2 0-2 16,1-2 2-16,0 1-4 0,-2-1-1 0,2 3-3 15,0-3-2-15,0 1-2 0,0 1-1 0,-1-1-4 16,2 1-4-16,-1 1 3 0,-1-1-2 0,2-2-7 16,-3 2 3-16,2-1-2 0,0 0-3 0,0 1 1 15,0 0-1-15,1 1-3 0,-2-1 2 0,1 1 0 16,0-1 0-16,-1 0-1 0,1 1 0 0,0-3 2 16,0 3 0-16,0 0 1 0,-2 1 0 0,3-1 1 15,-1 3 2-15,-3-3-1 0,3 1 2 0,-1 0 0 16,1 0-1-16,-3 0-1 0,1-1 0 0,0 2-2 15,0-1-2-15,0 4 2 0,-3-4-3 0,2 3 0 16,2 1 0-16,-2-1-1 0,1 1 0 0,0-1 1 16,-1 1 2-16,1-2-3 0,1 1 3 0,-1-1-2 15,-1-1 2-15,3 4 0 0,-1-3 0 0,0 0-2 0,2 3-2 0,-2-2 2 16,1 0-1-16,1 2 0 0,-3-3 0 0,2 2-1 16,1-2 0-16,0 1 1 0,-1 0 0 0,1-1-1 15,0 1 1-15,2 3-1 0,0-3 1 16,2 2 1-16,-3-1-1 0,1 1-1 0,1-1 1 0,1 1 0 15,0-2 1-15,-1 0 1 0,3-2-1 0,-3 1-1 16,2-1 2-16,0-1-1 0,-1-1 0 0,3 0 3 16,0 0-2-16,-2 0 0 0,1-2 1 0,0 0 1 15,1-1-3-15,-2 1 1 0,1-1 1 0,-4-1-2 16,4-1 0-16,1 2 0 0,-4-3 0 0,2 3 2 16,-1-1-1-16,0-1 3 0,0 2-4 0,0 0 0 15,-1-2 2-15,1 2 1 0,-2-2-2 0,0 0-1 16,-1 2-1-16,-1 0 1 0,1 0-1 0,-1 0 0 15,-1 0-1-15,0 1-4 0,-1 2 1 0,-1-2-1 0,0 2-2 16,-1-2-1-16,1 1 2 0,-1 1-3 0,2 0-3 16,0-1 3-16,-1 1-4 0,1-2 3 0,-2 1 3 15,2 1 1-15,2-1-1 0,-1 1 3 16,-1-1 2-16,0 1-1 0,0 0 2 0,1 0 1 0,1 0 0 16,-1 0 0-16,0 0 0 0,0-1 0 15,1-2-1-15,0 2 1 0,0 0 2 0,0 0 0 0,0 0-1 16,0 1-1-16,0 1 0 0,1-1-1 0,-1 2 0 15,0-2 1-15,0 0-2 0,0-1 0 0,-1 1 0 16,1-1-2-16,0 0 4 0,0 1-1 0,0 0 1 16,0 0 0-16,0 1 0 0,0-1-2 0,0 1 0 15,0 0 2-15,0 2-1 0,0-3 1 0,-1 0-1 16,-1 0 0-16,2 0 1 0,0 1-2 0,0 0 2 16,0-1 0-16,0 1 0 0,0 0-2 0,0 0 2 0,0 0-2 0,0-1 2 15,-1 2 0-15,1-1-1 0,0-1 1 0,0 3 0 16,0-2 1-16,0-1-2 0,0 0 1 0,1 1 0 15,-1-1 4-15,0 0-2 0,0-2 0 0,0 2-1 16,0 0-1-16,0-1 2 0,2-1 1 0,-2 2-3 16,0 0-1-16,0 2 1 0,0-2 0 0,0 0 0 15,0 0 0-15,0 0 0 0,0 0 0 0,0 0-2 16,0 0 2-16,0-2-2 0,0 2 0 0,0 0 1 16,0 0-2-16,0 2-4 0,0-2-3 0,0 1-3 0,0 0-5 15,0-1-16-15,0 1-9 0,0 1-14 0,1 0-14 16,-1-1-42-16,0 1 76 0,-1 1-50 15,-1 1-23-15</inkml:trace>
  <inkml:trace contextRef="#ctx0" brushRef="#br2" timeOffset="109947.49">10792 14436 536 0,'0'0'1'0,"0"0"2"0,2-1 0 15,-1 1 0-15,-1-1 4 0,1 0 5 0,1 1 18 0,-1-2 5 16,-1 2 1-16,0-1 3 0,0 1 1 0,0-2 1 16,0 4-4-16,0-2-7 0,-1 1-13 0,1-1-3 15,-1 3 0-15,0-3-1 0,0 2 4 0,-2-1 1 16,1 1 0-16,-1 1 3 0,0-1 1 0,1 0-1 15,0 1-1-15,-2 1-3 0,2-1-2 0,1 1-2 16,0 0-1-16,-2-1-3 0,3 0-1 0,-1-1-2 0,0 2 1 16,1-2-1-16,-3-1 0 0,3 0-2 0,0 0 2 15,-1 1 1-15,1 0-4 0,0 1 3 0,0-2-1 16,2 0-1-16,0 1-3 0,0-1 2 0,-2 2-3 16,3 0 0-16,-1 0 4 0,2-1-4 0,-2 3 0 0,1-1-1 15,-1 0 1-15,1 1 0 0,1-2 2 0,-1 1 1 16,0-1-3-16,0 2 2 0,0-4 0 0,-1 3 0 15,1 1 0-15,-1-2-1 0,1-1-1 0,0 0 1 16,-3 1 0-16,2-1 0 0,0-1-1 0,1 0 2 16,-1-1-1-16,-1 0 1 0,2 1 0 0,0 0-2 15,0-1 1-15,-1 0-1 0,2 1 0 0,-1 0-2 16,1-1-2-16,-1 0 0 0,0 1 0 0,2-1-4 16,-2 0-2-16,1 0 1 0,0 0-3 0,-2-2 1 0,3 1-2 15,0 0 1-15,-2 0-1 0,0 1 3 0,3-1-4 16,-2 0 0-16,-2 0 0 0,0 1 2 0,1 0-2 15,0 0 1-15,-3 0 2 0,2 0 1 0,-3-1 4 16,1 1 3-16,3 0 1 0,-3 0 2 0,1-3 2 16,0 2 1-16,-2 0-1 0,0-1-1 0,1 1-1 15,-1-1 2-15,-1 0 0 0,1-1 0 0,-3-1-2 16,2 2 2-16,1-2 0 0,-2 0 0 0,0 0 0 0,2-1-2 16,-3 1 0-16,3 1 0 0,-2-2 2 0,2 3-2 15,1-1 0-15,0 1 0 0,-2-2-2 0,0 2 2 16,2 0 2-16,-2 0-1 0,2-2-4 0,0 2 2 15,-3-1-2-15,2 2 0 0,-2 0-1 0,3-2-2 16,0 3-4-16,-1 0 0 0,-3 0 2 0,4 0-5 0,-1 1 0 16,-1 0-1-16,1 0-3 0,-2 0-4 0,-1-1-4 15,1 1-7-15,-1 1-17 0,1 0-7 0,0 1-6 16,-1-1-9-16,0 1-28 0,0 0 60 0,1 2-38 16,0-1-8-16</inkml:trace>
  <inkml:trace contextRef="#ctx0" brushRef="#br2" timeOffset="111721.54">11103 14309 170 0,'-1'-3'102'0,"0"0"-47"0,-1 0-33 0,1 2 15 0,1 0-9 0,0-1 2 15,0 1-1-15,-2 0-2 0,2 0 4 0,0 0 4 16,0 1 6-16,0 0 2 0,-1-1 1 0,0-1-10 15,-1 1-2-15,1 0-6 0,-2 0-4 0,3-1-5 0,-3 1-3 16,-2 0-2-16,0 0-2 0,2 1 2 0,-1 0-3 16,0 1 0-16,0 1-1 0,-1-1 0 15,0 1-4-15,1 2 1 0,-2-1-1 0,2 1-3 0,-2 1 1 16,-1-3 0-16,4 2-1 0,-4 2 1 0,0-3-1 16,4 2 0-16,-1-1 1 0,2 0-1 0,-3-1-1 15,1 1 3-15,4-1-2 0,-1-1 1 0,0 0-1 16,1 0 0-16,0 0-1 0,0-1 1 0,0 1-1 15,0-1 0-15,0 2 0 0,4-1-1 0,-3-1 2 16,1 1 0-16,2-2 1 0,-2 2-1 0,4-2 2 16,-2-1-1-16,3 0 1 0,-1-1 0 0,-1 1-3 15,4 0 0-15,-5 1 0 0,2-1 1 0,1 0-2 16,-3 0 1-16,0-1-2 0,0 1 1 0,0 0 1 16,-1-2-2-16,-1 2 0 0,4-1-3 0,-4 0 5 15,0 1-3-15,0 0-1 0,0-4-1 0,2 4 0 0,-1-1 1 16,1 0 2-16,0 0-1 0,0 0-2 0,0 0-3 15,2 0 1-15,-2 1-4 0,1-2-10 0,-2 1-1 16,0 1-5-16,2 0 0 0,-1-2-3 0,0 0 5 16,1 3-2-16,-2-2 6 0,0 2 9 0,1-2 4 15,0 2 5-15,-1-3-1 0,0 3 5 0,-1 0 1 16,-1-1 1-16,2 1 2 0,-1 0-1 0,-2 0 0 16,0 0-3-16,1 0 4 0,-1 0-4 0,0 1 1 15,1 2 2-15,-1-3-2 0,0 2-2 0,-1 0 1 16,0 0 0-16,0 2 0 0,-1-1 1 0,0-2-2 0,-1 3 0 15,1 1-1-15,0-3 1 0,0 2 0 0,-1-2 1 0,-1 2-2 16,1 0 1-16,-1 0 2 0,2 0 1 0,-2 0 0 16,0 0 2-16,0 2 0 0,2-1 3 0,-2 2 2 15,1-4 3-15,-2 3 4 0,0-2 1 0,1-1 4 16,0 3 1-16,0-4 3 0,1 4 2 16,-2-3 1-16,0 2-2 0,1 0 1 0,-1-1 0 0,0 0-2 15,1 2 4-15,-1-3 2 0,0 2 0 0,0-1-2 16,-1 0 1-16,2 2-2 0,1-2-3 0,0 2 0 15,-4-3-9-15,1 0-3 0,2 1-4 0,1 1-3 16,0 0-1-16,-2 1-4 0,1-2 2 0,0 2-4 16,3-1 2-16,-3 1-2 0,2 1-1 0,-4-1 1 15,6-2-1-15,-2 2-1 0,1-2-7 0,0 2-19 16,1 0-15-16,0 0-19 0,-2-3-25 0,2 1 58 16,2 1-49-16,-2-2-17 0</inkml:trace>
  <inkml:trace contextRef="#ctx0" brushRef="#br2" timeOffset="112109.33">11072 14557 237 0,'-4'0'102'16,"1"-2"-68"-16,-1 2-23 0,2 0 2 0,0 0 4 15,2 3 5-15,-2-3 4 0,0 2 9 0,0 0 0 16,0 0 3-16,-2 0 4 0,4 1 3 0,-4-1-2 15,-1-1-3-15,1 2-6 0,1-1-8 0,1 2-1 16,0-2-2-16,2 0-2 0,-2 0 1 0,2 0 0 16,0 2 1-16,0-2-1 0,0 0-2 0,0 0-1 0,0 0 0 15,0 0-4-15,0 1-4 0,-1-2-5 0,1 2 0 16,1 1-3-16,2-2-2 0,-1 2 1 0,3-1 0 0,-2 2 0 16,0 1-1-16,3 0 2 0,-2-2-3 0,2-1 3 15,-2 1-3-15,0-2 2 0,1 1-1 0,-1-1 1 16,3-1 0-16,-3 1 1 0,1-2 1 0,-1 0 2 15,1 0 4-15,-1 0-1 0,0-4 1 0,0 3 5 16,-2-1-1-16,2-1 1 0,-1-2-1 0,-1 1-1 16,0 2 0-16,2-2-3 0,-3-1 0 0,-1-2-6 15,3 3 2-15,-3-1-2 0,0-2-1 0,1 2-2 16,-1-2-1-16,0 2-4 0,-4-1-7 0,4 1-27 16,-1-2-17-16,0 3-29 0,-3 0-31 0,1 1 78 15,0-1-64-15,3 4-22 0</inkml:trace>
  <inkml:trace contextRef="#ctx0" brushRef="#br2" timeOffset="112869.15">10375 14722 128 0,'1'0'95'0,"0"-1"-16"16,-1 1-30-16,0-3 18 0,2 3 0 0,-2-3-3 0,0 1 4 15,0 1-5-15,-2-1-3 0,2 0-14 0,-1-2-6 16,-1 4 3-16,-1 0-6 0,2 4-2 0,-2-4-9 15,1 0-2-15,1 1 0 0,-4 1-4 0,2-1-1 16,1 0-6-16,-3-1-3 0,3 0 0 0,-1 0-2 16,0 0-1-16,2 0-5 0,-2 0 0 0,2 2 2 15,1-2-3-15,0 1 0 0,0-1-1 0,-1 0-2 16,1 4-4-16,0-3-5 0,0 0-11 0,1 0-16 0,1 0-84 16,1 1 96-16,0-1-54 0,0 4-45 15</inkml:trace>
  <inkml:trace contextRef="#ctx0" brushRef="#br2" timeOffset="119439.22">15956 13985 107 0,'-1'-2'60'0,"-1"0"-24"0,2 1-16 0,0 1 13 15,0 0-4-15,-1 0 4 0,1 0 1 0,0 0-1 16,-1 0 0-16,1 0-1 0,0 0-3 0,-2-2-3 16,2 1 0-16,0 0-6 0,0 1 0 0,0 0-1 15,0 0 0-15,0 0-3 0,0 0 0 0,0-1 2 16,0 1 0-16,2 0-3 0,-2-1-2 0,1 1 0 15,0 0-2-15,-1-1 0 0,1 1-3 0,-1 0 0 16,1-1-1-16,-1 1-2 0,1 0 1 0,-1 0-2 16,0 0 0-16,3 1 1 0,-2 0 2 0,-1-1-2 15,2 0-2-15,-2 0 2 0,1 1-1 0,0-1 5 16,0 0-1-16,0 0 0 0,2 0 0 0,-1 0 2 0,-1 0-2 0,3 0 1 16,-2-1-3-16,2 1-4 0,-1-1 2 0,0 1-3 15,0 0 1-15,1-1-2 0,-1 0 0 0,-1 1 1 16,4 0 0-16,-2 0 1 0,2 0-2 0,-4 0 0 15,4 0 0-15,1 1 0 0,-3-1 1 0,1 0-1 16,-1 0 1-16,-1 0-1 0,2 0 0 0,0 1 1 16,-2-1-1-16,3 1 1 0,-2-1 0 0,1 0-2 15,-1 1-1-15,0 0 2 0,2-1 0 0,-3 0 1 16,2 1-1-16,-1 0 2 0,0-1-2 0,1 0 2 16,0 0 0-16,2 0-1 0,-1 0 0 0,2-1 0 0,-2 1-1 15,0 0 2-15,1-2-2 0,0 1-1 16,1 1 2-16,-3-1-1 0,1 1 0 0,-4-2-2 0,5 1 3 15,-2 0-3-15,1 1 2 0,-2-1 2 0,-3-1-3 0,3 1 2 16,3 1-1-16,-5 0 2 0,5 0-1 0,-7 0 0 16,2 0 2-16,1 1-4 0,3-1 2 0,-6 2-2 15,3-2-1-15,1 1-4 0,-2-1-6 0,-1 1-23 16,0-1-13-16,-1 1-17 0,0-1-24 0,1 0 59 16,-1 1-51-16,2 1-12 0</inkml:trace>
  <inkml:trace contextRef="#ctx0" brushRef="#br2" timeOffset="120915.4">15932 13932 74 0,'0'0'43'0,"0"0"-20"16,-1 0-15-16,0 0 6 0,1 0-3 0,0 0-3 15,0 0 0-15,0 0-6 0,0 0 4 0,0 2 0 16,1-2 3-16,0 0 3 0,-1 1 3 0,0-1 7 15,0 0 1-15,0 0 0 0,0 1 2 0,0-1-2 0,0 1 2 16,0-1-1-16,0 0-3 0,1 0-5 0,-1 1-3 0,2-1 2 16,-2 0-1-16,1 0 1 0,0 0-2 0,1-1-4 15,-2 1 1-15,0 0-4 0,1 0 2 0,0 0-2 16,0 0-1-16,1 0 0 0,1 0-4 0,-1 0 4 16,1 0-1-16,-1 0 2 0,0 0-1 0,2 0 4 15,-2-1 1-15,0-1 0 0,1 0 3 0,1 1 0 16,-1-1-1-16,1 0 0 0,0 1 0 0,-1-1 0 15,0 1-4-15,0 0 1 0,1-2-2 0,-1 2 0 16,-1 1-3-16,0-2 3 0,2 1-2 0,0 0-3 16,-1 0 0-16,0 1 0 0,1-1-1 0,0 1-2 15,1-1 1-15,-1 1 0 0,-1 1 0 0,1-1 1 16,0 0-1-16,0 1 1 0,1 0-1 0,-1-1 0 16,1 1 2-16,-1 0-2 0,0-1 2 0,-1 1-3 15,0-1 1-15,-1 1 0 0,0-1 3 0,0 0 3 0,1 1-1 16,-1-1 2-16,0 0-1 0,-1 1 4 15,0-1-2-15,1 0 1 0,1 2-1 0,-1-2-3 16,-1 0 1-16,2 0-4 0,-1 1 1 0,0 0-2 16,2 0 2-16,-2-1-3 0,0 0 1 0,1 1 2 0,0-1-2 15,-1 0 0-15,3 0 1 0,-3 0 0 0,2 0-2 0,-1 0 1 16,3-1-1-16,-3 1 0 0,2-2 0 0,3 1 1 16,-4-1-1-16,2 1 1 0,1 0 2 0,-3 1-3 0,1-1 0 15,2 1 0-15,0-1 0 0,0-1 0 16,0 1-1-16,-3 0-5 0,1 0-5 0,0 1-1 15,-1 0-14-15,-1 0-9 0,0 1-4 0,-6 1-7 0,2-2-6 16,2 2-4-16,-1-2 0 0,0 2-2 0,0-1-11 16,-4 2 45-16,5-2-25 0,1-1-5 0</inkml:trace>
  <inkml:trace contextRef="#ctx0" brushRef="#br2" timeOffset="123364.47">15718 14377 322 0,'0'-4'158'0,"0"1"-89"0,0 1-45 16,-2 0 16-16,2 1-16 0,0-1-6 0,1 2-8 15,-1-2-5-15,1 0-1 0,-1 0 0 0,0 1 4 16,0-1 2-16,0 1 3 0,0 0 3 0,0-2 0 16,0 1-1-16,2 2-1 0,-1 0 1 0,0 0-3 15,0-1-2-15,0 1 1 0,-2 0-5 0,3 0 5 16,-2 1 1-16,-1-1 0 0,0 0 1 0,0 0 0 0,2 0 5 16,1-1-3-16,1-1 2 0,-3 2-3 0,0 0-1 0,5-2-1 15,-2 1-2-15,2-1 0 0,-3-1-7 0,0 1-1 16,3 2 2-16,-2-2-4 0,4-1 1 0,-1 1-1 15,-2-2-1-15,5 4 1 0,-5-2 0 0,2 0 1 16,-1 2-1-16,4-1 0 0,-4 0 0 0,-1 1 0 16,0-1 0-16,4 0 0 0,0 1 0 0,-1-1 0 15,1-1 0-15,-3 2 0 0,1 0 0 0,2 0 0 16,-6-1 0-16,1 1-1 0,-1 0 1 0,0 1 1 16,1 1-1-16,-2-2 1 0,2 0 0 0,-3 2-1 15,2-2 1-15,-1 2 0 0,1-2-1 0,-2 0 1 16,0 0 0-16,0 0 2 0,-1 3-3 0,0-2 4 15,-1 0-3-15,1 2 0 0,0-1 1 0,1 2-2 16,-2-1 1-16,4 1 0 0,-4-3-1 0,2 3 0 16,0-1 1-16,-1 1 0 0,1 0 0 0,0-2 0 15,0 2 0-15,-1-1-1 0,1 0 0 0,-2 0 2 0,2 0-2 16,0 1 1-16,-1-2 0 0,-3 3-1 0,1-2 0 16,3 1-1-16,-1 0 2 0,-3 0-1 0,1 0 1 15,2 2-1-15,-1-4 0 0,2 3 2 0,-4-2-1 0,-3 0 1 16,3 0-1-16,4-1 1 0,-5-1 1 0,2 1 1 15,-1 0 2-15,1-1 2 0,-1 0 0 0,2 0 2 16,1 0-2-16,-4 1 3 0,3-2-3 0,-4 0 0 16,4 0-4-16,-1 1-1 0,3 1 1 0,-2-1-4 0,2 0 3 15,-1 0-4-15,0 0 1 0,0 0-1 0,-1 1 1 16,-1-2 2-16,1 2-2 0,2-2 1 0,-3 3-1 16,-1-1 2-16,1-1-2 0,3 1 1 0,-3-1 1 15,3 0-1-15,0 0 1 0,0 0-2 0,-2 1 2 16,2-2-1-16,-4 0 1 0,0 1 0 0,4-1 2 15,0 0-1-15,0 0 1 0,0 0 1 0,-3 0 1 16,6 0-1-16,-3 0-1 0,0-1 0 0,0 1-2 16,-2 0-1-16,-2 0 0 0,1-2-1 0,-1 1 0 15,2 1-1-15,-2 0 1 0,3 1 0 0,1-1 1 16,-2 0-1-16,2 0 1 0,-1 0-1 0,1 3 2 16,0-3-2-16,0 0 1 0,0 2 0 0,-3-2-1 15,0 2 0-15,1-2 1 0,2 0-1 0,-3 0 0 16,0 0 1-16,-2 0 1 0,1 1 0 0,4-1-1 15,0 1 0-15,-2 0-1 0,-2-1 1 0,4 0-1 16,0 1 0-16,0-1 0 0,0 0 0 0,-1 3-1 0,0-3 2 16,1 1-1-16,0 0 1 0,0 0 0 0,-3 1 2 15,3-1-3-15,2-1 0 0,-2-1 0 0,0 1 2 16,2 0-2-16,-2-2 0 0,3 2-1 0,-5-1 1 16,1 1 0-16,0 0 0 0,1-1 0 0,-1 1-1 15,-1 1 1-15,3-1 0 0,-1 0 0 0,0 0 0 16,4 0 1-16,-4 1-1 0,0-1 0 0,3 0 1 15,-2 0 1-15,1 0-2 0,0 0-1 0,-1 0 0 16,0 0 0-16,3 0 1 0,-2 2 0 0,0-2 0 0,1 0 1 16,-1 0-1-16,0 0 0 0,-2 0 0 0,1-1 0 0,2 1-1 15,2-1 1-15,-1 0-1 0,0 1 1 0,-1 0 1 16,1 0 0-16,-1 0-1 0,0 1-1 0,-2-1 1 16,3 0-1-16,-3 0 1 0,3 0 0 0,0 0-2 15,2-1 2-15,-4 0 0 0,1 1 1 0,0-1-1 16,-1 1 1-16,2 0-1 0,-2 1-1 0,2-1 1 15,-1 2-1-15,1-1 0 0,-3 0 0 0,3 2 0 16,-4-1 1-16,0 1-2 0,0-3 2 0,1 3 0 16,1-1 0-16,1 0 0 0,1-1 0 0,-4 2 0 15,4-2-1-15,-4 1 1 0,1-1 0 0,1 1 2 16,-3-2-2-16,2 2-1 0,2 2 1 0,1-3 0 16,-4 1 2-16,2 0-2 0,0 0 0 0,-1 1 0 15,1-1-1-15,0-1 1 0,0-1 0 0,-2 1-1 0,3 0 1 16,-1 0 0-16,-1 1 1 0,0-1-1 0,-1 0 0 15,0 2 0-15,3 0 0 0,-3-1 1 0,0 3-2 16,1-2 1-16,0 0-1 0,-1 1 1 0,0 1 2 16,0-1-2-16,0 2 1 0,0-1-1 0,0 0 0 15,0 1 0-15,2 1 0 0,-1-2 0 0,-1 3 0 16,0-3-1-16,-1 1 1 0,-1-1 0 0,2 1-1 16,-2-2-1-16,-1 2 2 0,-1-2 0 0,0 0 1 15,-1 2 0-15,4 1-1 0,-3-1 0 0,0 1 3 16,3-1-3-16,-3 0 1 0,3 0 0 0,1-3-1 15,-2 3 0-15,-2-5 0 0,2 3 1 0,-1-1-1 16,1 0 0-16,1 1 0 0,0-2 1 0,1 2 1 16,-1-3-1-16,-3 2 0 0,4-1 1 0,-2-1-1 15,-1 2 2-15,1-3-2 0,-5 0 0 0,3 0 1 16,-4 0-1-16,8 0 2 0,-4 0 1 0,2 0-4 0,0-2 4 16,-3 1-1-16,4 1 0 0,-1-2-3 0,0 2 3 0,-3-2-1 15,2-1-2-15,-2 1 2 0,2-1-2 0,-1 0 0 16,-1 1 1-16,2-1-1 0,-4-2 1 0,1 3-1 15,0 0 0-15,-1-1 1 0,-2 0-1 0,2 0 0 16,0 2 1-16,-1 0-1 0,3 1-2 0,0 0 2 16,-2 0 0-16,3 1-1 0,1-1 1 0,-1 3 0 15,0-2-2-15,1 0-1 0,1 3 2 0,-1-4-3 16,0 3-7-16,2-1-2 0,-1-1-9 0,1 0-33 16,1 4-24-16,0-3-23 0,0 1-39 0,0 2 92 15,0-1-71-15,0 0-25 0</inkml:trace>
  <inkml:trace contextRef="#ctx0" brushRef="#br2" timeOffset="124223.76">16063 14364 156 0,'1'-3'129'0,"-1"-1"-41"0,0 1-50 16,0 1 20-16,0 1 0 0,0 1-8 0,0-1-11 15,0 0-4-15,0-3 0 0,2 3-1 0,-2 1-2 16,0-2-2-16,0 2-6 0,0 0-3 0,0-2-12 16,0 2 0-16,0 1-1 0,1 0-2 0,-1-1-1 15,0 0-2-15,0 0 4 0,0 1-2 0,-1 0 3 0,1 0-1 16,0 1-2-16,0 0 1 0,0 0-2 16,0 0 0-16,0-1-1 0,0 2 1 0,0-2-3 15,0 3 0-15,0-2 0 0,0 0-1 0,0 0 1 16,0 0 0-16,0 0-1 0,0-1-1 0,0 2 1 0,0-1 0 15,-3 0 1-15,3 2-1 0,0-1 3 0,-1 0 2 16,-2 0 0-16,3 1 1 0,-2-2 4 0,1 1-1 16,1 2 1-16,-3-2 0 0,3 2-2 0,-1 0-2 15,0-1 1-15,0 2-1 0,-1 0-2 0,1 0 0 16,0 0 2-16,1-1 0 0,-1 0 2 0,1-2-1 0,-1 2 3 16,0-1 2-16,1 0 3 0,0-1 1 0,0-1 0 0,-2 2 4 15,1-1 0-15,0 1 2 0,-1 0 1 16,-1-2-1-16,1 1-4 0,-1-1 1 0,2 1-2 15,-2-1-5-15,2 0 1 0,-1 1-3 0,0-1-3 0,-1 0-2 16,2 2 0-16,-3-1-1 0,2-1 0 0,0 1 0 16,-2 0-2-16,1 2 1 0,1-1 1 0,1 0-3 15,-2 1 2-15,1-1-2 0,-1-1 0 0,3 2-1 16,-2-2 1-16,1 0-1 0,1-1 0 0,-2 1 0 16,2 0-1-16,0-1 1 0,0 2 0 0,-2-2 0 15,2-1 1-15,-1 0-3 0,0 2 2 0,1-2 2 16,0 0-1-16,0 2-1 0,-2-2 0 0,2 1-1 15,0 0-4-15,2 1-1 0,-1 0-3 0,-1-2-2 0,1 1-5 16,1 0-3-16,-2 0-4 0,0 0 0 0,0 0-4 16,0 0 1-16,0 1-6 0,0-1-4 0,0 0-14 15,0 1-12-15,1-2-12 0,-1 3-17 0,1-2 58 16,-1-1-44-16,2 1-10 0</inkml:trace>
  <inkml:trace contextRef="#ctx0" brushRef="#br2" timeOffset="124831.25">16145 14651 347 0,'2'-5'148'0,"-2"3"-97"0,1-2-38 0,-1-1 3 16,-1 4-2-16,1 1 1 0,0 0 4 0,0-2 3 15,0 1 2-15,0 0 2 0,0 1 5 0,0-1 0 0,0 1 0 16,-2-1 0-16,2-1-7 0,0 2-12 0,-1 1-2 15,1 0-2-15,-1-1-5 0,0 1 1 0,-1-1 1 16,1 0-4-16,1 1 0 0,0-1 0 0,0 0-1 16,0 0 0-16,0 1 3 0,0 0-3 0,0 1 0 15,0-1 1-15,0-1 2 0,0 3 1 0,0-2-2 16,-1-2 1-16,1 1 0 0,-1 0-1 0,0 0 1 16,1-2-2-16,0 2 2 0,1-1-3 0,1 2 4 15,-1-1-3-15,1 0 2 0,0 0 1 0,-2-1-1 16,1-2-2-16,-1 1-1 0,0 0 1 0,0 1-1 0,3-2 0 15,-2 2-3-15,-1-1-3 0,2 1-6 0,1 2-16 16,-1-1-15-16,-2 0-18 0,0 1-17 0,2-1-28 0,-1 1 67 16,1-1-54-16,-2 1-9 0</inkml:trace>
  <inkml:trace contextRef="#ctx0" brushRef="#br2" timeOffset="126213.79">16412 14384 34 0,'1'-5'23'0,"0"2"-10"0,1 1-5 0,1-2 6 0,-3 2 0 16,1-1 6-16,0 1 5 0,-1 2 6 0,0 0 1 16,0-2 9-16,0 0 1 0,0 2 0 0,0-2-1 15,0 2-5-15,-1-2-3 0,1 0-4 0,0 2-3 16,0 0-4-16,0 0-1 0,-1 0-4 0,1 0 1 15,0 0-3-15,-2 0-2 0,1 1 3 0,0-1 0 16,-1 0-4-16,2 0 1 0,-1 2 3 0,-1-2 1 16,0 2 1-16,0-1 2 0,0 1 0 0,0-1-1 0,1 1 5 15,-1-1-1-15,-1 1-2 0,1-1 0 0,1 0-1 16,-1 2 1-16,1-1-3 0,0 0-2 0,-1 0-2 16,1 0 1-16,0 2 1 0,-1-2-4 0,0 1 2 15,1-1-3-15,-3 0 4 0,3 1 1 0,-4 0-1 16,1-1-2-16,4 0 1 0,-2 2 1 0,-3-2-2 15,4 1 0-15,0 0-1 0,-2 1-2 0,3-1 3 16,-3 0-1-16,-2-1-3 0,4 1 1 0,-1 0-3 16,0 0 1-16,0 2 0 0,-2-1-1 0,3-1-3 0,-1 2 0 15,1-2 1-15,-3 0-3 0,1 2 1 0,1-4 0 16,-2 2-1-16,4-1 2 0,-4 2-4 0,1-1 0 16,2-1 2-16,1 3 0 0,-1 1-2 0,1-1 0 15,0 0 0-15,-1 1 0 0,1-1 1 0,0 0-1 16,3 1 1-16,-3-2 0 0,-1 0-1 0,0 1 1 0,0-3-1 15,1 2-1-15,0 1 0 0,-2-2 1 0,0 2-1 16,2 0 1-16,2-1 0 0,0 2 0 0,-2 0 0 16,4 2 0-16,-3 0 1 0,2 0-1 0,-2 1 0 15,0 2-1-15,3-1 1 0,-2 1 0 0,-1-1 2 16,1 3-2-16,2-1 1 0,-1 2-1 0,-2-3 2 16,0-1-1-16,2 2 1 0,1-3-2 0,0 1 0 15,-4-4 1-15,4-2 0 0,-1 0-1 0,-1 0 1 16,1 1 0-16,-2-3 0 0,-1-2-1 0,6 3 1 15,-5-3 1-15,0 2-1 0,0-3 1 0,1 2-1 16,2-1 0-16,-3 0 1 0,2-2-1 0,-2-2 0 16,1 1-1-16,2-1 1 0,-1 0-1 0,-1-1 1 15,0-1 0-15,2 4-2 0,-3-2 1 0,2 0 1 16,0-2-3-16,-2 2 0 0,3 0-1 0,-1-2-2 16,-2-2 1-16,0 2 1 0,2-1-3 0,0 1-1 15,-1 0 2-15,0 2-2 0,0 0 1 0,0-1-2 16,1 0-1-16,-3 0 2 0,2 2 0 0,0-1-1 15,-1-2-1-15,0 2 1 0,-1-3 1 0,2 3 1 16,1-1 2-16,-3 1-1 0,2 0 0 0,-2 2 2 0,1-3 1 16,1 3 1-16,0 0-1 0,-2-2 2 15,1 3 0-15,-1-1 0 0,0-2 0 0,0 1 0 0,0 0 0 16,0 0 0-16,0 0 1 0,0-1-1 0,0 1 2 16,0 1-2-16,0 1 1 0,-1-1 0 0,1 0 1 15,0-1-2-15,0 2 1 0,-1-1 1 0,0 1-2 16,-1-3 1-16,2 1-1 0,0 1 2 0,0-1 3 15,-1 0-2-15,0 0 1 0,0 0 2 0,-1 2 1 0,0 0 0 16,0 0 0-16,1 0 0 0,-2 1-3 16,0-1 1-16,0 0 2 0,1 1-4 0,0-2-1 0,1 2 1 15,-1 0 0-15,-1 0 2 0,2 0-1 0,-2 3 1 16,3-1-2-16,-2-1 5 0,-2 1-4 0,1 0 1 16,1 1 0-16,0 0-2 0,0-1 2 0,-2 0-1 0,1 0 0 15,0 2-3-15,-1-1 4 0,1 0-1 0,-1 1 0 16,1-1 0-16,-1 0 0 0,-1-1-3 0,1 3 1 15,1-2-2-15,1 0 1 0,1 2-1 0,-2-1 0 16,-1 0-1-16,3 2 0 0,1-1 1 0,-3 0 1 16,1 0 0-16,0 0-1 0,2-1 0 0,-3 2 0 15,3-1 0-15,0 1 0 0,-2-1-1 0,3 2 0 16,0 0 0-16,-1 1 1 0,0-2 1 0,1 0-1 16,-1 0 1-16,3 1-1 0,-2-1 1 0,-1-1-1 15,0-1 0-15,3 0-7 0,-2 0-3 0,1 1-7 16,1-1-6-16,1-2-5 0,-3 2-7 0,2 0-17 15,1 0-4-15,0-2-6 0,-3 1-6 0,2 0-10 16,0-2-4-16,-2 1-8 0,1-2-1 0,-2 0-11 16,3 0 61-16,0 0-38 0,0 0-4 0</inkml:trace>
  <inkml:trace contextRef="#ctx0" brushRef="#br2" timeOffset="127359.59">16525 14460 188 0,'-1'-1'105'0,"1"1"-49"0,-1-1-30 0,-1 1 24 16,2-1-6-16,0 0-6 0,0 0 1 0,0 0 0 15,2-2-2-15,-2 2-1 0,1-1-3 0,-1 2-12 16,0-1-3-16,0-1-1 0,1 1-6 0,-1 1-8 15,1-1 1-15,-1 0-4 0,0 0 0 0,2-2 1 0,-1 2-1 16,0 1 0-16,0-1 0 0,0 0 0 0,0 0 0 16,1 0 1-16,0 0-1 0,0 1 3 0,0-2-2 0,3 0 3 15,-2-1 1-15,1 1 1 0,2 0 0 0,-1 0 2 16,1-1 2-16,1 1 0 0,1 0 2 0,-1 0-1 16,0 0 7-16,2 1 2 0,-1-1 3 0,-1 0-2 15,2 1 4-15,0 0-4 0,-2 1 2 0,-1 0-2 0,-2 0-3 16,2 0 0-16,0 0-3 0,1 1-1 0,-2 1-3 15,-4-2 3-15,5 1-3 0,-3-1 3 0,-1 3-3 16,1-1-3-16,-3 0 1 0,-5 1 2 0,3 1-4 16,2-1-1-16,0 2 0 0,0 0-3 0,-1 0 3 15,-2 1-3-15,3-1 0 0,3 2-1 0,-7 0 2 16,-2 1 0-16,2-1-3 0,2 0 1 0,-3 2-1 16,3-1 2-16,-4-2-3 0,3 3 2 0,1-2 0 15,1 0 0-15,-3 0 0 0,2 1 2 0,-2-3-1 16,1 2-1-16,1-1 1 0,-2 0-2 0,2 0-1 15,0 1 0-15,2-1 1 0,-3-1 0 0,2 0-2 16,1 1 1-16,0-1 1 0,-2 0-1 0,1-2 1 16,1 0-1-16,-1 1 1 0,1 2-1 0,-1-3 4 0,-1-2-5 15,0 4 0-15,1-2 1 0,0 2 2 0,0-1-1 16,-1-4 0-16,0 3-2 0,1 0-2 0,0 1 0 16,0-2 0-16,-1 0-1 0,0-1-5 0,-1 2-2 15,0 3 1-15,0-5 0 0,2-1-4 0,-1 2 2 16,0-1-1-16,1 0-2 0,-1-1 0 0,1 0 1 15,1-2-3-15,-1 0 0 0,1 1-1 0,-2-2-1 16,2-2-4-16,0 2 2 0,0 0 2 0,0-2-2 16,3 2-2-16,-2-1 0 0,1-2-1 0,2 3 4 15,-2-1 2-15,1 0-2 0,0 1 3 0,1 0 2 16,-1-2 6-16,-1 2 0 0,0 1 7 0,1-4 0 0,0 6 1 16,0-2 2-16,-1-1 2 0,3 3 0 0,-4-4-1 0,2 2 1 15,1 2 0-15,1 0 1 0,-1-1-1 16,-1 0-1-16,0-1 3 0,2 2 0 0,-4 0 1 15,0 0 2-15,4 1 5 0,-4-1 1 0,-1 1 0 0,3 0 4 16,-3 1-2-16,2-1 3 0,-2 1 2 0,8 1 1 16,-8-3-4-16,2 2 3 0,0 1 0 0,0-2-2 15,2 3 1-15,0-3-3 0,-2 0-3 0,-1 2-3 16,-1-1-2-16,0-1-1 0,0 3-1 0,0-2-1 16,-1 0-4-16,0 0 1 0,1 3 1 0,-1-3-2 15,2 0 2-15,0-1-4 0,0 1 0 0,-1-1 4 16,0 2-3-16,0-3 0 0,0 1-1 0,-1-1 3 15,1 1-1-15,-1 0 0 0,-1-1-1 0,2 1-1 0,0 1-6 16,2-2-10-16,-1 0-8 0,0 0-15 0,-2 1-38 16,1 0-23-16,1 0-33 0,-1-1 84 0,0 0-82 15,0 3-31-15</inkml:trace>
  <inkml:trace contextRef="#ctx0" brushRef="#br2" timeOffset="128271.53">16820 14293 203 0,'-1'-6'90'0,"-2"4"-62"0,3-2-20 15,-2 1-4-15,2 1 2 0,0 1 1 0,0-1 4 16,0 2 2-16,-1 0 8 0,1 0 3 0,-6-1 12 15,6 0 6-15,-3 1 1 0,1-2 2 0,2 1-2 16,-2-1-4-16,2 0-8 0,-4 1-6 0,4 1-6 16,-2-1-5-16,-1 1 0 0,3 0 1 0,-4 1 0 15,-1 0 3-15,4 1 2 0,-2 0 3 0,-2-1-2 16,4 2 2-16,-3-1-1 0,4 2 0 0,-2-1 0 16,1-2-2-16,-1 1-1 0,1 2-3 0,1 0-2 15,0-2-1-15,-2-1-1 0,0-1-4 0,2 1-2 16,0 3-1-16,-2-4-2 0,0 0 2 0,-1 1-4 15,2 1 1-15,0 1-1 0,1-1 1 0,0 0-3 16,2 2 2-16,3-2 0 0,-2 0-1 0,3 0 3 16,0-1-1-16,1-1-1 0,-2 0 1 0,3-1 2 0,-1-2-2 15,-1 0-1-15,0 1 2 0,4-2-2 0,-2 1 3 16,-1-3-1-16,0 2 0 0,0 0-1 0,2-1-1 16,-1 4 3-16,1-7-4 0,-5 4 2 0,3 0-1 0,0-2 1 15,-2 1-1-15,1-1 0 0,-2-1 1 0,-2 1-2 0,3 2 1 16,-3 0 0-16,-1 0 0 0,1 2 0 15,-1 1 0-15,-1 1 1 0,0-2 0 0,1 0 1 16,-1 2 0-16,0 0-3 0,0 2 1 0,0-1-2 16,0-1 1-16,0 2-1 0,-1-2-1 0,1 1-1 15,-3-1 1-15,3 1 0 0,0-1 0 0,-1 2 2 0,-1-2 0 16,2 2 0-16,-2 1 0 0,1-1 0 0,1 2-2 16,-1-1 2-16,0 2 0 0,1-2-1 0,0 1-1 15,0 0 0-15,0 0 2 0,0-1 1 0,0 1 0 16,0-1 0-16,0 2-1 0,0-1 1 0,0-1 0 15,0 1-1-15,0 1 0 0,0-1-1 0,0 1 0 16,0-1 1-16,-1 0-1 0,1 1 2 0,0-2-1 0,-1 2 2 16,1 1 2-16,-3-2 1 0,2 2 2 0,-2-2 2 15,1-1 3-15,0 3-1 0,0-2 5 0,0 1-2 16,-2-2 3-16,1 5 1 0,2-3-3 0,-5 1 1 16,3 2 0-16,-1 0 1 0,-1 1-3 0,1 1-1 15,0-2-4-15,-2 4 0 0,4-3 1 0,-3 0-5 16,1 0 0-16,2-2-1 0,-2 2 1 0,1-1 0 15,1-4 3-15,0 2-1 0,-2 0-2 0,3 0 2 0,-2-2-3 16,0 4 0-16,1-2 2 0,0-1-5 0,0 0 1 16,2 2-2-16,-4-2 0 0,2 1-1 0,0 0-4 15,2-1-5-15,-3-2-9 0,3 3-27 0,0-2-19 16,0-1-23-16,3 1-29 0,-2 0 74 0,1-1-61 16,1-1-18-16</inkml:trace>
  <inkml:trace contextRef="#ctx0" brushRef="#br2" timeOffset="128742.4">16908 14547 167 0,'-4'0'121'0,"0"0"-29"15,1 0-41-15,1 0 33 0,-3 0-16 0,1 3 6 16,0-2-1-16,0 0-8 0,1 4-3 0,-2-2-6 15,-1 0-4-15,4 2-6 0,-2-1-6 0,0-1-12 16,1 2-5-16,-1 0-1 0,0 1 0 0,0-1-4 16,-2 2 2-16,4-2-4 0,-2 1-1 0,4 0 0 15,-3 0-3-15,-1-1-4 0,0 0-1 0,5 0-4 16,-1-1-2-16,0 1 2 0,2-1-1 0,-2 0-1 16,0 0-1-16,2-1 2 0,4 1-1 0,-4-1 0 15,1-1-1-15,-2 1 0 0,5 0 2 0,-3-1-1 16,2 0 0-16,-1 0 1 0,0-3 0 0,3 3 1 15,-2-2-2-15,0-2 1 0,-1-1-1 0,1 2-1 16,0-1 2-16,-1 2-2 0,1 0-2 0,-2-2 1 16,3 2-1-16,-1-1 1 0,-1-1-1 0,1 1-2 15,-2-3-1-15,1 0 1 0,2 0 1 0,-4 0-1 0,3 1 1 16,-2-2-2-16,1 2 3 0,1-2 1 0,-1 0-1 16,-2-1 2-16,1 0-3 0,0-1 0 0,-1-1-2 15,-2 0-1-15,2 1-2 0,-2-1-8 0,0 0-1 16,0 1-5-16,0-1-4 0,0 3 0 0,-2-3-5 0,0 3-14 15,-1-3-5-15,1 2 0 0,-1 1-10 0,1 1-11 16,-2-3-51-16,0 4 81 0,1-1-51 0,1 0-12 16</inkml:trace>
  <inkml:trace contextRef="#ctx0" brushRef="#br3" timeOffset="190268.46">10762 15209 25 0,'-2'-1'32'0,"1"1"-4"0,1-1-6 16,-3 1 9-16,0-1-3 0,1 1-2 0,1-1-4 15,1 1-2-15,0 0-1 0,-1 0-4 0,1 0-8 16,0 0-6-16,0 0 4 0,0 0-2 0,1 0-4 16,-1 0 1-16,0 0 0 0,1 0-1 0,1 0 1 15,1 0 0-15,-2 0-1 0,1 0 1 0,-2 1 0 16,1-1 0-16,-1-2 0 0,1 1 0 0,-1 2-1 15,0-1 2-15,0 0-1 0,0 2-1 0,1-2 1 16,-1 0-1-16,1 2 0 0,-1-1 2 0,0-1-1 16,0 1 0-16,0 4 1 0,0-5 0 0,0 2 1 15,0 0-2-15,0 5 0 0,0-5 0 0,0 3 0 16,0 0 1-16,0-2 2 0,0 2-3 0,0 1 0 16,0-4 2-16,-1 1-1 0,1 4 2 0,-1-4 0 0,1 4-3 0,1-3 0 15,-1 3 1-15,1-2 2 0,0 1-3 16,-1 1 4-16,1-2 2 0,-1-1 0 0,2 0 2 0,-2 1 0 15,0-2-2-15,0 3 2 0,0-3 1 0,0 0-1 16,2 2-5-16,-2-1 1 0,0-1-1 0,2 3-2 16,0-1 2-16,-1 0 0 0,0 0-3 0,3-1 0 15,-3 1 0-15,1 1 2 0,1-1-2 0,-1 0 2 16,1 0-2-16,1 0-1 0,-1 2 1 0,1-1 1 16,-1 1 0-16,-1-1-3 0,1 1 2 0,2-3 0 15,-1 3 2-15,-1-2-2 0,2 0 0 0,0 0 0 16,1 0 1-16,-2-2 1 0,3 1-2 0,-1 2 1 15,0-2-1-15,-1 0 2 0,1 1-2 0,1-1 0 0,1 2 0 16,0-1 0-16,-3 0 3 0,2-2-2 0,-3 0 0 0,5 3 0 16,-2-3 1-16,-1-2 2 0,2 2-1 0,0 0 1 15,1 2-1-15,4-1-1 0,-1 0 3 0,-3-2-3 16,3 2 2-16,-1 0 0 0,3 1-3 0,-1-2 2 16,-2-1-1-16,0 1-1 0,-1 1 0 0,3-1 1 15,-1 0 1-15,0-1-3 0,-2 0 1 0,0 0-1 16,1 0 2-16,-2 0 3 0,4-1-3 0,-3 2 0 15,0-1 0-15,0 2 0 0,0-2 0 0,-1 1 1 16,2-2-3-16,1 4-1 0,-1 1 1 0,0-3 0 16,0 1 1-16,1 1 0 0,0 0-1 0,1 3 0 0,0-2 0 15,-2 0 2-15,4-2-1 0,0 3-1 16,0-3 0-16,2 2 0 0,-2-1 3 0,3-2 0 0,-1 3 1 16,1-2-1-16,-4 1 0 0,2-1 4 0,-2-1-4 15,0 1 2-15,1-2-2 0,-2 1 0 0,-1 0 2 16,1 0 1-16,0-1-2 0,-2-1 5 0,1 0 4 15,0-2 1-15,-1 1 2 0,1-1 4 0,-1-1 0 16,0-1-1-16,0 2 2 0,1-1-6 0,0 0 1 16,-2 0-2-16,2-1-1 0,-1 1-2 0,-1 1-5 0,2-3 3 15,-1-1 0-15,0 4-1 0,1-2-4 0,0 1 3 16,1-3-3-16,1 3-2 0,1-2 1 0,-3 3 1 16,0-1-3-16,4-2 2 0,0 2-1 0,0-2-2 0,-3 3 0 15,0-3 1-15,1 1 3 0,2 0-5 0,1 1 1 16,-5-2 0-16,3 1 2 0,-2 1-2 15,1-1 2-15,1 0-1 0,-3 0-1 0,0 0 1 0,0 0 0 16,4 0-1-16,-4 0 0 0,2 0 3 0,-2-2-2 16,1 1 0-16,1 2 0 0,-2 0 1 0,3-2 0 15,-3 0 0-15,2 2-1 0,-2 1-2 0,0 1 1 16,-1-2 1-16,0 0-1 0,3 1-1 0,-1 1 1 16,-1 0-1-16,2 1 1 0,0-1 0 0,1 2 0 15,3-1 0-15,-9 0 0 0,-3 0 0 0,-1 0-1 0,14-1 1 16,0 1 0-16,-3 0 2 0,1-1-2 0,0 3 2 15,-1-2-1-15,0-1 0 0,-6 0-1 0,2 2-2 16,0-1 2-16,-1 1-2 0,0-1 1 0,1-1 1 16,-2 0 0-16,-1 0 0 0,2-1 1 0,-1 0 0 15,1-1 1-15,2-3-2 0,-1 4 1 0,-1-2 0 16,1 0-1-16,-1 1 0 0,1 0 1 0,0 0 0 16,0 2-1-16,2-1 2 0,-2 0-2 0,2 1-2 15,0 0 1-15,1-1 1 0,1 1 0 0,-2-1 0 0,-4-2-1 0,8 3-2 16,-2 0 3-16,-6-1 1 0,3 1 0 15,-5-1-1-15,5 1 0 0,-5 0-2 0,3 0 3 0,-4 0 0 16,2 0 0-16,0 1 1 0,2 0 1 0,1-1-2 16,-1 0 7-16,1 0-3 0,-1 0 2 0,0 0 1 15,-1 0 0-15,2 0 1 0,-2 0 0 0,1 0 3 16,0 0 1-16,-2 0 2 0,-1 0 1 0,2-2 0 16,-1 1 3-16,1 1-3 0,-1-1 1 0,-1 0-1 15,1-1-4-15,0 0-1 0,0 1-3 0,-2 1 1 16,3 0-3-16,-1 0-1 0,0 0-1 0,1 0-1 15,-1 0-3-15,1 1 3 0,-1-1-1 0,3 1-1 16,-1-1-1-16,-1 0 2 0,0 1-2 0,3 0 1 16,-3-1 1-16,3 1-1 0,0 1 0 0,-4-1-1 15,2 0 0-15,1 2 0 0,-1-1 2 0,-2 2 0 16,-1-1-1-16,0 1-1 0,0-4 1 0,0 3 3 16,-1 0-2-16,-2-2-2 0,4 0 2 0,-2 1-2 15,-1-1 0-15,0 1 2 0,-2 0-2 0,-1 0 1 0,4-1 1 16,-5 0 1-16,0 3-2 0,2-3 2 0,-3 1-2 15,3 0 0-15,-2 0 3 0,3 2-1 0,-3 0-2 16,1-1 0-16,0 1 2 0,-1-2-1 0,0 2 0 16,0 1 1-16,0 1-1 0,0-4-1 0,1 3 1 15,-3-1 2-15,3 3-2 0,-1-4 1 0,0 0 2 16,0 0 0-16,1 1 0 0,-1-1-3 0,0-1 2 16,-2-1-1-16,5 4 0 0,-2-2 2 0,-1 2-5 15,2 0 0-15,1-1 0 0,-3 1 1 0,2 0-1 16,-2-3 1-16,2 2-1 0,-2 1-1 0,1-4 1 15,-2 2 1-15,0 1 1 0,1-2-2 0,0 1 2 0,-1-2 0 0,2 1 0 16,-2 0 1-16,-1 0-2 0,2 0 0 0,0 0 0 16,1 1 1-16,-1 1-2 0,0-2-1 0,0 0 1 15,-1 2 0-15,3-1-1 0,-2-1 0 0,1 1 2 16,-1-1-1-16,-1 1 0 0,3 0 3 0,-2-1-3 16,0-2 2-16,-1 2 2 0,0-2 0 0,0 2-2 15,0-1 4-15,0-1 2 0,1 0 0 0,-2 2 3 0,0 0-2 16,1-1 3-16,-1 0-1 0,1-2 0 15,-1 1-1-15,0 0 0 0,0 0 0 0,0 0 1 0,0-1 0 16,0 0 0-16,0 0-1 0,0 1 3 0,0 0-2 16,0 0-3-16,0 0-2 0,0 0 0 0,0 1 1 15,0-1-4-15,-1 0 1 0,1 0-2 0,0 0 2 16,0-3-1-16,-1 3 1 0,1-1-1 0,0 0-2 0,0-1 0 16,-2 1 0-16,2-3 2 0,-1 0-3 0,1 3 0 15,0-2 2-15,0 0-1 0,0-2 0 0,0 0 0 16,0 2 0-16,0 0-1 0,0 1 1 0,0-2 0 15,0-1 1-15,0 2-1 0,0-2 0 0,0 2-1 16,0-2 0-16,0-1 2 0,0-1-1 0,-1 2-1 16,0 0-1-16,0-2-1 0,1 3 0 0,0-1 2 15,-1 0 0-15,1 1-1 0,-2-1-1 0,2 1 1 0,0-1 1 16,0-1-2-16,0 3 2 0,0-3 0 0,0 1 0 16,0 0 0-16,0-1-2 0,0 2 2 0,0-1-2 15,2 1 3-15,-2-4-1 0,1 3-1 0,-1-1 1 16,2 0 0-16,-2 1 0 0,2 0-3 0,-2-1 4 15,2 1-1-15,-1 0 0 0,0 0 0 0,1-1 0 16,-1 1 1-16,1 1-1 0,-1-3 1 0,1 4-2 16,0-2-2-16,0 3 0 0,1-2 2 0,-2 2 1 15,0 0-2-15,0-1 2 0,2 1-1 0,-1 0 1 16,1 1 0-16,-1 0 1 0,0-2-1 0,1 1 0 16,1 0-2-16,-1 2 1 0,2-1 0 0,-1 1-1 15,0-1 1-15,3-1-2 0,-2 2 2 0,2-2-1 0,2 2 2 16,-3-4 0-16,2 3 0 0,0-1 0 0,0 0 0 0,2 0 0 15,0-1-1-15,0 1 1 0,1-2 0 0,-2 2-3 16,1-2 3-16,0 2-2 0,1 0 3 0,-2-1-1 16,2 0-1-16,-1 1 0 0,1 0 0 0,-1 0 2 15,-3-1-1-15,2 0 0 0,0 2-1 0,0 0 1 16,1 0 0-16,-2 1 0 0,0 0-1 0,0 0 1 16,2 0-2-16,-4 0 2 0,4 0-2 0,-2 1 1 15,-2-1 0-15,1 0 1 0,0 0 1 0,1 0-1 16,0 0 0-16,-3 1 0 0,2-3 2 0,-1 2-1 15,1-1-1-15,1 0 0 0,-2 1 0 0,0-1 0 16,0 0 1-16,1 1-1 0,0 1-1 0,0-1 1 16,0 1 0-16,-2-1 0 0,3 1 0 0,-1-1-1 15,0 0 1-15,1-2-1 0,1 2 0 0,0-1 0 16,0 0 1-16,2 0 0 0,-3-2 0 0,1 0 0 16,0 3 0-16,2 0 0 0,-2-2-1 0,1 2 1 15,1-1 0-15,0 1 0 0,1-2 0 0,-2 1-1 0,1 1-1 16,1 0 2-16,1 0 1 0,-2-2-1 0,-1 2 0 15,-2 0-1-15,3 2 2 0,1-2-1 0,-1 0 0 16,-1 0 2-16,-2-2-2 0,-1 2-1 0,2 0 1 16,2 2 1-16,-4-2-1 0,-1 0 0 0,2 1 0 15,0-1-3-15,-1 3 1 0,1-2 2 0,-4 1 0 16,0-1-1-16,2 3 1 0,0-1-1 0,-1-1 1 16,2 1 1-16,-1 1 0 0,-1-3 0 0,1 2-1 15,1 0 0-15,-3-2 0 0,2 2 1 0,-4-2-1 0,3 2 0 16,-1-3 1-16,0 1-1 0,-1 1 1 0,1-1 0 15,-1 2-1-15,1-2 0 0,-1-1-2 0,3 1 1 16,-4 0 2-16,3 0-1 0,-2-1 0 0,1 1-2 0,1 0 2 16,0 1 0-16,2 0 1 0,-3 0 0 0,1-2-1 15,2 1 0-15,-2 0 1 0,3-1 0 0,1 1-1 16,-4-1 0-16,2 0 0 0,2 0 0 0,-2 0 0 16,3 0 0-16,-1 0 0 0,0 0 0 0,0 1-1 15,0-1 1-15,0 0 0 0,2 0 0 0,-1 0 1 16,-1 0-2-16,1 1 1 0,2 0-2 0,-4 0 2 0,2 0 1 15,0 0 0-15,-3-1-3 0,2 3 1 0,1 0 1 16,-2-2 0-16,3 2 0 0,-1-1-1 0,-1 2 0 16,-3-3 1-16,6 4 0 0,-3-3 0 0,0 2 1 15,-3-2-1-15,2-1 0 0,-2 0 0 0,3 2 0 16,1 1 0-16,-4-3 0 0,2 1 1 0,1 1-2 16,1 2 0-16,-1-1 1 0,-1 0 0 0,1 1-1 15,1-1 1-15,0 3-1 0,-2-1-1 0,0-1 3 16,1 0-1-16,-1 1 0 0,3-3 0 0,-4 1 2 15,1-3-1-15,0 4 0 0,0-3 0 0,1 1-2 16,-1 1 2-16,0-2-1 0,-2 1 0 0,2 1-2 16,-1-1 2-16,0-1-1 0,1 0 0 0,-1 2 1 15,2 1-1-15,-2-2 1 0,0-1 1 0,1 3 0 0,-4-2-2 0,6 0 2 16,-1 3 1-16,-2-6-1 0,1 2-1 0,0 0 0 16,1 0 0-16,-2 0-1 0,4-2 1 0,-4 1 1 15,1 2-2-15,-3-2 1 0,5-1 1 0,-2 0 1 16,-1 2-2-16,3-2 1 0,-2 2 1 0,-1-2-2 15,2 0 2-15,0 0-2 0,0 0-1 0,0 1 1 16,-3-1 1-16,4 0-1 0,-5 0 0 0,0 0 1 16,2 1-2-16,-1 0-1 0,-1 1 3 0,2-2-3 15,0 0 1-15,-3 1 1 0,1-1 0 0,3 0-1 16,-4 0 1-16,3 0 0 0,0 0 0 0,-2 1 1 16,1-1 1-16,-1 0-1 0,0 0-3 0,3 0 2 15,-1 0 0-15,-2-1 0 0,2 1 0 0,-2-1 0 0,2-1 0 16,2 1 0-16,-3 0 1 0,0 0 0 0,1 0-1 0,1 0 1 15,0 0-1-15,-1-2 1 0,1 1-1 0,-2 0 0 16,2 0 0-16,0 2 0 0,-1-5 2 0,1 4-2 16,0-1 0-16,-1 1-1 0,1 0 1 0,2 1-1 15,1 0 1-15,-2-3-1 0,-1 3 1 0,1-1 1 16,1-2-1-16,-2 2 0 0,0-2 1 0,-1-2-1 16,1 3 0-16,-1 1 3 0,2-3-3 0,-1 1 0 15,3 0 1-15,-1-3-1 0,-1 5 1 0,0-2 1 16,0 0-1-16,-2-2-1 0,1 3-1 0,-2 0 2 0,-3-1-2 15,5 1 0-15,-3-3 0 0,2 3 1 0,2-2 0 16,-3 0 1-16,1 2 0 0,-2 0-1 0,4 0 3 16,-6-3-1-16,4 3 0 0,-5 0-1 0,1-2 1 15,2 2-1-15,-2-2-1 0,1 0 2 0,0 1 0 16,-2 2-2-16,1-3 1 0,0-1 2 0,0 3-1 16,-2-1 0-16,0 0-1 0,-1 1 0 0,0-2 1 15,0 0 1-15,0 2-2 0,0-1 0 0,1 1-1 16,-1-1 1-16,0 1 1 0,0 0-1 0,0-1 0 15,0 1 0-15,2 0 0 0,-2-2 0 0,0 2 0 16,0-2 0-16,0 1-1 0,2-1 0 0,-1 1-1 16,0 0 0-16,0 0 1 0,1 0-1 0,-1-1-1 15,0 1 2-15,1 0 0 0,-2-2 0 0,0 1 0 16,2-2 0-16,0 2 0 0,1 0 0 0,-1-1 0 16,-1 1-2-16,1-2 2 0,-1 1 0 0,2 1 0 15,-2-1 0-15,1-1-1 0,-1 0 1 0,0 0 0 0,1-1 0 16,0 3 2-16,-1-3-2 0,0 0 2 0,0 2-1 15,2 0 1-15,-2 0-2 0,-1 0 0 0,1-1 0 16,-1 2 0-16,0-2 0 0,0 3-1 0,2-1 1 16,-2-1-1-16,0 0 1 0,0 2 2 0,0 0-1 0,-2 0-1 15,2-2 1-15,0 1 2 0,-2 1-4 0,2 0 1 16,-1-1 0-16,1 2 0 0,-3-3-2 0,3 2 1 16,-1-2 0-16,1 3 1 0,0 0 0 0,0-2 0 15,0 2-1-15,-1-1 1 0,1 2 0 0,0 1 0 16,0-3 0-16,0-1-1 0,0 1 0 0,-1 2 1 15,1-1-1-15,0 0 1 0,0-2 0 0,-1 1-1 16,1 1 2-16,0 0-1 0,0 2 0 0,0-3 1 0,0 1-1 16,-2 0 0-16,2 0 0 0,0 2 1 0,-1-3-1 15,0 3 0-15,1-4 0 0,0 4 0 0,0 0 0 16,0-1 1-16,0 0-1 0,-2 0 0 0,2-3-1 16,2 4 0-16,-2 0 0 0,0 0-14 0,0-1-9 15,0 1-19-15,2 0-18 0,1 3-87 0,0-3 112 16,0 2-72-16,2-2-45 0</inkml:trace>
  <inkml:trace contextRef="#ctx0" brushRef="#br3" timeOffset="198999.83">13088 15983 52 0,'0'-2'47'0,"0"1"-5"0,0-2-16 0,0 0 14 0,0 2 2 15,0-2-2-15,0-1-2 0,0 0-2 0,0 1-6 16,0 0-5-16,0 1-3 0,0-1-4 0,0 1-11 16,2 0-1-16,-1 2-3 0,1-1-1 0,-2 0-2 15,1 1 1-15,-1 0-2 0,3-1 1 0,-3 1 1 16,1 0-2-16,-1 0 1 0,0-1-1 0,1 1 1 15,-1 0 0-15,0 0 0 0,0 0 0 0,0 0 0 16,0 0 1-16,0 0 2 0,0 0-1 0,2 1-1 0,-2 0 0 16,0 1-1-16,0-1 3 0,-3 1-1 15,3-1 4-15,0 2-1 0,-1-1 1 0,-1-1 7 16,1 0 0-16,1 1 4 0,-1-1-2 0,1 2 5 16,-1-2 0-16,-1 0-2 0,0 0 1 0,2 1-4 15,-2-1-1-15,2 1 1 0,-1-1-3 0,1 0-2 16,0 2-4-16,0-2 1 0,0 0-1 0,0 1-2 0,0-1 1 15,1-1 0-15,-1 1-1 0,1 0 1 0,-1 0 0 16,0 2-1-16,1-1 2 0,-1-1 0 0,2 1-3 0,-2 0 3 16,0 0 2-16,1 1 1 0,0-2 1 0,0 1 3 15,-1 0 1-15,0 0 3 0,1 0 0 0,-1 2-1 0,0-1-1 16,0 0-3-16,0 1-1 0,0-2-1 16,1 2-2-16,-1-1 1 0,2 1-1 0,-2 0-1 0,1 1 0 15,-1-1 0-15,1 1-1 0,-1 2 1 16,2-3-2-16,-2 1 0 0,0-1-1 0,1-1 0 0,0 3-3 15,-1-3 3-15,1 0-2 0,0 3 0 0,0-3 0 16,1 3-3-16,0-2 1 0,-1 0 2 0,1 3 0 16,-1-2-2-16,0 1 1 0,-1-3 0 0,1 2 0 15,0-1 3-15,-1 1-3 0,0 1-1 0,0-3 0 16,0 0 2-16,0 1-2 0,0 1 2 0,0-1 0 16,0-1-1-16,0 1-1 0,0-1 1 0,0 1 2 15,-1 0 1-15,1 1 2 0,-1-2-2 0,0 0 6 16,0-2 0-16,-1 0 2 0,2 1 2 0,0 2-5 15,-1-3 1-15,0 1-4 0,0 0 3 0,-1 3-5 16,1-1-2-16,1 1 0 0,0-1-1 0,-1-1 2 16,1 1-3-16,0 1 2 0,0-1-2 0,0-1 1 15,0 0 1-15,0-1 1 0,0 1-1 0,-1-2-1 16,-1 0 1-16,2 0 1 0,0 2-2 0,-2-1 0 16,2 0 1-16,0 0-3 0,0 1 1 0,0 1-1 0,0-1 2 15,0 0-1-15,-1-2 3 0,1 3-3 0,-1-2 0 16,1 0 2-16,-2-1 0 0,1 0 2 0,0 0 0 15,1 3-3-15,0-3 0 0,-1 0 2 0,1 0-2 16,0 1 3-16,0-1-3 0,0 1-1 0,-1-1 0 16,2 1 0-16,-1-1 1 0,0 0-1 0,0 1 0 15,0-1-1-15,0 0 1 0,0 1 2 0,-1-1 0 16,0 2-1-16,1-2 1 0,-2 0-1 0,2 0 0 0,-1-1-1 16,1 2 2-16,0-2-1 0,-1 1-1 0,1-1 2 0,0 0-3 15,-1 0 1-15,1 0 0 0,0 1 3 0,0-1-3 16,0 0 0-16,0 0 1 0,0 0-1 0,0 1 3 15,0-1-3-15,0 1 1 0,0 1-1 0,0-2 1 16,0 0-1-16,0 1 1 0,0-1-1 0,0 0 2 16,0 0 0-16,0-1 0 0,0 1 1 0,0 0-1 15,0 0 2-15,0 0-3 0,0 0 0 0,-2 0-1 16,2 0 0-16,0-2 2 0,-1 2-1 0,1 0 0 16,0 0-1-16,-1 0 0 0,1 0 1 0,0 2 1 15,0 0 0-15,-1-2-3 0,1 0 0 0,0 1 0 16,-1-1 1-16,0 1-1 0,-1-1 1 0,1-1-1 15,0 1 1-15,1 0 0 0,-2 1 0 0,1-1 0 16,0 0 0-16,1 0 0 0,0 1 0 0,0-1 0 16,0 1 0-16,0-1-1 0,0 0 1 0,0 1 0 15,0-1-1-15,0 1-1 0,0-1 2 0,0 0 0 16,0 1 0-16,0 1 1 0,0-1-2 0,0 0 2 0,0 0-1 16,-1-1 3-16,1 0-3 0,0 1 0 0,0-1 1 15,-1 0 0-15,0 0 1 0,1 0-2 0,-2 1 1 16,2 0-1-16,0 1 0 0,-1-1 0 0,0 0 0 15,1 2 0-15,-1-3 0 0,1 1 0 0,0 0 0 16,0-1 0-16,-2 0 0 0,2 0-2 0,0 0 0 16,0 2 2-16,2-1-1 0,-2 0 0 0,0 0 1 15,1 0-2-15,0 1 2 0,-1-1 0 0,0 0-1 16,1-1 0-16,-1 1-2 0,0 0-1 0,0-1-1 16,0 2-2-16,2-2-3 0,-1 1-7 0,-1 0-5 15,1 0-7-15,0-1-3 0,1 0-9 0,1 0-11 0,-2 0-39 16,-1 0-22-16,2 0 77 0,-1 0-54 0,1 1-21 0</inkml:trace>
  <inkml:trace contextRef="#ctx0" brushRef="#br3" timeOffset="200822.8">13543 16210 78 0,'-1'-2'64'15,"0"-3"-12"-15,0 4-21 0,-1-4 16 0,1 1 1 16,-1 0-3-16,2 1-3 0,-2-1 0 0,1 3-5 15,0-2-2-15,0-2-1 0,0 2-1 0,1 1-9 0,-1 0-3 16,-1-1 1-16,0-3-3 0,2 3-3 0,-2 1-3 16,0-1-3-16,1-1-1 0,-1 2 0 0,0-1 0 15,1-1-1-15,-1 4 0 0,-1-2 0 0,2 1 0 16,1 2 1-16,-3-1-3 0,1 0 1 0,1 0-1 16,-3 0-1-16,2 0-3 0,0 1 1 15,1-1 0-15,1 1-1 0,-3 1 0 0,-2-2 1 0,3 3 0 16,-1 1 0-16,2 0 1 0,-5-1-3 0,3 0 2 15,-4-1 0-15,6 2 0 0,-4-2-3 0,1 0 3 16,1 0-2-16,0 1 0 0,0 1 1 0,2-2-1 0,1 3-1 16,-4-1 3-16,1 0-1 0,0-1-2 0,-1 0 0 15,1-1 1-15,1 1 0 0,-1 0-3 0,0-1 2 16,1 0-1-16,1 1 0 0,1-1 1 0,0 2 0 0,0 0 0 16,0-2-1-16,-1 0 2 0,0 0-1 0,-1 2 0 15,2-1 0-15,0-1 1 0,0 0-1 0,0-1 0 16,-2 2 0-16,3-1 1 0,-1-1 0 0,-1-1 0 15,-3 1 0-15,3 0-1 0,-1-1 0 0,2 0 0 16,2 2 0-16,2 0 0 0,-1-1-1 0,0 2 1 0,1-3 0 16,2 1 1-16,-2 1-1 0,1-1 0 0,-4-1 2 15,1 0-1-15,-2 0 0 0,4 1-2 0,-1-1 1 16,-1 1 1-16,0-1 0 0,-1 1 1 16,2-1-1-16,2 0-2 0,-1 1 0 0,-1-1 3 0,1-1-3 15,0 1 1-15,-1 0 0 0,3 0-2 0,-4-1 1 16,-2 0 1-16,1-1 2 0,2 2-2 0,1 1 2 15,-1-1-2-15,-1-1 0 0,-1 0 0 0,-1 1 0 16,5 1 2-16,-3-1-2 0,-2 0-2 0,0 0 1 16,0 0 1-16,0 0-2 0,2 1 3 0,0-1-3 15,0 1 1-15,-2 2 0 0,3-1 1 0,-1 0 0 16,-1 0 1-16,-1 0-1 0,2 0 0 0,0 0 0 16,0 0-1-16,-1-1 1 0,1 1 0 0,0 0 0 15,0-1 0-15,-1 1 0 0,1 0 0 0,-1 1 0 0,0 0 0 0,1-1 0 16,0 0-1-16,-2 2 1 0,1-2 1 0,-1 3 1 15,2 0 0-15,-1-1 0 0,-1 0 0 0,1 1 2 16,-1-1-3-16,0 1 1 0,0-4 1 0,0 3 1 16,0-3-3-16,-2 0 1 0,2 1 1 0,-2 1-1 15,1-1 3-15,0 0-1 0,-2-1-1 0,0-1-1 16,2 1 2-16,0 1 0 0,-2-2 0 0,0 1 0 16,1-1-1-16,0 0 2 0,-1 2-1 0,3-1 2 15,-1 0 0-15,-3 0-1 0,1-1-1 0,2 0 0 16,0 0-1-16,-2 1-1 0,-1-1 0 0,2 0-1 15,-1 0 1-15,3 0-1 0,-3 0-1 0,-1 0 1 16,3 0 2-16,0 0-3 0,0-1 0 0,1 1 2 0,-1 0-2 16,-1-1 0-16,0 0 0 0,0 1 2 0,1 0-2 0,-2 0 0 15,-1 0 2-15,-4-1-2 0,5 1 1 0,-1 0 0 16,0 0 0-16,-1 1-2 0,-1 0 2 0,2-1-1 16,4 0-1-16,-6 1 1 0,2-1 0 0,1 0-2 15,-1 0 2-15,3 1 1 0,-1-1-1 0,-4 0 0 16,6 0-1-16,-2 1 0 0,2 0 1 0,-2-1-1 15,1 1 0-15,1 3-1 0,-2-3 2 0,2 1 0 16,0 0-1-16,1 0 1 0,-1 0 0 0,0-1-3 0,0 2-14 16,-1 0-49-16,2 0-41 0,-1 1 82 0,0-1-60 15,2 1-37-15</inkml:trace>
  <inkml:trace contextRef="#ctx0" brushRef="#br3" timeOffset="201510.23">13668 16209 101 0,'0'-4'75'0,"-3"3"-26"0,3-1-29 15,-1 0 18-15,1 2-9 0,0-1-16 0,-1 1-1 16,1 0-1-16,0 0 1 0,1-1 2 0,-1 1 5 16,1 0 0-16,-1 0 1 0,0-1-3 0,0 1 1 15,0 0-3-15,0 0-4 0,0-1 0 0,2 1-1 16,-2 0-2-16,1 0 1 0,0 1 2 0,0-1-1 15,0 2 2-15,-1 0 3 0,0-1 0 0,0 2 0 16,0-3 2-16,0 3 0 0,1-3-1 0,-1 2 0 0,0 1-3 0,0-1 2 16,0 2-3-16,0-3-3 0,2 2-2 0,-2-1 0 15,0 1 0-15,1 1-2 0,0-1-3 0,-1-1 1 16,2 3-1-16,-2-2 0 0,0 1-1 0,1 1 0 16,0-2-1-16,-1 1 0 0,1-1 1 0,-1 1-1 15,0-2 1-15,1 1 0 0,-1 1 1 0,0-1 0 16,1 0 2-16,-1-1 1 0,0 1 1 0,0 0 2 15,2-1-1-15,-2 0-2 0,0 0 0 0,0 2 2 16,0-1-2-16,0 0-3 0,1 1 1 0,-1-2-1 0,0 0 0 16,0 2 2-16,0-3-1 0,0 1-1 0,0-1 1 15,0 0 1-15,0 1-3 0,1-2 0 0,0 1 1 16,-1-1-6-16,2 1-8 0,-1 0-10 0,0 0-43 16,0-1-29-16,0 0 70 0,-1 1-54 0,1 2-30 0</inkml:trace>
  <inkml:trace contextRef="#ctx0" brushRef="#br3" timeOffset="202459.18">13597 16226 13 0,'-4'-2'38'16,"2"1"0"-16,0-2-16 0,1-1 6 0,0 4 9 16,1 0-3-16,0 0-2 0,0 0-1 0,0 0-1 15,-1-2-1-15,1 2-2 0,1 0-1 0,-1-1-5 0,0 1-2 16,0-1-6-16,1 1-2 0,0 0-1 0,0 0 3 15,0 0 2-15,2 0 4 0,-2 1-1 0,-1-1 3 16,2-1 2-16,-2 1-1 0,2-2-1 0,0 1-2 16,-1-1-6-16,3-2-1 0,-1 4-2 0,0-1-3 15,2-1-5-15,-1 2 1 0,-1-1-2 0,3 1 2 16,0-1 3-16,1-1 0 0,-2-2 2 0,2 3 0 16,1 0 6-16,0-2 0 0,1 0 1 0,-1-2 0 15,1 3 0-15,-1-1-1 0,2 2-1 0,-1-3 0 16,-1 1-3-16,1 3-4 0,1 0 0 0,-1-2-1 15,1 2-2-15,-2 0-1 0,-1-1-2 0,5 1 0 16,-1 0 0-16,-1 0 0 0,0 1 3 0,-1 1-4 16,1-2 0-16,-2 2 1 0,-2 2 0 0,0-2 2 15,2 0 2-15,-4 1-1 0,-1 0-1 0,2 1 2 0,-1-1 2 16,2 0-2-16,-2 0 1 0,1 1-3 0,-4 1 1 16,5 0 0-16,-3-3-1 0,2 3 0 0,-3 0 0 15,0-1 1-15,-1 2-2 0,1-3 3 0,-2-1 1 16,1 1 0-16,0 3 4 0,-2-3-2 0,1 2-1 15,0-2 1-15,0 0 0 0,0 3-2 0,-3-1-1 16,3 1-3-16,-1-2 2 0,1 0-1 0,0 2-1 16,1 0-2-16,-2-1 2 0,1 0 2 0,0 1-1 15,-1-2-1-15,1 0 0 0,1 1 2 16,-1-2 1-16,-5-1 1 0,3 2-2 0,2-1-2 0,-5-1 3 16,5 0 0-16,-1 0-2 0,-4 1-1 0,5-1 1 15,0 1-1-15,0-1-1 0,0 0 1 0,0 0 0 16,-2 0 0-16,1-1 4 0,-2 0-2 0,1 1 0 0,0-2 0 15,-2 0 3-15,1 1-3 0,-1-1-1 0,-1 0 3 0,1 0-4 16,-1-2 0-16,3 1 0 0,-3 0 1 0,1 1-2 16,1-2 3-16,0 2-2 0,6 0-2 0,-8-1 1 15,5 1 3-15,-2 0-1 0,0 0-2 0,-4-2 2 16,1 2-2-16,-5-1 1 0,1 1 2 0,6 0-3 16,-10 0 0-16,6 0 0 0,-5-1 0 0,6 1 0 15,-1 0 0-15,-3 0 0 0,0 0-2 0,-2 0 2 16,6 1 1-16,-2-1-1 0,0 4 0 0,2-4 0 0,-1 2 0 15,4 0 0-15,-4-1 0 0,4 2-2 0,-1 0 1 16,0-1 1-16,1-1 0 0,1 1 0 0,0 0-2 16,1 0 1-16,1 1-1 0,-1-3 2 0,1 2 0 15,1-2-2-15,-1 1-1 0,1 0 2 0,1-1 0 16,-2 0 1-16,0 0 1 0,1 1-1 0,-1-1 1 16,0 0-1-16,0 0 1 0,0 0 0 0,0 0 0 15,0 0 0-15,2 1-1 0,-2-1 0 16,0 0 0-16,0 0 0 0,2 2 1 0,-2-2-1 0,0 0 0 15,0 0 0-15,-2 0 0 0,1 0-4 0,1 2-4 16,-2-2-3-16,0 1-8 0,0 0-24 0,0 0-19 16,1-1-20-16,1 0-26 0,-1 2 70 0,0 0-55 15,1-1-16-15</inkml:trace>
  <inkml:trace contextRef="#ctx0" brushRef="#br3" timeOffset="206231.27">13427 16706 44 0,'2'-1'34'0,"0"1"-13"0,-2-4-8 0,0 4 8 0,-2 0-4 16,1-2-3-16,-1 2 3 0,2 0-3 0,-1-1 3 16,0-1-1-16,1 1-3 0,0 1-1 0,0 0-2 15,0-1-2-15,0 1 1 0,0 0 1 0,-2 0 3 16,1 0 1-16,-2 0 2 0,5 1 0 0,-7 0 0 15,5-1 2-15,0 1-2 0,-2-1 2 0,2 1-5 16,-2 0-2-16,1-1 0 0,1 0 0 0,-1 0 1 16,1 0-4-16,-3 0-3 0,3 0-2 0,0 2 3 15,3 0-4-15,-3 0-1 0,0 0 1 0,-3-1-3 0,3 0 1 16,0 0 2-16,0 0 0 0,-3 0 1 0,1 1 1 16,2-1 4-16,-4 0-1 0,5 0 3 0,-2 1 1 15,1 0-1-15,0-1 1 0,-3 0 0 0,-3 0 2 16,3 1-1-16,-1-1 1 0,1 2 0 0,-4-3-1 15,1 2 1-15,4 2-2 0,-4-2-1 0,7 1 0 16,-2-1-1-16,-1 0 2 0,-2 2 1 0,2-3 1 16,-2 1 0-16,-1-2 0 0,5 3 1 0,-6-1-2 15,4 0-1-15,0 1-3 0,1-2-3 0,0 1 0 16,1 0-5-16,0 0 2 0,0 1-1 0,0-2 0 16,0 1-2-16,0 0 2 0,0 0-1 0,-2-1 0 15,5 1 0-15,-2-2 2 0,3 3-2 0,-1-2 2 16,2 0 0-16,-2 0-1 0,3 1-1 0,-4-1 3 15,0 0 1-15,2 0-1 0,-1 1-1 0,-2-2-1 0,1 0 0 16,0 0-1-16,1 1 0 0,2-1 0 0,0 1-2 16,-2 2 1-16,2-2 0 0,0 0 1 0,1 0 0 15,-2 0 2-15,1 2 0 0,-2-3-2 0,-3 0 0 0,6 0 0 16,-3-2 0-16,-1 2 0 0,0 0 2 0,3 0 0 16,-3 0 5-16,3 2 1 0,-2-2 4 0,-2 0 0 0,4 0 0 15,-2 0 5-15,-3-3-2 0,0 3-1 16,2-1-2-16,1 0-1 0,0-1-1 0,-2 1-2 0,-1-2-1 15,0 0-3-15,4 2-1 0,-4-2 2 0,0 1-3 16,2 0 0-16,-1-1-2 0,2 1 2 0,0 0-2 16,-2 0 1-16,-1 0 0 0,3 0-1 0,1 0 0 15,-2 1 0-15,0 1 0 0,0-2 0 0,1 0 0 16,1 1 0-16,-2-1 1 0,0 1-1 0,-2-3 1 16,2 1-1-16,2-1-1 0,-3 0 1 0,-1 3 1 15,3-2-1-15,-3 1 0 0,3 0 1 0,-3 0-1 16,0 0 2-16,0 2-2 0,0 0 0 0,0-1-1 15,1 0 2-15,-1 0-2 0,0 0 1 0,0 0 1 16,0 0 0-16,-1-1-1 0,1 0 1 0,-2 0 2 16,1 0-3-16,-1 2 1 0,1 0-1 0,-2-2 0 15,3 1 0-15,0 1 0 0,-2-2 0 0,2 2-1 16,0 0 1-16,-1 0 1 0,-1-4-1 0,2 4 1 0,-1-2-1 16,-3 0-1-16,2 2 1 0,-1-1 0 0,1 1 0 15,-1-1-2-15,2 1 2 0,-4 0 0 16,5 1-2-16,-1-1 2 0,-1 0 0 0,2 0 3 15,-6-1-4-15,6 0 1 0,-1 2 0 0,-1-1-1 0,-2 0 1 16,4 0 0-16,-2 0-1 0,-1 0 1 0,3 2-2 16,0-1 2-16,-2-1 0 0,1 0 0 0,-4 1 2 15,4 0-2-15,-1 0 0 0,-1 0 0 0,3-1 2 16,-6 0-2-16,1 2 0 0,4-2 0 0,-1 0-2 16,-4 1 0-16,3-1 2 0,3 3-3 0,-4-1 2 15,6 1-1-15,-4-3 0 0,2 4 0 0,0-1-1 0,0-1-6 16,-2 0-6-16,-1 0-4 0,1 1-5 0,-3-1-7 0,4 1-21 15,-3 0-13-15,4-1-10 0,0 2-11 0,1-2 53 16,-1 1-40-16,0 0-8 0</inkml:trace>
  <inkml:trace contextRef="#ctx0" brushRef="#br3" timeOffset="207342.18">13583 16743 95 0,'0'0'58'0,"-1"0"-21"0,1 0-15 15,0 0 10-15,0 0 0 0,-1 0-2 0,1 1 1 0,0-1-5 16,-2 1-2-16,2-1-1 0,0 0-3 0,0 0-1 16,2 1-4-16,-2 0 5 0,1-1 1 0,0 2-2 15,0-1 1-15,-1 1 0 0,2 0 3 0,-2-2 0 16,1 0 4-16,1 1-5 0,-1 0 2 0,0 0 0 15,-1 0 1-15,2 0 1 0,-1-1-4 0,0 2-1 16,1-2-3-16,-2 1-2 0,0-1-8 0,1 0 3 16,0 0-5-16,-1 1 0 0,0-1-4 0,1 1 0 15,-1-1-1-15,0 1 3 0,0-1 0 0,0 0-2 16,0 0-1-16,0 0-1 0,0 0 3 0,1 0 0 16,-1 0-1-16,0 1 0 0,0-1 0 0,1 1-1 15,-1 0 2-15,0 0 2 0,0-1-2 0,0 0 1 16,0 0-2-16,-1-1 1 0,1 0 2 0,0 1 3 0,0-1-6 15,0 1 0-15,-1-1 3 0,1 1-1 16,0-1 0-16,-1 0 2 0,0 0-5 0,0-2 0 16,1 1 2-16,0 0-1 0,0 0-1 0,0 0 0 0,0 2 0 15,0-2-1-15,0-1 0 0,0 1 0 0,1 1 0 16,-1-1 0-16,0 1 0 0,0-1-2 0,0 0 2 16,0-1 0-16,0 3 1 0,0-2 0 0,0 0-1 15,0 1 0-15,0 0 0 0,0 0 0 0,0-1 1 0,0 1-2 16,1 0 0-16,-1 0 0 0,0 0 2 0,0 1-1 15,1-1 0-15,-1 0-1 0,2-1 0 0,-2 1 1 16,1 1-1-16,1 0 1 0,-1 0-4 0,0-1 2 16,-1-1-1-16,2 2 3 0,-1-1-2 0,1 1 2 15,-1 0-1-15,0-2 0 0,2 1 2 0,-2-1-2 0,1 1 2 16,-2 0-2-16,1 1 1 0,1-3-2 0,-1 3 1 16,1-1 1-16,-2-1 0 0,3 1 0 0,-2 0-2 15,1 0 2-15,-1-2-1 0,0 2 2 0,1-1 0 16,1 2-1-16,-1-1-1 0,0-2 1 0,-2 1 2 15,1-1-2-15,2 3 1 0,-1 0-1 0,0-3 0 16,0 3 0-16,0 0 2 0,0 0 0 0,-1 0-2 16,1 0-1-16,-2 0 2 0,3 0-2 0,-2 0-1 15,0 0 2-15,-1 0 0 0,2-2 0 0,0 3 1 16,-1-2 0-16,0 0 0 0,2 0 1 0,-3-2 2 16,2 1-2-16,0-1 1 0,0 3 0 0,-1-1 2 15,3 1 0-15,-3 0-2 0,1-1 2 0,0 1-2 16,-1-1 1-16,1 1 0 0,0-2-1 0,1 0-2 0,0-1 0 15,-2 2 1-15,2 0 2 0,1 1-4 0,-2 0 0 16,1 0 0-16,0-2 0 0,0 2 3 0,-2-1-3 16,2 0 2-16,-1 0-2 0,0-2 2 0,1 1-2 15,-1 0 0-15,-1 2 0 0,3 0 1 0,-2-1 1 16,1 0-2-16,-2 1-1 0,2-1 1 0,-2 1 1 16,1 0-1-16,-2-1 0 0,1 1-1 0,2 2-1 15,-2-2-8-15,0 1-30 0,-1 0-22 0,0-1-26 16,1 0 63-16,-1 4-63 0,2-3-36 0</inkml:trace>
  <inkml:trace contextRef="#ctx0" brushRef="#br3" timeOffset="-205535.94">13062 16913 50 0,'0'-2'64'0,"0"-2"-13"16,1 2-21-16,-1 0 15 0,2-1 3 0,-2 0-2 0,0 1-1 15,0 0-13-15,0 0 0 0,2 1-2 0,-2 0 0 16,0 0-3-16,0 1-5 0,1-3-1 0,-1 3-1 16,0-1-1-16,0 1-4 0,0-1-2 0,-1 1-4 15,1 0-1-15,0 0-6 0,-2 0-1 0,2 2-1 16,0-2-1-16,0 1 0 0,-1 1 1 0,1-1 0 16,0 0 1-16,0-1 2 0,-2 1-1 0,0 0 2 15,2 1 0-15,-1-1 0 0,0 1 0 0,0 2 1 16,0-2 2-16,0 1 2 0,1 0 3 0,-2 1-1 15,0-2 2-15,-1 1 4 0,1-1 1 0,0 2 0 16,0-1 2-16,0 0-1 0,-2 1 2 0,0-1-1 16,-2 1 0-16,4 2-3 0,-2-2 1 0,-2-1-2 15,-1 3-2-15,2-1-1 0,2 3 0 0,1-3-3 16,-1 2 2-16,-4-3 1 0,4 2-1 0,-4 2 2 16,4-2-1-16,-1-3-1 0,-3 2-2 0,3 0 2 0,-3 1-3 15,4-1-1-15,-1 2-7 0,1-2 0 16,-2 1 2-16,1 0-1 0,-1 0 0 0,2 1-2 0,-2 1 2 15,0-1-2-15,0 0 2 0,0 0 0 0,1-1 0 0,1 3-2 16,-3-1 0-16,0 2 0 0,2-4-1 0,1 2 2 16,-4 0-1-16,7-1 0 0,-4 1 0 0,0-1 1 15,3-3-1-15,-1 2 0 0,1-1 1 0,-2 0-1 16,1 0 1-16,-3 0 0 0,4 0-1 0,1-1 2 16,1 0-2-16,-2 1 0 0,1 0 1 0,-1-2-1 15,1 2 0-15,1-1 1 0,-1 1 0 0,-2-1-2 16,2 0 2-16,1 0 0 0,-2 1-1 0,1-2 0 0,0 3 2 15,0-2-2-15,1 1 0 0,-1-2 0 0,0 1 0 16,-1 2 3-16,3-2-1 0,-1-1-1 0,1 1-1 16,1-1 1-16,-2 1 1 0,5 1 1 0,0 0-3 15,-5-3-1-15,4 1 0 0,1 1 1 0,-3 0 2 16,1-1-2-16,1 0-2 0,-3-2 2 0,3 2 1 16,-1-1 1-16,-1 4 1 0,0-5-3 0,-2 1 1 15,3 1 1-15,-1 0 2 0,-2-2-1 0,2 1-2 16,1 1 1-16,0-3-2 0,2 2 1 0,-3 1 1 15,0-3 0-15,-2 0-1 0,5 0 0 0,-3 0 1 16,5 0-1-16,-7-1 3 0,3-2 1 0,3 3-3 0,-4-2-1 16,3 1 1-16,-2-1 2 0,0-3-3 0,-2 2 3 15,5 0-4-15,-5 0 1 0,4 0 1 0,-1 0 0 0,-2 0-1 16,0 0 0-16,1 1 1 0,0 1-1 0,1-1 0 16,-2 0-1-16,1 0 2 0,-1 1 0 0,0 0 1 15,3 0-2-15,-3-1 0 0,-1 0 3 0,0 0-2 16,-1 1 0-16,1-2 1 0,-1 1-1 0,2-2 1 15,-3 2 1-15,0-2-3 0,0 0 0 0,0 2 0 16,0 0 1-16,0-1-1 0,0 1-1 0,-3-1 0 16,3 0 0-16,-1 0 0 0,-1 2 2 0,-1-3-2 15,1 2 1-15,-1-1 0 0,-1 0 0 0,2 0-1 16,-3 1 2-16,4 0-2 0,-2-1 0 0,2 1 3 16,-2-1-3-16,-1 1 0 0,1 0 0 0,3 1 0 15,-2-1 0-15,-1 2-2 0,0-1 0 0,1-2-1 16,1 2 2-16,-1 1 0 0,0-1-1 0,-2 1 0 15,2-1 1-15,0 1 0 0,0-2 1 0,0 2-1 16,2 0 0-16,-5 0-1 0,3 1 1 0,-2-1 1 16,-2 1-2-16,5 0 2 0,-1 1 1 0,-1 0 0 0,2-1-2 15,-3 0 1-15,1-1-1 0,3 1 1 0,-3-1-1 16,1 2 0-16,-3-1-2 0,2-1 1 0,0 1 2 16,-1 0-1-16,4 3 0 0,-4-2 0 0,2-1 1 15,1 1 0-15,-1 0-1 0,0 0 1 0,1 2 0 0,0-2-3 16,1-1 2-16,0 1 0 0,0 0 0 15,0 1-2-15,0 0 2 0,4-1 1 0,-3 1 0 0,-2 0 2 16,-1 0-2-16,2 2-16 0,0-3-7 0,7 2-11 16,-7-2-12-16,0 1-48 0,2-1-30 0,7 3 80 15,-7-3-65-15,6-1-35 0</inkml:trace>
  <inkml:trace contextRef="#ctx0" brushRef="#br3" timeOffset="-204390.34">13346 17006 71 0,'1'-1'47'0,"0"1"-21"0,-3-2-15 0,2 2 9 16,2 0 4-16,-2 0 0 0,0 0 6 0,0 0 3 15,1 0 5-15,-1 0 4 0,2 0 2 0,-4 0 3 16,-2-2-1-16,1 2-2 0,3 0-7 0,0-1 1 16,-1 0-3-16,0 0 0 0,-2 1-6 0,3-1-4 0,3 2-2 15,-3-2-4-15,0 1-6 0,0 0-4 0,0-1 0 0,-1 1-4 16,-2-1-1-16,2 1 0 0,1-2-2 0,-1 2-1 16,1 0 0-16,0 0 1 0,-4-2-2 0,3 0 3 15,1 1-3-15,-3-1 2 0,5 2-1 0,-2-1 1 16,-4-1 0-16,5 2-1 0,2 0 1 0,-2 0-2 15,-1-1 2-15,-3 0-2 0,-2-2 0 0,4 3 1 16,1-2-1-16,-3 2 0 0,0 0 2 0,-1-3-2 16,1 2 0-16,1 0 0 0,0 1 0 0,-1 0-2 15,-2-2 2-15,1 2 0 0,0-3 0 0,1 3 0 16,0 0 0-16,-2 0-2 0,1 0 1 0,-2 0-2 16,3 2 1-16,-1-1-2 0,-1 0 1 0,0 2-1 15,0-1 2-15,-1 0-2 0,4 1 2 0,-2 0 2 16,0 0 0-16,0-1-2 0,-1 2 2 0,1-1 0 15,2 0-1-15,-1 2-1 0,-1-4 1 0,3 2-2 16,-3-1 1-16,1 3 3 0,0-1-1 0,0-1-2 16,2 3 2-16,-3-2 1 0,2 1 2 0,1 0 0 0,-3-3-1 15,3 2 2-15,-2 0 0 0,1-1 2 0,0 0-2 16,1-1 3-16,-2 3-2 0,3-1-3 0,0 1 5 16,-1-1-3-16,0-1-2 0,1 1 1 0,-2 0-1 15,1-2 0-15,1 3-2 0,0-2 2 0,0 0-1 16,1 1-2-16,-1 1 1 0,2-3 0 0,-1 2-1 15,2 2 2-15,-3-5-1 0,1 3 0 0,0 0 0 16,1-2 1-16,-1 0-1 0,2 0 3 0,1-1-2 16,-3 3-2-16,0-1 1 0,2-3 0 0,0 2 0 15,-1-1 2-15,0 1 0 0,0 2 0 0,0-4-2 16,1 2 2-16,1 0-1 0,-3 0 1 0,1 0-1 0,3 0 0 16,-3-1-2-16,1-1 0 0,0 0 2 0,2 1 0 0,-1-1 2 15,1 0-3-15,0-2-1 0,-2 2 4 0,2 0-1 16,-1 2 0-16,0-2-1 0,1-1-1 0,-1-2 0 15,-1 3 1-15,3 2 0 0,1-2-2 0,-2 0 0 16,-1-2 2-16,3 2 0 0,-5-1 0 0,0 1 2 16,4-1-2-16,-4-1 1 0,-1 1 0 0,2 1 2 15,-3-2-4-15,4 2 0 0,-3-1 3 0,3 1-3 16,-4 0 0-16,2-1 2 0,3-1 0 0,-4 1-1 16,1 1 0-16,1-2-1 0,2 1 0 0,-3-1 1 0,1 2 2 15,0-1-2-15,-3-1 0 0,1-1-1 0,2 2 4 16,1-1-4-16,-4 0 2 0,3 1-1 0,-3-1 0 15,1 1 0-15,3 2 0 0,-4-5 2 16,-1 2-1-16,-3-1 3 0,4 2-2 0,-2-4-1 0,0 3 0 16,2 0 0-16,0 0 0 0,0 0 0 0,-2-1-1 15,1 0-1-15,1-1 1 0,-1 3 2 0,-1-3-1 16,1 1-1-16,1-1 1 0,-3 2-1 0,3-2 2 16,-3 1-2-16,1 3 0 0,1-4-1 0,-3 1 0 15,1 1 1-15,1 1-1 0,0-1 0 0,-2 1 0 16,2-2 0-16,0-1 0 0,-1 2 2 0,0-1-2 15,-1 0 1-15,0-3 0 0,-3 2-1 0,5-2 2 16,-1 3-2-16,0 1 1 0,0-2 2 0,-1 0-2 0,4 1-1 16,-2 1 3-16,2 1-3 0,-1-3-9 0,1 3-11 15,-2-1-19-15,1 0-63 0,1 2 81 16,0 1-51-16,0 1-38 0</inkml:trace>
  <inkml:trace contextRef="#ctx0" brushRef="#br3" timeOffset="-203649.51">13199 17249 102 0,'0'-3'105'0,"0"-2"-23"0,0 2-39 16,-2 2 19-16,0 0-1 0,1 0-1 0,-1 1-15 16,1-1-1-16,0 1-2 0,-2 0 0 0,1 0-7 15,1 0-3-15,-3-3-1 0,2 3-3 0,-1 0-8 16,0-1-5-16,1 0 0 0,0 1-3 0,-2-1-3 15,2 1-1-15,1 0-3 0,-3 0-1 0,3 0-3 16,-2 1 4-16,2 2-2 0,-1-3 2 0,0 3 0 0,1 0-1 0,-5-2 4 16,4 1 0-16,0 2 1 0,-2-3-1 0,-1 0 0 15,2 2 0-15,-1-1-1 0,0-1 1 0,1 3-2 16,0-2 0-16,0 1-2 0,-1-1 1 0,1 3 0 16,-1-3-2-16,0 0 3 0,-1 2 0 0,3 0 0 15,-1-1-1-15,-1 0 3 0,1 1-2 0,2 0 0 16,0 0-1-16,-2 1-3 0,2-1 1 0,0 2-3 15,1 0 2-15,0 1-2 0,0-2 1 0,1 2-1 16,0-1 1-16,2 2 2 0,-1 0-2 0,2-2 2 16,-2 2-2-16,3-1 3 0,-1 1-2 0,0-1 1 15,2-1-3-15,-3 0 3 0,2-1-1 0,-1 2 1 16,1-3 1-16,-1 1-3 0,0-2 1 0,0 0 0 0,2 0 2 16,1 1-3-16,-2-2 0 0,0 1 2 0,-1-2-3 0,2 0 5 15,-1-1-4-15,-1 0 1 0,0 0-1 0,2-2 0 16,-4 0 3-16,3 0-4 0,-2-1 1 0,2-1 0 15,0 1 1-15,-2-1-1 0,2 0 0 0,-1 2 1 16,0-2-1-16,-2-1 2 0,2 1 0 0,0 0 0 16,-2-1-2-16,3 0 2 0,-3-1-2 0,-1-3 0 15,3 2 1-15,-3-2-1 0,1 4 1 0,0-5-1 16,-2 2 2-16,-2-1-1 0,2 2 0 0,-1 0 0 16,-1 3-1-16,1-2 0 0,0-1-1 0,-1 2-1 0,2 1 1 15,-2-1 0-15,-1 2 0 0,1-2 0 0,1 1 0 16,0 1 2-16,0 2-1 0,-2-2 0 0,0 1-1 15,3 2 0-15,-2-3-1 0,1 3 0 0,0-2 0 16,0 3-10-16,-1-1-5 0,2 1-20 0,0 2-15 16,-1-3-19-16,0 1-25 0,0 2 61 0,1-2-51 15,0 2-11-15</inkml:trace>
  <inkml:trace contextRef="#ctx0" brushRef="#br3" timeOffset="-203327.4">13434 17391 628 0,'-3'-6'287'16,"-2"0"-165"-16,3 1-80 0,-6 0 9 0,6 2-3 0,-1 0-4 0,1-1-23 16,1 3-7-16,2 0-5 0,-1 0-4 0,0 0-1 15,-1 0-2-15,-2 0-2 0,3 0 1 0,3 0 1 16,-3 1-1-16,0 0-1 0,0 0 0 0,3 0 0 16,-1 1-4-16,5-1-9 0,-6 2-54 0,2-1-40 15,0 0-50-15,4 1 114 0,-3 1-115 0,3-1-60 16</inkml:trace>
  <inkml:trace contextRef="#ctx0" brushRef="#br3" timeOffset="-202009.12">13543 17188 34 0,'0'0'65'0,"0"0"1"0,-1 0-29 0,1 0 26 15,-1-2 2-15,1 1 0 0,0 1-2 0,0-2-6 16,-1 0-3-16,1 0-6 0,0-1-5 0,0 1-13 15,1 1-9-15,-1 0-3 0,1 0-7 0,0 0-5 16,0-1-1-16,0 1 1 0,1 1 0 0,0 0 3 16,0-2 2-16,-2-1-1 0,2 1 3 0,0 1-1 15,1 1-1-15,0-2-1 0,-1-1-1 0,0 2-4 16,3 1-1-16,-1-2 0 0,-1-2 2 0,1 4-5 16,-1-2 2-16,1-2-4 0,1 4 2 0,0-3 0 15,-1 0 3-15,1 4-3 0,-1-1-1 0,1-1 2 16,-1 1-1-16,0 0 1 0,2 0-1 0,-2 2 0 15,1-2-1-15,-1 0 0 0,-1 1 0 0,3 2 0 16,-2-2-1-16,0 3 0 0,1-1-3 0,-2-2 2 16,0 2 1-16,2-1-2 0,-2 0 3 0,1 3 0 15,1-1 0-15,-3 0 2 0,2-1 1 0,0 2 0 0,-1-2-3 16,-1 4 2-16,1-2-1 0,0-2-1 0,-1 1 0 16,1-1 0-16,-2 2 0 0,0 1-1 0,1-1 2 15,-2 0-1-15,0-1 1 0,0 2 1 0,-1-2 0 16,-1 3 2-16,1-3 1 0,-2 0 5 0,1 2 0 0,-2 0 1 15,2 0 2-15,-2 1 4 0,-1 0-1 0,-1 0-3 16,3-1 1-16,-3 2-4 0,-1-2 0 0,0 2-2 16,1 2-3-16,-1-1-3 0,0 2 2 0,1-4-1 15,-3 4-1-15,2-1 2 0,1-1 0 0,-1 1 0 16,-1-2-1-16,3 0 1 0,-3 1 0 0,2-3 0 16,0 2-1-16,1-1 3 0,0-3-4 0,-1 2 3 15,1-2-1-15,1 0 1 0,1 0 0 0,-2-2 0 0,1 0 0 16,0-2-1-16,0 0 2 0,2 0 0 0,0-1-1 0,0-1-1 15,0 0 0-15,-1-2 0 0,3 1 1 0,0 1-5 16,0-3 2-16,0 1-2 0,0 1 0 0,0-2 0 16,1 1-2-16,2 0 0 0,-2 0-1 0,1 0 0 15,1 1 1-15,-1-1 0 0,2 0 0 0,-3 1-2 16,3-1 2-16,-1 0 0 0,3 0 1 0,-5 0-1 16,3 1 0-16,0-2-1 0,0 1 0 0,-1 1 1 15,2 0-2-15,-2 2 1 0,0-2-2 0,2 3 4 16,-2 0-2-16,0 0 1 0,1 2 0 0,0-1 0 15,-3 1 0-15,2 0-1 0,1 0 2 0,-2 1-3 16,0 1 3-16,1-2-2 0,1 1 0 0,-2 2 2 16,1-1 1-16,-2-1 0 0,2 3-1 0,1-2 2 15,-3 2-1-15,-1-2-1 0,3 0 1 0,-1 2-1 16,2-1 1-16,-2 2-1 0,0-4 1 0,-1 2 0 16,1-1 1-16,1 0 0 0,0 1 1 0,-2-1 1 15,1-1-2-15,-1 1 2 0,0 0-2 0,1 0 0 0,-1 1 1 16,1-4 2-16,-1 3-2 0,0-3 1 0,0 2 1 15,2-1 0-15,-1 0-1 0,-1-2-7 0,2 0-10 16,1 0-15-16,-3 0-48 0,2 0-35 0,1-2 81 16,-2 1-66-16,2-4-49 0</inkml:trace>
  <inkml:trace contextRef="#ctx0" brushRef="#br3" timeOffset="-201267.15">13981 17126 179 0,'0'-5'119'0,"1"3"-40"0,-3-3-38 0,2 4 31 16,0 1-6-16,0 0-2 0,0 2-6 0,-2-2 0 15,2 0-5-15,-3-1-6 0,2 3-4 0,-3-2-11 0,2-1-8 16,0 2-2-16,-1-1-4 0,-2 4-12 0,0 0 1 16,1 3-1-16,0-4-1 0,2 4 2 0,-1-1 0 15,-1 0 0-15,1-2-2 0,-2 3 1 0,-1-3 0 16,4 4-1-16,-1-1 0 0,-4-1-1 0,1 2 1 15,-1 1-2-15,0 0 1 0,5 0-1 0,-4-3 0 16,0 1 0-16,1-1 1 0,2 2 0 0,1-1-2 16,-1 1 1-16,-1-2 0 0,0 2 1 0,1-2-3 15,0 2 3-15,-1-1-2 0,0 1-1 0,1-1 2 16,0-2-2-16,3 3-1 0,1 1 1 0,0-3 1 0,0 1-1 16,2 0 2-16,0 0-1 0,-3 0-1 0,4 1 0 15,-3 0 1-15,1-3 0 0,-1 3-1 0,3-2 2 0,-2 0-2 16,1 1 1-16,3-1-1 0,-2 0 3 0,2-4-2 15,-1 2 2-15,-3 2-1 0,7-2-3 0,-5 1 2 16,3-3 1-16,1 1 0 0,0 0-1 0,-4 1 0 16,5-3 0-16,-2-1 1 0,-3 1 0 0,3-1 1 15,-1-1-3-15,0-1 3 0,-2-2-1 0,3 1 0 16,-1 0 2-16,1-2-3 0,-1 1 2 0,0 0-2 0,0-1 0 16,0 0 0-16,-1-1 2 0,0 1-2 15,-2 0-1-15,-2 0 2 0,1-1 0 0,0 2-1 16,-2 0 2-16,0 0-1 0,0-3-1 0,0 3 3 0,0-1-2 15,0 2-3-15,-2-2 2 0,0-1 1 0,1 0-2 16,-2 2-1-16,0 3 0 0,0-5-1 0,-1 2 1 16,-1-1 0-16,2 4 1 0,-1-2-3 0,-2 1 1 15,1 1-1-15,2 0-1 0,-3 1 2 0,-1 1-2 16,1 0 2-16,-1-1-3 0,0 2 3 0,2 2-3 16,-2 0 2-16,2 0 1 0,-2 2 1 0,2-2-3 15,2 4 0-15,-7-3 3 0,7 2-1 0,-2-2 3 16,0 1-2-16,-2-1 1 0,6 2-23 0,-4-3-8 15,5 3-13-15,0-2-17 0,0 1-50 0,0-1-32 16,-1 1 90-16,1-3-76 0,-1 0-31 0</inkml:trace>
  <inkml:trace contextRef="#ctx0" brushRef="#br3" timeOffset="-200340.14">14101 16974 104 0,'-5'7'68'0,"2"-3"-20"0,0 2-17 0,-1-2 12 16,1 2 2-16,-1-1 11 0,0-1-1 0,2 0-9 16,0 0-3-16,1 1-4 0,-3-1-2 0,2-2-6 15,0-1-1-15,1 3-13 0,-1-3-3 0,0 3-1 0,2-2-1 16,0-1-1-16,0 2-4 0,0 1-1 0,0-1 0 15,3-1-3-15,-1 0-1 0,0-1 2 0,2 1-1 16,-2 2 0-16,1-4 0 0,2 0 0 0,-3-1 0 16,3 1 1-16,-1-1 0 0,1 1-1 0,-1-2 0 15,1 0 2-15,-1 0-2 0,2 2 0 0,-3-3 1 16,1-2-1-16,1 1 1 0,-2 1-2 0,0-4 3 16,1 3-2-16,-1-3 1 0,0 1 2 0,-1-1-6 15,2 1 5-15,-2-1 0 0,0 0-1 0,-2 0-3 16,3 0 1-16,-2 2 0 0,0 0-1 0,1 0 1 15,-2 0-2-15,0 2 0 0,0 0 0 0,1 1 2 16,-1 0 0-16,-1-1-2 0,1 1 1 0,0 2-1 16,-2-1 0-16,2 0-2 0,0 1 1 0,-1 0-2 0,1 0 0 15,-1 1-1-15,0 0 1 0,1 0 0 0,-1 0-1 16,1 3 3-16,-1-2-2 0,-1-1 2 16,2 2-1-16,-1-1 1 0,0-1-3 0,-1 3 4 0,2-1-1 15,-1-1 1-15,1 3 0 0,0-2-3 0,0-1 3 16,0 2-1-16,0 0 3 0,0 0-2 0,1-1 1 15,1 1-1-15,-1 0-1 0,2 2 1 0,-1 0 2 16,0 0-3-16,2 0 1 0,-2 1-2 0,0-1 2 16,1 1-1-16,1-2 2 0,-3-1 0 0,2-1-2 15,0 2 1-15,1-1 0 0,-1-1 1 0,1 1-1 16,1-1 0-16,1 3 1 0,-1-3-1 0,0 1 2 16,-1-2-2-16,3-1 0 0,-3 2 0 0,1-1 3 15,-2-2-2-15,2 4-1 0,2-4 1 0,-4 2-1 16,2-1 3-16,-2 1-4 0,1 0 1 0,1-2-2 15,-2 3 2-15,-2 0-1 0,0-1-1 0,0 0 1 16,-1-1-1-16,1 0 2 0,-2 2 0 0,0-2 0 16,0 0-1-16,1 2 1 0,-1 0 0 0,0 1 7 0,1-1-1 15,-6 1 1-15,4 0 0 0,-1 0 4 0,-1 0 2 16,-1 0-1-16,0 1 5 0,-1 1-2 0,3-1 1 16,-2 2 2-16,-1-2 3 0,-1 1-1 0,2 0-3 0,0 3 4 15,-2-1-3-15,-1-2-5 0,3 2-1 0,-2-3 0 16,1 5-3-16,-2-2-3 0,0-1 1 0,2 0-2 15,-1 1-3-15,0 0 4 0,0 2-3 0,1 0-2 16,1-1 2-16,-2 2 0 0,2 0 4 0,2 0-4 16,-2-1 4-16,2-1-2 0,0 1 1 0,1-2-3 15,-1 2-7-15,3-1-30 0,-1-3-20 0,1 0-24 0,0 0-33 16,2 0 74-16,1-1-65 0,0-2-19 0</inkml:trace>
  <inkml:trace contextRef="#ctx0" brushRef="#br3" timeOffset="-199921.02">14240 17334 32 0,'-6'4'73'0,"2"0"7"0,-3 1-23 15,2 1 22-15,-1-1 2 0,1 1-6 0,-1-1-8 16,0 1-8-16,1 0-10 0,-1 0-9 0,4-1-14 15,-1 2-9-15,2-1-4 0,0 1-6 0,0 1-2 16,1-1-3-16,0-1 0 0,0-1 1 0,1 2-2 0,1-2-1 16,1 3-1-16,-2-4 3 0,0 1-2 0,3 1 1 15,-2-1-1-15,2 1 2 0,0 1-2 0,-1 1-2 16,1-4 5-16,0 0-1 0,3 2-1 0,0-1 2 16,-2-1 0-16,1-3-1 0,1 1 5 0,0-2 0 15,-2 1-3-15,2-1 2 0,-1-2 0 0,2 1-2 16,-1-3 2-16,-1 4-2 0,0-4-2 0,2 0 1 0,-3-1-1 15,3 2 1-15,-2-3 1 0,0 1 1 0,2 1-1 16,-2-3 2-16,1 3-1 0,-3-1 0 0,1 0 0 16,-1 0 2-16,-1 0-2 0,0-1 1 0,1 1-3 15,-3-2 0-15,0 1 2 0,-1-2-2 0,0-1 1 16,-1 2-1-16,1-1-1 0,-1 2-2 0,-6-2-3 16,4 0-4-16,0 2-6 0,-2 0-8 0,2 1-7 0,-1-1-25 15,0 2-13-15,-1-1-13 0,2 3-16 0,-2-3 58 16,2 3-45-16,-1-1-8 0</inkml:trace>
  <inkml:trace contextRef="#ctx0" brushRef="#br0" timeOffset="-185706.02">9228 14453 22 0,'0'-2'18'15,"1"1"-10"-15,-2-1-6 0,1 1 6 0,0 0-6 16,1 1-2-16,3 0 1 0,-3 0-4 0,-1-1-1 16,0 1 1-16,1 0 1 0,-1 1-3 0,0 0 2 15,0 1 1-15,0-1 0 0,0 4 0 0,2-2 2 16,-1 1 0-16,1 1-1 0,-1-3 2 0,2 2-1 0,-2 1 1 15,0-2 3-15,1 0 1 0,-2 2-1 0,2-3 7 16,-2 2 2-16,2 0 1 0,-1-1 5 0,2 0 0 16,-2-1 1-16,0 0 0 0,2 1 0 0,-1 0-1 15,-1-1-2-15,2 0-3 0,-1 1-2 16,0-1-2-16,0 1-5 0,-1 0 4 0,1 1-3 16,1-1-1-16,-1 1 1 0,0 0 0 0,0 0 2 0,1 2 4 15,0-1 2-15,0-1-3 0,-1 2 3 0,0-2 0 16,1 2-1-16,-1-1-1 0,1 1-3 0,-2-3-2 15,2 1 1-15,1 1 2 0,-1 0-6 0,-2-2 0 16,0 1 1-16,2 1 2 0,-2-1 1 0,2 0-3 16,-2-1-1-16,-1-2 0 0,2 2 1 0,-1 2 2 15,0-4-3-15,0 2-1 0,-1-2-2 0,0 3 3 16,0-1 0-16,1-3-1 0,-1 3-1 0,0-1 1 0,0-1 1 16,-1-1 0-16,1 0 14 0,0 0 6 0,0 0 2 15,-1 1 3-15,0-2 4 0,1 0 0 0,-1 0-5 16,1-2 2-16,-2 1-13 0,1-2-5 0,0-1-4 15,-1 1 0-15,1-2-6 0,0 1 1 0,0-3 1 16,0 4 0-16,-1-5 0 0,2 3-2 0,-4 0-1 16,1 0 0-16,0-2 1 0,0 2 1 0,0 0 0 15,-1 0 0-15,1 1-3 0,-1 0 1 0,1 0 1 16,0 0 0-16,2 2 0 0,-1-1-2 0,-1 0 0 16,-2 0-1-16,4 1 1 0,-2 1 0 0,1-2 0 0,-1 1-1 15,1 1 0-15,-2-2 1 0,4 2 0 0,-2-1 0 0,1 0 0 16,-2-1 0-16,0 0-1 0,3 1 1 0,-1 1-1 15,1-2 0-15,0 1 0 0,0 1 2 0,0-1-1 16,1 1-1-16,1 0-1 0,-2 0 1 0,1 0 1 16,-1 0 0-16,1 2 0 0,-1-2-2 0,2-1 1 15,-2 1 1-15,0 1 0 0,0 0 0 0,1 0-3 16,-1 0 3-16,2 0-1 0,-2-2 0 0,0 2 0 16,3 0 0-16,-1 0 1 0,0 0 0 0,0 0 0 15,0-1-1-15,0 0-1 0,0 2 2 0,1-1 0 16,1 1-2-16,-1-3 0 0,-1 2-1 0,1 0 3 15,1 0 0-15,-1 0 0 0,3 0-4 0,-3-1 1 16,3-1 3-16,-1 2-1 0,1 0 0 0,0-1 0 16,0 0-1-16,1 1 0 0,-2-1 0 0,2-1 1 15,-2 2 0-15,2 0-2 0,-2 1 1 0,1 0-2 0,1 0 1 16,-1 0 2-16,-2 1-1 0,2 0 0 0,-1-1 0 16,0 3 0-16,0-1 1 0,1-1 1 0,-2 0-1 15,2 2-3-15,-1-1 5 0,-1 1-2 0,2-1-1 16,-1 0 2-16,0 0-2 0,0 0 0 0,0 1 1 15,-2-1 1-15,1 1-3 0,2 0 3 0,-2 1-2 16,2-3 0-16,-3 2 0 0,0 0 2 0,-1 0-1 16,3-1 1-16,0-1 0 0,-1-1 0 0,-4 2 0 15,2 0 3-15,0-1-1 0,-2 1 0 0,1 0-1 16,2-1-1-16,-3 3 1 0,2-3 0 0,2 1 1 16,-4 2-2-16,2-2 0 0,-2 1 0 0,0-2 2 15,0 0-1-15,-3 3 2 0,0-2-1 0,3 0-1 16,-1 0 3-16,1-1 0 0,-1 1-3 0,1 3 1 15,0-2 1-15,0-2-1 0,-2 2 0 0,-3-1-1 0,2 1-1 16,-2-1 1-16,1 0 1 0,-1 0-1 0,2-1 2 0,-4 2-2 16,4-1 1-16,-1 0-1 0,-1 0 2 0,1-1-3 15,1 2 3-15,-2-1-1 0,0 0 0 0,2-1-1 16,-2 0 0-16,1 1 0 0,-1-1 0 0,2 2 1 16,-1-2 0-16,-1 0-2 0,2 0 0 0,0 0 0 15,-2 0 2-15,1-1 1 0,1 1-3 0,-1-1 0 16,0 1 0-16,3-1-1 0,-3 1 1 0,0 0 0 15,3 2 0-15,-1-2-2 0,0-1 3 0,0 1 0 16,-1 0 0-16,2 0-1 0,-1 0 2 0,1-1-1 0,0 0-1 16,1 1 2-16,-3-1-1 0,3 2-3 0,-1 1 1 15,-1-3 3-15,1 1-2 0,0 1-1 0,0-1 0 16,-1 0 1-16,1 0 0 0,1-1 3 0,-2 0-3 16,2 1 0-16,-1 0-1 0,0-1 3 0,-1 0 1 15,2-1-3-15,0-1-1 0,-1 2 1 0,1-1 1 16,0 0 0-16,-1 1 0 0,1-2 0 0,0 2 0 15,0 0-1-15,0 0 1 0,0-1-1 0,0-1 1 16,-1 1 1-16,1 0-2 0,0 0 1 0,0 1-1 16,0-1 0-16,0 1-2 0,0-1 2 0,1 1-1 15,0 0 1-15,2 0 0 0,-2-1-1 0,2 0-2 16,0 1 1-16,2 0 2 0,-3-1 0 0,3 1-2 16,0 1 1-16,-3-1 0 0,3 0 0 0,1 3 1 15,-1-3 1-15,0 1 1 0,-1 0-2 0,0-1 0 16,3 1-1-16,-4 0 1 0,2-1 0 0,2 0-2 15,-2 2 2-15,1-1 0 0,1 2 1 0,-2-1-1 0,0 0 1 16,1 2 0-16,-3-2-2 0,0-1 1 0,0 1 0 16,-1 0 0-16,4 0-2 0,-3 3 1 0,-1-3-1 15,1 0 1-15,2 2 1 0,-1 2 3 0,3 0-4 16,-5-2 0-16,0 1 1 0,2 0 1 0,2-1 0 0,-3 3-1 16,-1-3-1-16,1-2 1 0,-1 4 0 0,5 0-1 15,-3 0 2-15,-1-2-1 0,0 2 1 0,1-4 3 16,-2 1 1-16,1 4-2 0,0-4 1 0,-3-2 3 15,3 2-1-15,2 3 0 0,-5-4-2 0,4 2-1 16,1 0 0-16,-1 0 1 0,-2-3 0 0,-1 1-4 16,-1-2 3-16,2 0 0 0,-1 1 1 0,-1-1-3 15,0 0 2-15,0-1 1 0,1 2 0 0,1 1 0 0,-2-2-1 16,0 0 2-16,1 0-2 0,-1 2 2 0,-1-1-1 16,1 1 1-16,0-2-1 0,0 0 0 0,1 1-2 15,0 0 2-15,-1-1 0 0,0 0-1 0,-2 0 1 16,2 0-1-16,0 2 1 0,-4-2-1 0,1 2 2 15,-1-2-4-15,4 2-2 0,-2 0-18 0,-3-1-16 16,5 1-24-16,-3 3-28 0,1-2 61 0,2 1-49 16,-4 2-20-16</inkml:trace>
  <inkml:trace contextRef="#ctx0" brushRef="#br0" timeOffset="-185166.01">9699 14530 35 0,'-3'0'34'0,"1"0"-7"0,-1 0-9 0,1 0 14 16,2 0 1-16,-4 1 4 0,4-1 6 0,0 1 4 16,2-1 4-16,-1-1-2 0,-1 1 3 0,0 0-7 15,0-2-6-15,2 2-4 0,-1-1-12 0,0-1-6 0,2 2-2 16,-2 0 0-16,2-1-10 0,-1 0 0 0,2 0 1 0,-1 0 1 16,2 1 0-16,1-2 3 0,-3 0 1 15,3 1-1-15,-1-1 3 0,0 1 0 0,1-2 0 16,-1 0-5-16,0 1 2 0,1 0-2 0,1 0-6 15,-2 1 2-15,0-1-2 0,2 0 2 0,0 1-1 0,-2 1-1 16,2 0-1-16,-1 0 3 0,-2 0 0 0,0 0-1 16,2 3-10-16,-2-1-14 0,-1-1-12 0,3 0-13 15,-3 1-53-15,2 0 71 0,-1 0-50 0,-2 1-29 16</inkml:trace>
  <inkml:trace contextRef="#ctx0" brushRef="#br0" timeOffset="-184812.23">9701 14711 194 0,'0'-3'116'0,"0"-1"-51"0,-1 1-37 15,1 0 21-15,0 1-17 0,0-2 3 0,3 2-3 0,1-2-4 16,-3 2-1-16,4-2 3 0,0 2-3 0,-2-1-1 16,0 2-3-16,2-4-8 0,-3 3-5 0,5 2-3 15,-1-1-4-15,-4-1-2 0,4 2 1 0,-1 0-1 16,1 1 1-16,0-1-2 0,-1 1 1 0,1 1 2 15,0-1 1-15,0 3-2 0,1-2 2 0,-2 3-3 16,4-4-4-16,-3 4-26 0,1-2-16 0,-1-2-21 16,1 1 47-16,0-1-40 0,-1 3-22 0</inkml:trace>
  <inkml:trace contextRef="#ctx0" brushRef="#br0" timeOffset="-183935.38">9826 14956 193 0,'-1'-2'111'0,"-1"-2"-42"0,2 0-36 16,0 1 16-16,0 0-5 0,0-1-15 0,0 3-5 16,0 1-7-16,4-2-1 0,-2 0 6 0,2 1-2 15,0-2 1-15,-1 0 0 0,3 3 1 0,0-3-2 16,3 1-1-16,-1-1-4 0,2 1-9 0,1 0-1 16,2 1 1-16,2 1-2 0,1-1-3 0,2 0 1 15,1 1-1-15,-1 0 0 0,1 0 0 0,2 0-1 16,-2 1 0-16,3-1-2 0,-5 0 3 0,-1 0-1 0,4 0 0 15,-2-1 1-15,0 1-1 0,-1-1 0 0,2 1 0 0,-3-1 1 16,2 1-1-16,1 0 0 0,-4 0 2 0,-2 1-3 16,3 0 2-16,1 0-1 0,2 3 2 0,-3-2-2 15,3 1 0-15,-2 0 1 0,6 1-2 0,0-2 1 16,0 1-2-16,1-1 2 0,-2 1 1 0,0-1-1 16,1-1 0-16,-3 0 0 0,-2 1 3 0,0-2-1 15,-1 0 1-15,0 0 1 0,0 0-4 0,0 0 3 16,-4 0 2-16,1-1-2 0,0 0 1 0,-2 0 0 15,1 1 1-15,-3-3-2 0,0 2 1 0,0 1-4 16,-1 0-11-16,-2 0-14 0,2 0-51 0,-2 0 61 16,0 0-41-16,-2 0-25 0</inkml:trace>
  <inkml:trace contextRef="#ctx0" brushRef="#br0" timeOffset="-183480.03">9996 15169 382 0,'-5'-7'179'15,"4"0"-99"-15,-2 2-49 0,-1-3 6 0,3 1-3 16,-2 1 0-16,3 3-7 0,1-1-5 0,-1 1-2 16,4 2-1-16,-2-3 2 0,-1 3 0 0,3 1 2 15,0-2-2-15,-3 2-6 0,5-4-2 0,5 3-1 16,-5-1 1-16,4 1-7 0,2-1 1 0,0 0-3 0,4 0 1 0,5 1-2 15,-4 1 1-15,1 0-1 0,6-2-3 16,-2 2 2-16,-2 0-2 0,3-2 2 0,-3 0 0 16,5 2 0-16,-2-1 0 0,-2-4-1 0,4 4 4 15,-1 0-2-15,0 0 1 0,4 0 1 0,-2 2-2 16,-1-4 0-16,1 3-14 0,1 2-19 0,-1-1-74 16,0-1 86-16,-3 2-51 0,-3 1-43 0</inkml:trace>
  <inkml:trace contextRef="#ctx0" brushRef="#br0" timeOffset="-180980.73">15610 14935 70 0,'0'0'53'0,"0"-1"-14"16,0-1-19-16,0 2 10 0,0-1-2 0,0-1-2 0,2 1 0 16,-1-1-2-16,0-2 4 0,1 2-2 0,-2 2 2 15,0-2 3-15,1 2 4 0,0-2-1 0,0 0-4 16,1-1 6-16,-2 1-1 0,3 0-2 0,-1-2-1 15,1 0 0-15,-1 1-6 0,3 1-2 0,-2 0-1 16,0-1-10-16,2 0-1 0,-1 2-3 0,0 0-4 16,1 1-5-16,-3-1 0 0,0 1 2 0,1-1-2 15,1 1 0-15,-1-1-1 0,0 2-1 0,1-1 3 16,-2 1 1-16,1 0-1 0,0 0-2 0,3 0 1 16,-4 0 1-16,1 1-1 0,3-2 1 0,-3 0 0 0,2 0-1 15,2 0 4-15,4 0 1 0,-2 0-2 16,3-2 2-16,1 0 3 0,1 1-2 0,0-1-1 0,4-2 1 15,-5 1-3-15,5 2-1 0,-3-1 1 0,1 0-1 16,0 1-2-16,-1 0 0 0,0-1 0 0,2 2-2 16,-3-2 3-16,1 1-1 0,1 0 1 0,0-1-1 15,-1 0 0-15,1 2 2 0,-1-1-2 0,1-2 0 16,0 2 0-16,-1-1 2 0,2 0-2 0,-1 2 1 16,0-3-1-16,-1 0 2 0,1 2-2 0,0-1 2 0,2 1-1 15,-2 1-1-15,-2-3 0 0,0 2 1 16,4 1-1-16,0-1 0 0,-4-1 0 0,-1 1 0 15,0-2-1-15,2 0 0 0,1 3 3 0,-4-1 0 0,-1 0-1 16,1 1 0-16,-1 0 3 0,0 0-1 16,-2 1-1-16,2-1 0 0,-1 0-2 0,-2-1 2 0,0 0-1 15,1-1 0-15,1 0-5 0,-2 1-8 0,2-3-9 16,-2 4-15-16,1-1-55 0,1-2 69 16,-3 3-44-16,2-2-31 0</inkml:trace>
  <inkml:trace contextRef="#ctx0" brushRef="#br0" timeOffset="-180425.12">15812 15034 142 0,'-3'-2'91'0,"-1"-3"-36"0,4 3-32 15,-3-1 19-15,3 0-11 0,1 3-6 0,-2-4 0 16,1 3 9-16,1 0-4 0,-1 1 5 0,0-2 1 16,0 2-2-16,0-3 0 0,3 3-5 0,1-3-5 15,2 1-10-15,-1 0-2 0,2 0-4 0,2 0-5 16,-1-2 2-16,1 2-2 0,0 1 1 0,2 0-1 16,-1-1-2-16,2 1 2 0,0 1-3 0,3-2 3 15,-1 0-2-15,0 0 1 0,1 0-1 0,1-1 1 16,-1 1-1-16,2-2-1 0,0 1 3 0,0 1-1 15,2-1 1-15,1-2-3 0,1 3 2 0,-1-1-1 16,0-1 1-16,-2 1 1 0,2 0-3 0,-1-2 0 16,1 2 0-16,-3 0 1 0,1 0-1 0,0-1 0 0,3 1 1 15,-2 0-2-15,-3-2 1 0,4 2 3 0,-4 0-3 0,1-3 1 16,-1 1 1-16,0 3-1 0,-3-3-1 0,0 1 3 16,3 1-1-16,-4-1 1 0,0 0-2 0,-1 3 0 15,0-2 0-15,-4 2 0 0,4-1-6 0,-3 0-32 16,0 2-15-16,-2 0-23 0,0 1 54 0,0 0-55 15,-2 1-29-15</inkml:trace>
  <inkml:trace contextRef="#ctx0" brushRef="#br0" timeOffset="-178637.76">14956 14497 58 0,'0'-3'47'15,"0"3"-15"-15,0 0-15 0,1-1 10 0,1 0-6 16,-2-1 0-16,0 2-6 0,0-2 0 0,1 2-7 15,-1-3-1-15,0 2-1 0,0-1-2 0,0 2 1 16,1-1 1-16,-1 1 0 0,0-1 1 0,0 0 9 16,1 0 0-16,0 1 2 0,0 0 1 0,1 0 0 15,-2-2 1-15,1 2-3 0,-1 0-1 0,1 0-9 16,-1 0-1-16,2 1-1 0,-2 1-2 0,0 1-3 16,0-2 1-16,1 2 1 0,0 2 0 0,0-2 4 15,0 0 1-15,-1 2-1 0,1-2 3 0,-1 3 3 16,3-2-2-16,-3 3-1 0,1-2-1 0,0 3 0 15,-1-1-1-15,0 1-1 0,0 1-2 0,2 0 0 16,-2 0-1-16,2-1 0 0,-1 3 1 0,0-1-2 16,3 1 0-16,-1 0 1 0,-2 1-1 0,0-1-2 15,1 2 1-15,1 2 2 0,-2-3-2 0,0 0 1 16,0 0 0-16,-1 0 0 0,0-1 1 0,2-1 1 0,-2-2-4 0,0-3 1 16,0 5 3-16,0-2-2 0,0-2 1 0,0 2 0 15,0-2 0-15,0-2 0 0,-2 1 4 0,2 0 0 16,0-2-3-16,0 0 2 0,0 0 1 0,-1 0 0 15,0-1-5-15,1 2-30 0,0 1-24 0,-3-3 41 16,2 1-29-16,0 1-31 0</inkml:trace>
  <inkml:trace contextRef="#ctx0" brushRef="#br0" timeOffset="-177710.52">14922 14516 92 0,'0'-5'61'0,"-1"1"-26"0,1 0-23 0,3 1 9 16,1-1-3-16,1 1 0 0,-1 1-11 0,3 0-4 16,-2-2 5-16,3 1 1 0,-3 0-1 0,1 0 1 15,-1 0-1-15,2 0-1 0,-3 1-1 0,2 0 2 16,-2 0-5-16,0 2 0 0,1-3 0 0,-1 3-2 16,2 0-1-16,-2-1 0 0,0 1 2 0,1 0-1 15,-2 0-1-15,1 0 0 0,0 1-2 0,-2 0 0 16,0-1 2-16,1 0 0 0,0 2-1 0,-1-2 1 15,2 0-1-15,-2 0 1 0,3 1 0 0,-2 0 3 16,-1 0 1-16,1 1 0 0,1 0 1 0,1 0 1 16,-3 2-2-16,4-3 3 0,-3 2-5 0,2-1 2 15,-1 0 1-15,0 3-1 0,1-4-3 0,-2 2-1 0,4 2 2 16,-2-2-2-16,-1 1 1 0,1 1 0 0,0-2-2 0,0 1 1 16,-2 1 1-16,1-1-1 0,0-1 2 0,-3 1-2 15,0 0 0-15,-1-1 1 0,2 3 0 0,-2-4-1 16,-2 3 2-16,2 0 2 0,-1 0-4 0,0 1 6 15,-3-1 0-15,2 2-2 0,-2-2 0 0,2 3-1 16,-3-3 0-16,1 2 0 0,-1 1 1 0,2-3-3 16,-2 1 0-16,-1-1 2 0,0-2 0 0,-1 1 2 15,2 1-3-15,-1-3 0 0,1 2 1 0,-1 0 1 0,0-1-2 16,1 2 0-16,2-1 0 0,-3 1-2 16,1-2 3-16,-1-1-3 0,1 2 0 0,-2-1 2 0,3 2 1 15,-1-2-1-15,0 0 0 0,0 1 0 0,1-1-1 16,-1 2 1-16,2-1 0 0,-1-3-3 0,0 2 0 15,0-1 0-15,-2 1 0 0,2-3 0 0,2 2 1 16,-3-2 0-16,5 2-1 0,-3-1 3 0,3 0 0 16,0 0 0-16,0 0 3 0,0 0 0 0,0-1 4 15,0 0 3-15,1 0-1 0,1-3 1 0,0 1 1 16,2 0-2-16,0 0-3 0,2-2 0 0,-2 0-3 16,3 1-2-16,-4 0 1 0,4 1-2 0,-1 1 0 15,-2-1-1-15,1-2 1 0,0 1-2 0,1 0-1 16,-1 0 1-16,-1 1-2 0,3 0 2 0,-1 0-1 0,-2 1 0 0,-1 2 1 15,2-1 1-15,-1 0 0 0,0 0 0 0,1 0 2 16,-2 0 0-16,1 1 1 0,3 0 1 0,-4 2 2 16,2-3 0-16,-1 2-1 0,-1 1-2 0,2 2 0 15,-1-2-2-15,2 1 1 0,-3 1-1 0,1-2-1 16,2 2 0-16,-2 1 1 0,0-2 0 0,1 1 0 16,-1-2-1-16,1 1-1 0,0 0 2 0,1-1-1 15,-3 1-1-15,2-1 1 0,0 1 1 0,2 0-1 16,-1-2 2-16,-3 1 2 0,3 1-2 0,-2-1-2 15,0 0 1-15,1 0 3 0,-4-2-2 0,-1 0 1 16,0 2 0-16,0-1 0 0,2 2-2 0,-2-1 4 16,2 0-3-16,-2 0 2 0,0 0-2 0,2 1 4 0,-2-1-12 15,-1-1-13-15,1 2-18 0,0-1-23 0,-3-1 45 16,1 2-36-16,2 0-18 0</inkml:trace>
  <inkml:trace contextRef="#ctx0" brushRef="#br0" timeOffset="-177034.46">15255 14570 47 0,'5'-2'40'0,"1"-1"-15"0,-5 2-16 0,5 1 8 16,-2 0-6-16,2 0-9 0,1 0-1 0,-3 0 0 15,0 1 0-15,1 0-2 0,0-1 1 0,3 0 0 16,1-1 1-16,-1-1 2 0,-2 2-2 0,4-3-2 0,1 1 3 16,-3-1 1-16,3 2-3 0,-2-1 0 0,0-2 2 0,0 1-1 15,-1 0-1-15,0 1 2 0,0 0-4 0,-1-1 2 16,1 0 0-16,2 1-1 0</inkml:trace>
  <inkml:trace contextRef="#ctx0" brushRef="#br0" timeOffset="-176630.7">15267 14714 457 0,'-1'-2'187'0,"-5"1"-131"16,1 0-44-16,1-1 8 0,0 2-9 0,2-1-5 16,1 2 2-16,2-1 6 0,1 0 4 0,3 0 0 15,0-1 1-15,0 1 0 0,3 0 1 0,-1 0-3 16,0-2-5-16,2 2-5 0,-5-2-3 16,2 1 1-16,5 0-3 0,-1-1 1 0,-2 1 1 0,2 0 0 15,-3-3-1-15,2 2 1 0,4 1-4 0,-6 0-9 16,2 2-14-16,1 0-66 0,-1-1 73 0,-1 4-43 15,2 0-35-15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08T03:19:47.321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C00000"/>
    </inkml:brush>
    <inkml:brush xml:id="br3">
      <inkml:brushProperty name="width" value="0.05292" units="cm"/>
      <inkml:brushProperty name="height" value="0.05292" units="cm"/>
    </inkml:brush>
  </inkml:definitions>
  <inkml:trace contextRef="#ctx0" brushRef="#br0">13552 12138 42 0,'-1'-1'39'0,"1"1"-11"0,0-1-14 15,-2 1 8-15,1-2-3 0,1 0-5 0,0 1 0 0,0 1-2 16,-3-3-6-16,3 2 5 0,0-1 2 0,2 2 0 16,-2-3-1-16,0 1 4 0,0 0 2 0,1 1-5 15,-1 1 5-15,1-1-1 0,-1 0 2 0,0 0 0 16,0 0-2-16,0 0-3 0,0 1-1 0,0-4 1 16,0 4-3-16,0-1-6 0,0 0-3 0,0 0 0 15,2 0 0-15,-2 1-2 0,0 0 1 0,0 2 1 16,0 0-1-16,0-1 4 0,0 3-1 0,-2-3 1 15,2 2 0-15,0-1 3 0,0-2-2 0,0 4 3 16,-1-4 1-16,1 2-2 0,-1 0 1 0,1 0 2 0,-2 0 2 16,1 2 1-16,0-1-1 0,0 0 0 0,1 1 0 0,0-2-2 15,0 3 1-15,-1-2-2 0,1 1-2 0,-1-1-2 16,1 0 3-16,-2 1-1 0,2-1-3 0,-1 0 3 16,1 3-2-16,-1-2 1 0,1 2 0 0,-1-2 0 15,1 1 1-15,0 1-1 0,0-1 4 0,0 0-1 16,1 0 2-16,1 1-1 0,-2-1 2 0,0-1-1 15,0 2-2-15,-1 1 1 0,2-1 0 0,-1 0-2 16,0 0 1-16,2 1-3 0,-2-3 2 0,2 3 1 16,-2-2-1-16,2 3-1 0,-2-5 0 0,1 3 1 15,-1-1-2-15,0 1 2 0,3 0-2 0,-3-2-3 16,3 1 2-16,-3-2-2 0,1 3 1 0,0-1-2 16,0 1-1-16,-1-2-1 0,1 1 2 0,2 3-1 15,-3-2 0-15,1-1 0 0,-1 2-1 0,0-2 3 16,1 2 2-16,-1 0 3 0,0-1-1 0,0-2 3 0,0 2-1 15,0 0 1-15,-2-3-1 0,2 2 1 16,-2-3-1-16,1 2-2 0,0 0-1 0,-1 0 0 0,1-2 2 16,-1 2-2-16,1-1 1 0,0 1-1 0,-2 0-1 15,2 0 0-15,-1-1 1 0,-1 0-3 0,3 0-4 0,0 0 2 16,0-1 0-16,-1 1-2 0,1 0 0 0,0 0 1 16,0 0-1-16,0 0 0 0,-1 2 1 0,0-2 1 15,1 0-2-15,0 2 0 0,-2-1 0 0,2 2-1 0,-2-3 2 16,2 2-1-16,-1 1 0 0,1 0 0 0,0 1 0 15,-2-2 0-15,2 3 0 0,-2-2 2 0,1 1-3 16,0 0 2-16,-2-1-1 0,1 0 1 0,0 0 0 16,0 0 1-16,2 1-2 0,-1-1 0 0,0 0 0 15,-2-2 0-15,2 0 3 0,1 2 2 0,0-2 2 16,0-1 1-16,-1 1 1 0,0-2 1 0,0 1 0 16,1 1 1-16,-1-2-4 0,1 0 0 15,-2 0-3-15,2 0-2 0,0 2 0 0,0-2 1 0,0 0-2 16,0 0 0-16,0 0 0 0,2 0 1 0,-1 2-1 0,-1-3-1 15,0 0 1-15,1 1 0 0,-1-1 0 0,0 1-1 16,1 0 1-16,1-1-1 0,-2 1 1 0,2-1 1 16,0 1 1-16,-1-1-2 0,1 0 2 0,0-1-1 15,-1 0-1-15,0 1 0 0,2-1 2 0,-3 0-2 16,0 0 0-16,1 0 2 0,-1 0-3 0,0-1 2 16,1 1 0-16,1 0-2 0,-2-1 1 0,1 0 0 15,1 1-1-15,-2 0-1 0,4 0-1 0,-3 0 2 0,0 0 0 16,0 0 1-16,-1 0-1 0,0 1-2 0,0-1 2 15,3 2 0-15,-3-1-1 0,0-1 0 0,0 0 0 16,0 0 0-16,0 3 0 0,0-1 1 0,0-1 0 16,0-1 0-16,0 0 1 0,0 3-1 0,1-2 0 15,-1 2 0-15,0-3-1 0,0 2 0 0,0 0 1 16,0 2-2-16,0 0 1 0,0-3 1 0,0 2 0 16,1 0 0-16,0 1 0 0,-1-3 2 0,0-1 0 15,1 0 0-15,-1 2-2 0,2-2 3 0,-2 0-3 16,0 1 0-16,-2-1 0 0,2 0 0 0,0 1-1 15,2-1-1-15,-1 1 2 0,-1-1 0 0,3 1-1 0,-3 1 2 16,0 1-1-16,1-1-3 0,-1 1 3 0,0 1 0 0,1 0 0 16,-1 0-1-16,0 0 1 0,2 0 0 0,-1-1-1 15,-1 1 1-15,0 0 0 0,0-3 2 0,0 3-1 16,0-1 0-16,0-1 1 0,0-1-1 0,-1 0 1 16,1 0 0-16,0-1-1 0,-1 3 1 0,1-3-1 0,-1-1 1 15,1 1-1-15,0 0 1 0,-2 0 0 0,2 0 2 16,0 0-3-16,0 0 2 0,0 0-2 0,0-1 2 15,0 0 0-15,-2 0-1 0,1 1 2 0,1-1-3 16,-1 0 2-16,-1-1-2 0,1 1 1 0,0 0 0 16,0-1-2-16,-1 1 0 0,2-4-1 0,-2 3 1 15,2-1 0-15,-1-2-1 0,0 1-1 0,1 1 1 16,-3 1 1-16,3-2 0 0,0 2 0 0,-2-2 0 16,2 2-1-16,0 0 1 0,-2-2-1 0,2 2 1 15,-1-1-1-15,1-1-1 0,0-1 1 0,0 3-1 16,0-2 1-16,-2-1-1 0,2 0 3 0,0 0-2 15,-1 1 1-15,1-2 0 0,-1 2 1 0,-1-1 1 16,2 0-2-16,0 1 1 0,3-1-1 0,-3-1 0 16,0 0 0-16,0 2 0 0,0-2 0 0,0-1 1 15,0 0-1-15,0 0 0 0,0 0 1 0,1 1 0 16,-1-1 0-16,2-1-3 0,-2 2 3 0,1 0-1 0,1-1-3 0,-1 0 4 16,0 2-1-16,2-1 0 0,-3 1-1 0,0 0 2 15,1-1-2-15,-1 0 1 0,0 1 1 0,-1 1-1 16,1-2 0-16,0 0 0 0,0 0 1 0,0 1-1 15,0 0 2-15,0 1-2 0,0-2 0 0,2 1 0 16,0-1 1-16,-1 3-1 0,0-1 1 0,-2-3-1 16,1 4 0-16,2-1 0 0,-2 0 0 0,0 0 0 15,-1-1 0-15,1 0 0 0,1 0 0 0,0 1 0 0,0-4-1 16,-1 3 1-16,0-2-1 0,0 0 1 0,0 0-1 16,0-2 1-16,0 2-1 0,0 0 0 0,0 0-3 15,2-1-1-15,-2 0-1 0,0 2-3 0,0-3-2 16,1 1-3-16,-1 2-3 0,0-2 2 0,-1 0-2 15,1 3-1-15,0-2-2 0,0 1 2 0,0 0-1 16,0 1 1-16,0-1 0 0,-2 1 1 0,2-1 4 16,-1 2 1-16,1 1 2 0,-1-2 3 0,0 1 5 15,0-1-2-15,0 1 2 0,-1 2-2 0,2-1 1 16,-2 0-4-16,2-1 0 0,0 2-6 0,0 1 0 16,-3-3-7-16,3 4-7 0,0-1-2 0,-1 0-3 15,-1 1-1-15,0-2-4 0,0 1-3 0,2 1-8 16,-1 0-2-16,0 0-2 0,-1 0-10 0,1-2 37 0,-1 3-25 15,2 2-4-15</inkml:trace>
  <inkml:trace contextRef="#ctx0" brushRef="#br0" timeOffset="2062.5">13122 13158 102 0,'-1'-3'71'0,"0"1"-30"0,-1 0-23 15,2 1 18-15,-1 1-5 0,0-1-3 0,1 1-1 0,-1-2 1 16,1 1 1-16,-1-1 2 0,1 2 5 0,-1-1-2 16,1 0-6-16,0 0-1 0,-2 1-5 0,2-1-4 15,0 1-1-15,0 1-3 0,0-1-5 0,0 0 0 16,0 0 1-16,0 0 0 0,0 1 3 0,0-1 7 16,0 0 3-16,0 0 7 0,0 0 1 0,0 0 8 15,0 0-2-15,0 0 1 0,0 0 1 0,0-1-3 16,0 1-2-16,0 0-7 0,0 0-1 0,0-1-8 15,0 1-4-15,0 0 0 0,-1 0-4 0,1 0-2 16,0 0-2-16,0 0 0 0,0 0-2 0,0 0-1 16,0 0 2-16,0 0-1 0,0 0-1 0,1-1-2 15,-1 1 2-15,0-3-2 0,2 3 1 0,-1 0 1 16,0-1 0-16,2 0-1 0,-1 0-1 0,0 0-1 16,0 0 1-16,2 1-1 0,-2-1-1 0,1 1-1 15,-2 0 2-15,1 0-2 0,0 0-1 0,1 1 1 0,-1 0 2 16,2-1-1-16,-3 2-1 0,2-1 2 0,1 2 0 15,-2-1-1-15,1 0 1 0,0 0 2 16,0 0-3-16,-1 1 1 0,1-1 0 0,0 0 0 0,-2-2-3 0,4 4 3 16,-1 0-1-16,-3-2 1 0,4 2 0 0,-1-1 0 15,-2 2 1-15,3-3-2 0,-1 3 1 0,-1-3 1 16,1 2-1-16,-1-3 0 0,0 0 0 0,-1 1 0 0,3 2 0 16,-2 0 0-16,0-3 0 0,2 2-1 0,-3 2 0 15,3-1 0-15,-1 2 0 0,-2 1 0 0,1-1-1 16,0 0 2-16,0 2-1 0,-1 1 1 0,-1-3 1 15,1 3-1-15,0-1 1 0,0 0 1 0,1 1-1 16,-3-1 0-16,1-2-1 0,2 2 0 0,-3-1 0 16,1-1 0-16,0 0 2 0,-1 0-1 0,0 0 3 15,0-2 1-15,-1 2-2 0,0 0 4 0,1 1-2 16,-3-2 2-16,2 2-1 0,-2 2-1 0,1-1 1 16,-2 1-1-16,3 0 2 0,-1-1-3 0,-1 0 1 0,-1 2 1 15,1-1-3-15,-1 1 3 0,-2-1-2 0,3 0 0 16,-2 1 0-16,0 0 2 0,-1 0-1 0,1 0-1 15,-1 1 2-15,0-2 0 0,1 0 1 0,0 1-1 16,0-1 0-16,1 0-2 0,-1-1 2 0,-1-1-1 16,2 1-1-16,2-1-1 0,-3-1-2 0,0 0 1 15,0 0 1-15,2-2 0 0,0 2-1 0,-1-3 1 16,0 0 1-16,1 1 0 0,1 0 1 0,-1-3-1 0,2-1-2 16,-2 2 5-16,2-1-3 0,1 2-1 0,0-3 1 15,-3 1 0-15,2-2 1 0,-2 1-1 0,1-2 0 16,1 0 0-16,0-1-1 0,-1-1 0 0,0-2-3 15,1 0-2-15,-1 1-2 0,0-1-2 0,1-1-1 16,0 0-2-16,1 2-2 0,-1 0-1 0,1-1 2 16,0 1 1-16,0-1-1 0,0 1 1 0,0 0 2 15,0 2 1-15,0-1 3 0,1 0 1 0,-1 2 0 16,2 1-1-16,-1-1 1 0,-1 1 2 0,3 0-2 16,-1-2 0-16,-1 2 0 0,2 0-1 0,-1-1 1 0,-1 1-1 15,2-1 3-15,-1 0-2 0,0 1 1 0,0 1-1 16,0 0 0-16,0-2 0 0,0 2 2 0,0 0-2 0,0 0 1 15,0 0-1-15,0 0 2 0,1 0 0 0,1 0 0 16,-3 0 2-16,2 2 2 0,1-1 1 0,-2 0 2 16,2-1 2-16,1 1 1 0,-3 1 0 0,0-1 4 15,1 0-3-15,-1 0 0 0,2 1 1 0,-1 0-3 16,-1 1-2-16,1-1 1 0,2-1 0 0,-1 2-2 16,-1 1 0-16,3-1-2 0,-4-1-1 0,3 1 1 15,-2 0 2-15,1 0-1 0,-1-1 0 0,1-1 1 0,-1 0-1 16,0 1 1-16,1 0 0 0,-2-1 1 0,2 0-2 15,-2 1 1-15,2 0 0 0,-1-1-1 0,-3 0 0 16,1 0 0-16,1 2 1 0,-1-3 0 0,0 1-1 16,3 0 1-16,-4 0 0 0,1-1 1 0,2 1 0 15,-3 0 1-15,0-1-1 0,0 0 1 0,1 0-1 16,-1 0 3-16,0 0-4 0,3 0 0 0,-1-1 1 16,2 1 0-16,-4-1 0 0,1 1-1 0,0 0 1 15,-1-1-2-15,2 1 0 0,-2 0 1 0,0 0-1 16,3 0-3-16,-2 1 0 0,-1-1 0 0,2 0-2 15,-2 1 0-15,0-1-7 0,0 0-12 0,0 0-36 16,2 1-25-16,-2 0-36 0,1 0-51 0,-1 0 114 0,1 2-93 0,-1 0-60 16</inkml:trace>
  <inkml:trace contextRef="#ctx0" brushRef="#br0" timeOffset="3224.48">13559 13322 586 0,'-5'-10'262'0,"2"4"-159"0,0 0-69 0,2 0 20 15,-1 4-22-15,1 0-1 0,1 0-5 0,-2-1-5 16,1 1-1-16,1 1 0 0,-3-2 5 0,3 2 4 16,0-1 2-16,-1-2 0 0,0 3 0 0,1-1-5 15,-1 0-3-15,1-1-3 0,0 3-3 0,-2-3-7 16,2 3-1-16,0 0 0 0,-1-2-1 0,0 2 2 0,0-1-1 15,0 1 3-15,0 0-1 0,1 0 2 0,-2 0-1 16,2 0-1-16,0 1 1 0,0 0-3 0,0 0-1 16,-1-2-4-16,1 3-1 0,-1-2-2 0,-2 2 0 15,3 1 0-15,-2-2-2 0,0 0 1 0,0 2 0 16,0 2 1-16,2-4-1 0,-3 1 2 0,0 0-1 16,1-1-1-16,0 1 1 0,1 3 0 0,1-3 0 15,0 2 1-15,-1 0 0 0,-1-3 1 0,2 2-1 16,-2-1 0-16,1 1 1 0,0 0 0 0,0-1-1 15,0 0-2-15,-2 0 1 0,2 5-1 0,-1-3 0 16,2 2 0-16,0-4 0 0,-1 3 1 0,2 0-1 0,1-1 0 16,-1 2 0-16,-1-5 1 0,1 4 0 15,-1-2 0-15,2 3-1 0,-2-1 1 0,0 0 0 0,0 0 0 16,0 0 0-16,0 0 0 0,0-2-1 0,0 3 1 16,1-3-1-16,1 2 1 0,1 0 1 0,-3-2 0 15,3 1-2-15,0-1 0 0,0 1 1 0,-1-1-1 16,1 0 4-16,1-1-3 0,-2 0-1 0,3 0 1 15,-1 0 2-15,-1 2-3 0,-1-3 1 0,3 0 0 16,-2 2-1-16,1-1 0 0,2 2-1 0,-1-2 1 16,0-1 0-16,0 0 0 0,1 1 1 0,-2 0-1 0,2 0 0 15,-2-1 1-15,1 0 1 0,1 1 0 0,-2-1-1 16,2 0 0-16,-1 0-1 0,1-1 1 0,0 0 2 16,0 0-3-16,1 0 1 0,0 0 2 0,0 0-2 15,-1-2 0-15,1 0 1 0,0 1-1 0,0-1 1 16,-3 0-1-16,2 0-1 0,0 1 0 0,-1-1 0 15,0-1 2-15,1 2-2 0,-1-2 2 0,0 1-2 16,0 1 2-16,-2-1 0 0,2 0-2 0,-2 1 1 16,-1-2 0-16,3 2 1 0,-3-2-1 0,0 2 2 0,-1-1-3 15,1-2 0-15,-1 2 3 0,2-1-1 0,-3 0 0 16,0-2 0-16,0 3-1 0,0-1 1 0,0 1 1 0,-2-2-2 16,1 1 0-16,1 0 1 0,0 0 0 0,1-1 1 15,-1 0-1-15,0-3-1 0,3 2-1 0,-3-2 0 16,0 1 2-16,0-1 0 0,0 1-2 0,-3 0 0 15,1 0 0-15,-1 0 0 0,1 1 1 0,2 0 0 16,-2 2-1-16,-2-1 0 0,3-1 0 0,-1-3 0 16,0 5 0-16,1 0-1 0,-3 0 1 0,1-2 1 15,1 0-1-15,-2 1-3 0,1 1 3 0,0 0-1 16,-1-3 0-16,2 2 1 0,-3 2-2 0,3-4 0 16,-4 4 2-16,3-3 2 0,-1 1-2 0,3 0 0 15,-1 2 0-15,-1-1 0 0,0-2 1 0,2 4 1 16,-2-1-2-16,2 0-1 0,-3 2 0 0,2-2 1 0,-1 0-1 15,1 2 1-15,-1 0 0 0,1-2 0 0,0 2 0 16,-1 0 0-16,2-3 0 0,-3 2 0 0,1-1 0 16,1 1 0-16,0-2-1 0,0 2 0 0,-1-2 1 15,1 2-1-15,-2 1 2 0,4 0-1 0,-2-3-2 16,-2 3 1-16,2 0-1 0,0 0 0 0,-1-1 0 16,-1-1 1-16,3 2 0 0,-1-1 1 0,-1 0 1 15,2 0-1-15,-2 0 0 0,1 1 2 0,1 0-1 16,-1 0-1-16,1 0 0 0,-1 1 0 0,1-1-1 15,-2 0 0-15,1 0-3 0,1 1-6 0,-1 0-2 16,0 0-2-16,0-1-6 0,-1 2-11 0,1-1-7 16,0 0-7-16,-1 1-7 0,2 0-34 0,-2 0-23 15,1 2-27-15,0 1-33 0,1-1 109 0,-1 2-79 16,1 1-22-16</inkml:trace>
  <inkml:trace contextRef="#ctx0" brushRef="#br0" timeOffset="4471.5">13828 13078 380 0,'1'-4'185'0,"-1"1"-102"0,3 0-53 0,-4-1 12 15,1 4-6-15,-2-1 0 0,1 0-5 0,-1 0-8 0,-4-1 0 16,6 2 9-16,-6 0 3 0,2-1 1 0,1 1 1 16,1-1 1-16,-2 1-3 0,1 1-4 0,1 0-6 15,-1-1-9-15,0 0-2 0,0 0-4 0,0 1-1 16,-1 2-2-16,0-2-1 0,1-1 1 0,1 2 2 16,-1-2-1-16,1 3-1 0,-2-2 3 15,2 0 0-15,-2-1 0 0,3 1-1 0,-2 0-3 0,2 1 0 16,0-1-2-16,-1 1 2 0,1 0-2 0,1-1-2 15,0 1-2-15,0 0 1 0,0-1 1 0,1 1-1 16,0 1 0-16,0-1-2 0,1 1 1 0,2-1 0 16,-3-1 1-16,1 0 0 0,0 0 0 0,3-1-2 0,-1 0 1 15,1 2 1-15,-2-2 0 0,3 0-1 0,3 0 0 0,-5 1 0 16,2 0 1-16,0-1 2 0,1 1-1 0,-5-1-1 16,4-1 2-16,-2 0-1 0,-3-2 2 0,2 0-2 15,2 2 0-15,-2-1-1 0,0-1 1 0,2-1 0 16,-2 1-1-16,2 1 2 0,0 0-2 0,1-1 2 15,-6 0 0-15,0 1-1 0,0 0 1 0,1 0-1 16,-1-2 0-16,0 1 1 0,-1 0 1 0,-1-1-3 16,3 1 2-16,1 1 0 0,1 1-3 0,-2-1 2 15,-2-2 0-15,1 3-2 0,0 0 0 0,0-1 1 16,-1 1 0-16,-4 1-1 0,5-3 0 0,-4 2-1 16,4 1 0-16,0-2 0 0,-1 0 1 0,0 2-3 15,0-1 1-15,1-1 1 0,-2 2 0 0,1 0 1 0,-1 0-2 16,0 0 0-16,0 0-2 0,0 0 2 0,2 0 0 15,-2 0-1-15,4 0 2 0,-4 0-2 0,2 0 3 16,0 0 0-16,-1 0 0 0,2 0 0 0,1 0 0 16,-1 1 0-16,2 0-1 0,-2-1 1 0,3 0 0 15,1 1-2-15,-1 0 2 0,-2-1-1 0,2 1 0 16,-1 1 0-16,-1-2 1 0,-1 1 0 0,1 0-1 16,2 0 0-16,0 0-1 0,-1 0 1 0,1-1 1 0,2 1 0 0,-2-1 0 15,-1 1 1-15,2-1 0 0,-3 0 0 16,4 0 1-16,-2 0 0 0,1 0-2 0,-4 0-1 0,3 0 1 15,3 0 0-15,-3 1 0 0,0-1 0 0,0 0-1 16,-2 0 0-16,3-1 2 0,1 1 0 0,-5-2 0 16,2 1-1-16,1-1 2 0,-2 1-1 0,2 1-1 15,-2-1 3-15,-1-1-3 0,2 1 0 0,-1 1 0 16,1 0 1-16,-1 0-1 0,-1-1-1 0,-1 0 1 16,0 1-3-16,3 0 3 0,-3-1-1 0,2 2-1 15,-2-1 0-15,0 2 1 0,2 1 1 0,-2 0-1 16,0-2 1-16,0 2 0 0,-2-1 0 0,-2 2 2 15,2 0 3-15,0-1 0 0,-1 2-1 0,-2-3 4 0,2 3 2 16,1 1 1-16,-4 0 0 0,3-1 1 0,1 0-1 0,-2 0 4 16,0 1 0-16,1 0 0 0,-1-1-2 0,0 3 3 15,4-3 0-15,-4 0-2 0,3 2 0 0,-5-1-1 16,4 0 0-16,-3 2-3 0,4-4 3 0,-5 3-4 16,3 1 2-16,1-1 0 0,-2 2 2 0,1-1-3 15,1 2 3-15,0-3 1 0,0 3-2 0,-1-1 2 16,1-1-1-16,0 3 2 0,-2-3-5 0,1 0 1 15,0 1 0-15,1-1 0 0,-1 1-1 0,1 0-1 16,-1-2-3-16,0-1 0 0,2 2 1 0,1-1 0 16,-2-1-2-16,-4 1 0 0,1-4 0 0,0 2-1 15,1 0-1-15,0-2 1 0,4 2 0 0,-6 0-1 16,5 0-1-16,-2-1 0 0,3 2 1 0,0-1-2 16,0 0 1-16,-6-1-1 0,2 0 0 0,2-1 0 15,-2 0 1-15,4 3 0 0,-3-3-2 0,0-1 0 0,3 0 2 16,1 4 0-16,0-3-2 0,-1 0 2 0,0 0-1 15,0-3-1-15,2 2 2 0,-1 0-7 16,0-1-11-16,5 0-12 0,-6-1-11 0,1 1-46 0,1 0-32 16,2 0-47-16,-1 1-61 0,0-1 148 0,1 2-109 0,-4-1-75 15</inkml:trace>
  <inkml:trace contextRef="#ctx0" brushRef="#br0" timeOffset="5533.85">14006 13414 111 0,'-4'-3'151'0,"-1"2"-22"0,1 1-71 0,1 0 34 16,-1 0-11-16,1-1-12 0,3 1-8 0,-1 0-12 0,0 1 1 16,0-1 0-16,1 0 2 0,-2 0 3 0,2 0-2 15,0 0 0-15,-2 0-4 0,2-1-10 16,-2 0-5-16,0-1-4 0,2 1-4 0,-1 0-5 0,1 1-2 16,0-1 0-16,-1-2-1 0,0 2 2 0,1 1 1 15,0 1-1-15,-3-1 0 0,3 1-1 16,0-1 2-16,-2 0-4 0,0 3 0 0,-1-3-4 0,1 0 0 15,-2 0-4-15,2 1 1 0,-2-1-2 0,0 2 0 16,4 0-3-16,-3-1 2 0,-1 1-1 0,2 1-2 16,1-2 1-16,0 1 0 0,-1-1-1 0,0 1-2 15,-2 0 0-15,2-1 1 0,0 2-1 0,0 0 1 16,1 0 1-16,0-1 1 0,-2-1 0 0,2 2 1 16,-1-2 0-16,-1 1 1 0,3 0-1 0,-2-1 0 15,1 3-1-15,-1-3-2 0,0 1 1 0,2 0-2 0,-3 0 2 16,3 0-2-16,0 1-2 0,0-2 1 0,0 1 0 0,0 1-1 15,0 0 0-15,2 0 0 0,0 0 0 0,-1 1 1 16,3 1-1-16,-3-3 0 0,-1 3 0 0,3-1 0 16,1 0 0-16,-2 0 0 0,2 2 0 0,-2 0-1 15,0 0 1-15,4 0 1 0,-1 0-1 0,-3-2 0 16,2 3 2-16,-1-2-2 0,-1 0 0 0,3 0 2 16,-3-1-2-16,4 0 0 0,-3-1 4 0,1 2-2 15,-2-2-2-15,-1 0 1 0,2 0-1 0,1 0 0 0,-2-1 1 16,0 0 1-16,-1 0 0 0,3-1-1 0,-2-1 3 15,2 0-4-15,-1 1 2 0,0-1 0 16,1-1 1-16,-2 1-2 0,3-2 1 0,-2 2-2 16,0-1 1-16,-1 0 1 0,0-1 0 0,2 1-1 0,-1-1 1 15,0 0-1-15,1 0-1 0,-2-1 2 0,2 1-1 16,1-1 1-16,-1 1-3 0,-1-1 1 0,1 0 0 16,-1-1 0-16,2 1 0 0,0 0-1 0,-1 0 1 15,0-2 0-15,1 2 1 0,-1-1 0 0,1-1-1 16,-1 2 0-16,0 1 0 0,1-3 2 0,-2 2-2 15,0 0 0-15,2-1 0 0,-2 1-1 0,-1 0 1 16,1 1 1-16,0-2-1 0,-2 2 0 0,0 0 1 0,-1 1-1 0,0-2 2 16,0 0-1-16,2 2-1 0,-2-1 0 0,0 0 0 15,0 0 0-15,0 0 0 0,0-2 1 0,1 2 0 16,-1 0-1-16,-1-1 3 0,1-1-2 0,-2 2-1 16,2 0 0-16,0-1 1 0,0 0-1 0,-2 0 0 15,2 1 0-15,-3-1 0 0,2-1 0 0,1 3 3 16,-3-3-3-16,2 1 0 0,-1-1 1 0,2 2-1 15,-1 0 0-15,-2 0-1 0,2 0 1 0,-1-2 0 16,1 2 0-16,-2 0 1 0,-1-2-1 0,2 0-1 16,-2-1 1-16,1 3 0 0,-2-2 0 0,4 3 0 15,-3-1 0-15,3 1 0 0,-3-1 0 0,0 0 0 16,1 2 1-16,-1-1 0 0,0-2-1 0,0 2 1 0,-1 1-1 16,-1-1 0-16,0 1 0 0,1 0 1 0,0-1-1 0,1 1 0 15,-1 0 0-15,-1 0 0 0,1-1 0 0,-2 1 0 16,3 1 0-16,-4 0-1 0,3 1 1 0,-2-2-1 15,-1 1 0-15,0 3-1 0,2-2 1 0,-1-1 1 16,1 2 0-16,0-1-2 0,2 2 0 0,-3-1-5 16,4-1-2-16,1 2-3 0,-3-2-5 0,2 2-13 15,-1-2-6-15,4 3-7 0,-3-2-7 0,2 1-13 16,0 2-5-16,-3-2-9 0,2 1-8 0,2-2-3 0,-5 1-17 16,2 1-60-16,1-1 109 0,-2-1-60 0,4 1-24 15</inkml:trace>
  <inkml:trace contextRef="#ctx0" brushRef="#br1" timeOffset="28277.67">14774 13089 52 0,'-3'-1'66'0,"3"-2"-9"0,3 2-25 0,-3-2 13 0,-3 2 2 16,3-1-1-16,3 1-11 0,-3 1-1 0,2-1 0 0,-4 0-2 15,3 0-5-15,-1 1-1 0,0 0-6 0,0-1-6 16,-1 0 0-16,1 1-4 0,0-3-3 0,1 3-4 15,-2 0-1-15,1 0 2 0,0 0-1 0,0 0 1 16,0 0 5-16,0 0 2 0,-2 1 3 0,1-1 0 16,1 0 5-16,0 0 0 0,-1 0 0 0,-2 2 2 15,3-2-7-15,0 2 1 0,1-1 0 0,-1 1 0 16,-1 1-1-16,1-2-2 0,1 0-2 0,2 0 1 0,-3 0 3 16,-1-1-1-16,-2 1 2 0,3 0-1 0,0-1 1 15,1 0 0-15,-1 2 6 0,-4-1-2 0,4 1-3 16,-1 0-2-16,2 0-3 0,-1-1 2 15,0 1-4-15,-2 0 1 0,2 1-4 0,0-1-2 0,2 0 0 16,-2-1 0-16,0 0-1 0,-1 1 0 0,1 2-2 16,0-3 0-16,0 2-1 0,-1 0 4 0,1 1-2 15,0 1 0-15,-2-1-1 0,2 2 0 0,0-2 3 16,2 2 0-16,0-2-2 0,-2 2 0 0,-1-2-1 16,1 0 1-16,0 1 2 0,0 0-2 0,1-2-2 15,-1 3 0-15,-2-3 1 0,2 3-1 0,0-1 3 16,1 1-3-16,0-2 0 0,0 0 1 0,-1 1 2 15,0-1-3-15,0 1 3 0,1-1 0 0,-1-2-1 16,0 5 1-16,1-2 1 0,0 0 0 0,2 0 0 16,-2 1-1-16,-1-1-1 0,2 0 1 0,-2 0 0 0,-2-1-2 15,1-1 1-15,1 3 1 0,0-3-2 0,1 2 2 16,1 0-3-16,-1-1 2 0,2 1-2 0,-2-1 4 16,3 2-4-16,-3-3 0 0,-1 0 1 0,0 2-1 15,0-2 3-15,0 0-1 0,3 2 0 0,0-1-2 16,-3-1 2-16,3 2 1 0,-3-2 0 0,1 0 0 0,-2 1 1 15,1 0-1-15,0-1 1 0,0-1 1 0,0 2-1 16,0-1 3-16,2 0 0 0,-2 1 0 0,0-1 1 16,2 0 1-16,-2 0 0 0,0 0 1 0,-2-1 0 0,2 0-4 15,0 0 0-15,2 1 0 0,-1 0-1 0,-1-2-2 16,1 0 0-16,-1 1-1 0,1-1 1 0,-1 3 1 16,0-1-2-16,1-2 1 0,-1 1-1 0,0-1 2 15,0-1-2-15,0 0 0 0,1 0-1 0,-1 0-1 16,0 0 1-16,0 2-1 0,0-2 0 0,0 2 0 15,-1-1-1-15,1 1 1 0,-1-2 1 0,0 1 1 16,1-1-1-16,0 0 2 0,0 0-2 0,0 0-3 16,2 0 2-16,-1 0 0 0,2 0-3 0,-2 0-17 15,0 0-12-15,4 0-14 0,-1-1-21 0,0-3-84 16,-4 4 112-16,3-2-75 0,1 0-42 0</inkml:trace>
  <inkml:trace contextRef="#ctx0" brushRef="#br1" timeOffset="29120.62">14572 13270 27 0,'-1'-1'47'0,"-1"1"3"0,2 0-11 0,0-1 10 16,-1 0 5-16,-3-1 5 0,4-1-3 0,-2 2-2 16,2 1-2-16,-2-1-4 0,1 1-11 0,0 0-2 0,1-1-8 15,0 1-4-15,0 0-5 0,1 0-3 0,-1-1-6 16,1 0-1-16,1 1-1 0,-1-1 0 0,0 1-1 16,1 0-2-16,-2-1-2 0,1 1 0 0,2 0 1 15,-1 1-2-15,-2-1 1 0,3 0-1 0,-2-1 0 16,1 1 4-16,1 0-1 0,-1 0 0 0,0-1 0 15,-1 1 0-15,2-1 2 0,-1 1-3 0,1 1 2 16,0-1-2-16,-2 0-1 0,0 0-1 0,5 1 0 16,-2-1 1-16,-1 0-2 0,0 1 2 0,0 0-2 0,3 1 2 15,-2-2 2-15,1 0 4 0,-4-2 0 0,6 2 3 16,-1 0 0-16,-1-1 2 0,0-1 1 0,1 1-2 16,1-2-3-16,2 3-1 0,-3-2 0 0,2 2-3 15,-1-2-1-15,0 1-2 0,2-2 1 0,-3 0-1 16,1 1 1-16,1 0-3 0,2 2 1 0,-3-1 0 15,2-1-1-15,0 2 1 0,0 0-1 0,-2 0-1 16,2 0 1-16,-4-2 0 0,2 2 0 0,1 0-2 16,-3 0 2-16,3 1 0 0,-4 0 0 0,3-1 0 15,0 1 0-15,0-1 0 0,-2 0 1 0,1 0 1 16,-1 0-1-16,0 2-1 0,1-2 2 0,-1 1-2 16,-1 1 1-16,2 1 0 0,-4-3-1 0,3 0-1 15,1 0 1-15,-4 0 0 0,-1 0-1 0,3 0 1 16,-1 1 0-16,-1-1 0 0,2 2 1 0,-4-2 0 15,3 1-1-15,1-1 0 0,-1 1-3 0,-2-1-9 16,-1 0-9-16,2 1-13 0,-1-1-13 0,2 1-12 0,-1-1-20 16,-2 0 48-16,2 0-39 0,0 0-3 0</inkml:trace>
  <inkml:trace contextRef="#ctx0" brushRef="#br1" timeOffset="30083.4">15309 13047 195 0,'5'-5'139'0,"-5"0"-52"0,-1 2-47 0,1-3 28 16,0 3-3-16,0 0-21 0,0-1-7 0,3 2-3 0,-5-1 2 16,2-1-3-16,2 2 2 0,-2 0-2 0,0 1 0 0,1 0 3 15,-1-1 0-15,0 1-1 0,0 0-5 0,1 1 0 16,-1-2-3-16,0 2-7 0,-1 0 0 0,1 0-10 15,0 0-1-15,0 2-1 0,-1-2-3 0,1 0-5 16,0 1-1-16,-2 1 1 0,4 0-2 0,-5 0 2 16,3-1 1-16,0 1-1 0,3 1 1 0,-3 0 1 15,1-1 0-15,-1 4-1 0,-1-4 4 0,1 2 0 16,-3 2-1-16,2-1 0 0,-4 2 0 0,3-3 1 16,-5 4-1-16,5 1 1 0,2-1-1 0,-3 0-1 15,1 2 0-15,1 1 0 0,-2 0 2 0,5 0-3 16,-1-2 1-16,-1 0 0 0,3 2-1 0,-3 1 1 15,0 0-1-15,0 1-1 0,2-1-1 0,-2 2 3 16,1 0-1-16,1 0-2 0,0-2 2 0,-1 0-2 16,0 0 2-16,-1-1-1 0,0-1 1 0,4 1-1 15,-4-3 1-15,0 3 0 0,-1-2 0 0,1 0 3 16,2 1-2-16,-1-3 1 0,0 1-1 0,-2 1 3 16,2-2-1-16,2 0 0 0,-2-1-1 0,2-1 2 0,-1 1-3 15,0 0 2-15,1 0-2 0,-2-2 1 0,3 1-1 0,-4-1 2 16,2 1 1-16,-1 0-4 0,1-2 2 0,-2 0 2 15,4 1-1-15,-4-3-2 0,0 1 4 0,2 0-2 16,-2 0-2-16,0-1 1 0,0 2 1 0,5-1-3 16,-5 0 3-16,0-1-2 0,-1 0 2 0,1 0-3 15,3-1 2-15,-1 1 2 0,-2-1-2 0,0 0-1 16,0 0 0-16,1 0-1 0,-1 0 0 0,0-3-4 0,0 2-10 16,0-1-25-16,0-3-14 0,0 0-22 0,2 1-29 15,-1-3 68-15,2 2-57 0,1-1-16 16</inkml:trace>
  <inkml:trace contextRef="#ctx0" brushRef="#br1" timeOffset="30737">15489 13080 205 0,'-2'-4'163'0,"1"0"-43"15,-2 1-62-15,1 0 40 0,2 1-26 16,0 0-2-16,0 0-9 0,-1 1-9 0,1 0-5 0,0 1-2 16,-1-1 2-16,1-1 2 0,0 1-2 0,0 1-2 15,0-1-5-15,0 1-15 0,1-1-3 0,-1 1-5 16,0 0-6-16,1 0-7 0,-1 0-2 0,2 0-1 16,-2 3 1-16,0-1 1 0,2 3-3 0,-1-1 4 15,0 2 2-15,1 0-3 0,-2 1 2 0,0 0 1 0,0 0 2 16,0 1 0-16,0 0 1 0,1-2-1 0,-1 1-2 0,0 1 4 15,0 0-5-15,2 2 0 0,-1-2-4 0,-1 4-1 16,1-4 2-16,2 3-1 0,-2 0-1 0,0 0 0 16,1 0 0-16,-2 2 1 0,2-2 0 0,-1-2 2 15,1 1-2-15,1 0-1 0,-2-1 1 0,1-1 1 16,-1-1-1-16,1-1 1 0,0 0 0 0,-1-1-2 16,2 1 1-16,-2 0 2 0,1 0-1 0,-1-3-2 15,0 2 0-15,0-1 1 0,-1 0 0 0,1 1 1 16,-1-2-2-16,1-2 0 0,-1 2 1 0,0 1 1 15,2-1-2-15,-2 1 0 0,0-1 1 0,0 0-1 16,0 0 0-16,0 2 1 0,0-2 0 0,0 1-1 16,-2-1 3-16,1-1 1 0,1 1-1 0,-1 0 1 15,1-1 1-15,-1 1 1 0,1-1-4 0,-1-1 2 16,1 1-1-16,0 0-2 0,0 0 0 0,0-1 0 16,0 1 0-16,0 0-2 0,0 0 2 0,0 0 1 0,0 0-1 15,1 2 1-15,-1-2-3 0,1 1-10 0,0-2-11 16,2 2-14-16,1 0-67 0,-3-1-51 15,2-1 112-15,-1 3-87 0,2 2-66 0</inkml:trace>
  <inkml:trace contextRef="#ctx0" brushRef="#br1" timeOffset="31242.74">15649 13520 794 0,'0'-5'336'0,"0"2"-220"0,0 0-81 0,-3-1 1 0,1 2-4 15,1 2 1-15,1 0-4 0,1 0-14 0,-1 0 1 16,0 0 2-16,0 0 3 0,0 0 3 0,2 0 2 15,-2-1 3-15,0 0-2 0,-2 0-2 0,1 1-5 16,0-1-4-16,1 1-6 0,0 0-2 0,0 0-5 0,1 0-2 16,-1 0-1-16,0 0 0 0,1 1 0 15,-1-1 1-15,2-1 1 0,-1 0 0 0,-1 1-1 16,0-1 0-16,0-1 3 0,0 0-4 0,0 1 2 0,-3 0-2 16,2 0 0-16,1 0 1 0,0 0 0 0,0 0-1 15,0 0 0-15,0 0 1 0,0 0-1 0,0-1 3 16,0 2-3-16,-1-1 0 0,1 1 1 0,0 0-1 15,0 0 0-15,0 0 0 0,-1 0 0 0,0-1 0 16,1 1 0-16,0 0 0 0,-1-1-1 0,1 0-1 16,0 1 2-16,0 0-1 0,0 0 0 0,0-1 0 15,0 1 0-15,0 0 1 0,0 0 1 0,0 0-1 16,-2 1 1-16,1-1-1 0,1 1 0 0,0-1 0 16,-3 2-2-16,3-1 0 0,-2 1-1 0,1-1 2 0,1 1-1 15,-1-2-3-15,0 2-6 0,-1-1-9 0,2 1-6 16,0 1-25-16,0-1-15 0,-1-1-27 0,1 1-29 15,-1 0 78-15,1 1-57 0,0 4-14 0</inkml:trace>
  <inkml:trace contextRef="#ctx0" brushRef="#br1" timeOffset="32405.16">15971 13002 294 0,'-4'-2'152'0,"2"2"-79"0,0 0-45 16,-1 0 21-16,-1 1-1 0,1 0-3 0,-1 1 3 15,3 1 4-15,-3-1 3 0,1 1 5 0,1 0 5 16,-2-1-5-16,1 0-2 0,0 1 3 0,0-2-7 15,1 1-16-15,-2 0-5 0,1 1-5 0,2-1-7 16,-2 2-3-16,0-3-4 0,1 2-6 0,1 0-4 0,0 2 0 16,0-2 1-16,1 1-3 0,-3 0 2 0,2 0 3 15,-2 3 4-15,2-2-3 0,-2 2 3 0,2-1 0 16,-2 1-1-16,-1-2 3 0,2 3-2 0,-1 0-2 16,1-2-3-16,0 1 0 0,0 0-1 0,1 1-1 15,1 1 0-15,0-4-2 0,-1 4 1 0,-1-1-1 16,1 1-1-16,1 2 0 0,0-3 0 0,-2 1 0 15,0 2 1-15,2 0-1 0,0-1 2 0,0 0 0 0,1-2-1 16,-1 0-1-16,0 2 3 0,3 0-3 0,-2-1 1 16,0-2 1-16,1 3-2 0,1 0-1 0,-1-2 1 15,1-1 3-15,0 3-4 0,-2-4 1 0,2 0 0 16,-1 1 0-16,1-2-1 0,-1 1 1 0,-1 0 1 0,5 1 0 16,-2-2 0-16,1 1 1 0,-1-1-1 15,-1 1-1-15,1-1 3 0,-1 0-3 0,-1-2 2 16,1-1-2-16,-1 2-1 0,0-3 1 0,2 1 1 15,-1 1-1-15,-1-3 0 0,1 1 1 16,-2-1-1-16,0 1 1 0,3-1 1 0,1 0 0 0,-1-1-2 0,0 0 2 16,0-2-1-16,-2-1 1 0,2 1 0 0,-1-2 0 15,1 1-2-15,-2 1 3 0,1 0-3 0,0-3 0 16,1 3 3-16,-1-3-3 0,-1 1 0 0,2 2 1 0,0-3 2 16,-1 0-3-16,-1-1 1 0,1 2 2 0,-1-1-4 15,2 3 3-15,-2-2-1 0,-1 2-2 0,1-2-1 16,-2 0 1-16,1 1 1 0,0 0-1 0,-1-1 1 15,0 0-1-15,0-1 0 0,0 3 2 0,0-1-2 16,-1 1-1-16,0 0 0 0,-1-1-1 0,0 0 0 16,0 2-2-16,-1-1 1 0,3-1-1 0,-4 0 1 15,1 0 0-15,0 1 1 0,1 2 2 0,-2-2-2 16,1 1 1-16,1 2-1 0,-1-2 0 0,-2 1 1 16,3 1 0-16,0-2-2 0,-2 2 1 0,0-1-1 15,1 1 2-15,0 0-2 0,-2 1 2 0,2 1-1 16,-1 1 0-16,0 0 0 0,0 1-1 0,1-2 2 15,-2 1-1-15,3 2 1 0,-2 0 0 0,2-2-1 16,-2 2 0-16,1 0 1 0,1 0-1 0,-1 0 1 16,0-1 0-16,1 1 0 0,1-1 1 0,-2 2-1 15,2-2 1-15,-2-1 0 0,2 1 1 0,-1 0-1 16,1-1 0-16,-2 1 0 0,2-1 0 0,0-1 1 0,0 2-1 0,-1 1-1 16,0-1 0-16,1-1 0 0,0 2 1 0,1 0-1 15,0-1-1-15,-1 0 1 0,1 0 0 0,-3 2 0 16,3-2 0-16,0 1 0 0,0 0 0 0,-3-2 1 15,3 3 2-15,0-1-2 0,3-1-1 0,0-1-1 16,-3 0-23-16,1 2-16 0,2-2-19 0,-2-1-26 16,2 1 59-16,-1-1-49 0,0 1-19 0</inkml:trace>
  <inkml:trace contextRef="#ctx0" brushRef="#br1" timeOffset="34360.9">16053 12973 290 0,'0'-3'172'0,"0"-2"-88"16,0-1-56-16,-1 3 21 0,1 1-25 0,0 1-6 0,0 1-7 15,1-3-8-15,2 1-2 0,-2 2-2 0,1-2 0 16,-1 1 1-16,1-1 2 0,-1 1 2 0,0-2 1 16,-1 2 5-16,2 0 2 0,-2-3 3 0,1 4 4 15,0-1 1-15,1-1 1 0,-1 0 1 0,1 1-1 16,0-1 0-16,-1 2-2 0,1 0-3 0,-1-1 2 15,0 0 0-15,0-1-2 0,0 0-2 0,2 1 3 16,-2-2-3-16,2 2-2 0,-2 0 1 0,0-1-4 16,1 1-5-16,1 0 1 0,-1-4-2 0,1 4-1 15,-1-2-1-15,4 2 0 0,-3-1-1 0,0 0-1 16,2-2 1-16,-1 1 0 0,3 3 2 0,-3-2-2 16,1 0 0-16,-2 2-2 0,3-3 3 0,0 2 3 15,-3 0 1-15,1 1-1 0,0-1-1 0,-2 0 5 16,2 0 3-16,2 1 1 0,-5 0-1 0,1 1 4 15,-2 1 0-15,1-1 0 0,1 3 3 0,-2 1-2 16,0-1-2-16,1 2 0 0,-1-1 0 0,1 0-3 0,-1 4-1 16,-1-2 2-16,0 1-4 0,0 0 1 0,-1-1 0 15,-2 2 0-15,0 1 2 0,1 0 1 0,0-3-2 16,0 3-1-16,-1-2 3 0,2 1-1 0,-4-2-3 16,4 2-1-16,-1-4-3 0,-1 3-1 0,-1 0 2 15,2-3-2-15,-1 4-1 0,0-2 2 0,-1-1-1 0,3-1 3 16,-2 0-4-16,1-1 2 0,0 0-1 0,-1 1 0 15,2-3 0-15,0 2-2 0,-1 0 1 16,0-2 0-16,0 2 0 0,2 0-2 0,-1-2 1 16,2 1 0-16,-1 1 0 0,-1-3-1 0,2 1 1 15,0-2-1-15,0 1 0 0,0-1 2 0,0-1-2 0,0 0 0 16,2-1 0-16,-2 1 0 0,1-1-1 0,0 1 0 0,1-2 1 16,1 0-2-16,0 1-1 0,0-1 1 0,-2-1-1 15,2 1 1-15,0-2-3 0,0 2 1 0,-3 0 0 16,3 2 1-16,-1-4 1 0,0 3 1 0,1 1-1 15,-3-1 2-15,3 2 0 0,-2-1 0 0,0 0 0 16,-1 0 0-16,0 1 1 0,0 0-2 0,0-2 0 0,-2 2 0 16,2 0 1-16,0-1 1 0,0 1 0 0,0 0-1 15,0 0 0-15,0 0 1 0,0 0 0 0,0 1-1 16,0 1 0-16,-3-2 0 0,3 0 0 0,-1 0 2 16,0 0-4-16,0 1 2 0,-2 0 0 0,3-1 0 15,0 1 0-15,0-1 0 0,0 1-1 0,1-1-1 16,-1 1 2-16,2-1 1 0,-2 0-1 0,0 0 0 15,0 0 0-15,0 0 3 0,0 1-3 0,0-1 2 16,0 0 1-16,0 0-3 0,1 0 4 0,-1 0 1 16,1 0 0-16,-1-1-2 0,0 1 1 0,0 0 1 15,0 0-2-15,0 0 2 0,0 1-3 0,-2-1 0 16,2 0-1-16,-2 0 0 0,2 0 1 0,-1 0-1 16,1 1 0-16,-1-2 0 0,1 1 0 0,-1 0 0 15,1 0 0-15,0 0 2 0,0 0-2 0,0-1 0 0,0 0-1 0,0 2 0 16,0-1 0-16,0 0 0 0,0 1 0 0,-2-1-1 15,2 0 2-15,0 1-1 0,0 0 0 0,-2-1 3 16,1 0-1-16,-2 0 3 0,3 0 0 0,2 0 0 16,-4 0-1-16,2 0 3 0,0 1 1 0,-1-1-1 15,1 0 2-15,-1 2-3 0,1-1 0 0,-1 0-1 16,1 2-1-16,-1-2-1 0,1 1-1 0,0 0 0 16,-1 1-2-16,-1-1 0 0,1 0 0 0,1 0 1 15,-1 0-1-15,0 1 0 0,-1 0 1 0,1-2-1 16,0 1 2-16,1 1-2 0,-1 0 0 0,0-3 0 15,0 3 2-15,1-1 0 0,0 0-1 0,0 2 1 16,-2-2-1-16,1-1 1 0,0 1-1 0,1 2 2 0,0-1-2 16,0 1 0-16,-2 0 0 0,2 0-1 0,-1 0 2 0,1 2-1 15,-2-2 0-15,1 0-1 0,0 4 2 0,-1-1-3 16,1-2 1-16,0 4 0 0,1-2-1 0,-1 1 1 16,-1 1-1-16,2-1 1 0,-1 0-2 0,1-1 2 15,0-2 2-15,-2 1-1 0,2 0 1 0,-1 0-1 16,1-2 0-16,-1-1-1 0,1 0 0 0,-2 2 2 15,1-3-1-15,0 3-1 0,-1-2 1 0,1-1-1 16,0 0 2-16,-1 3 2 0,1-1-4 0,-1-1 2 0,1-3-2 16,1 4 2-16,-2-2-2 0,0 2 1 0,1-2-1 15,1 0 0-15,0-1 2 0,-1 1-2 16,1 0 3-16,-1-1-1 0,1-1 2 0,0 0-2 16,0 0 2-16,0-1 0 0,0 0-2 0,0-1 1 15,0 1 0-15,0-2-1 0,0 3 0 0,0-4-1 16,0 2-1-16,1-2 0 0,0-1 0 0,0 1 0 0,1-3 0 15,-1 5-1-15,1-5-1 0,-2 1 0 0,2 1 1 16,-2-1 1-16,1 0-1 0,0 2-2 0,-1-4 1 16,0 1-2-16,0 1 2 0,1 0-1 0,-1 1 1 15,0 0-1-15,0-1-1 0,0 3 0 0,0-1 2 16,2 0 0-16,-2 0 0 0,2 0 0 0,-1 1 0 0,2 0 0 16,-3 0 2-16,1-1-1 0,0 2-1 0,1-1 0 0,-1 1 0 15,3 0 0-15,-3 0 1 0,2 2 0 0,-2-3-3 16,2 1 2-16,0 1 0 0,0 0 0 0,-2 1 2 15,1-1-1-15,-1 0 0 0,2-1 1 0,0 2 0 16,-3 0 0-16,2-1-1 0,-1 1 1 0,0-2-3 16,1 2 2-16,-2 0 0 0,1 0-1 0,1 0 0 15,-1 2 0-15,2-1 2 0,-3 0 1 0,1 1 1 16,1 0-2-16,-1 0 0 0,0 3 1 0,2-2 2 16,-3 0-3-16,1 2 1 0,-1-3-1 0,1 3 3 15,-1-1 1-15,0 0-4 0,2 0 2 0,-2 0 1 16,0 0 3-16,1 1-5 0,1 3 3 0,-2-3-2 15,1 1 2-15,0-2 0 0,1 3 0 0,-1 0 0 16,0-3-1-16,1-1 1 0,-2 1 0 0,2 1-2 16,-1-2 0-16,1 1 2 0,-2-2-1 0,2 0-1 15,-1 1 0-15,-1 2 0 0,1-2 0 0,0 1 3 16,1 1-2-16,-2 1-2 0,3-1 2 0,-2 0 0 0,0 1-3 16,1-3 4-16,-1 1-1 0,-1 1-1 0,0-3 0 15,3 2 0-15,-3-2 1 0,0 1-2 0,0-1 2 16,0 1-1-16,3 0-2 0,-2 0 2 0,0-2 0 15,0-1-1-15,-1 2-1 0,2 0 1 0,-1-1 2 16,0-1 0-16,-1 1 0 0,0-1-2 0,-1 1 1 16,1-1 0-16,0 0 1 0,0 0-1 0,0 0-1 15,0 0 0-15,0-1-4 0,1-1-8 0,-1 1-4 16,2 1-8-16,-1-4-24 0,2-1-13 0,0 1-17 16,-1 2-20-16,0-5-72 0,0 2 117 0,0-2-76 15,3-4-30-15</inkml:trace>
  <inkml:trace contextRef="#ctx0" brushRef="#br1" timeOffset="35712.68">16374 12942 272 0,'-1'-5'161'0,"-1"-1"-76"0,2 2-56 15,0 1 14-15,2 1-7 0,0 1-8 0,-2-1-18 16,1 1 0-16,1 1 2 0,-1 0 3 0,1-3 8 16,-2 2 2-16,0 1 0 0,0-1 1 0,-2 1 1 0,1-2-6 15,-1 0-2-15,1 2-1 0,1 0-9 0,-2-1-1 16,0-2 1-16,1 3-2 0,1 0 2 0,-1 0 1 15,-1 0 2-15,1 0 0 0,1 0 3 0,-3 0 1 16,0 0 0-16,1 0-2 0,0 0-1 0,0 0 1 16,-2 0-4-16,1-1-1 0,1 1-2 0,0-1-1 15,0 1-1-15,2 1-1 0,-4 0 0 0,4 1 0 16,0-1 1-16,-1 0 1 0,-2 0 1 0,1-1-1 16,0 3 0-16,2-3 2 0,-2 0 1 0,0 1-2 15,1 3-2-15,0-3-2 0,3 2-1 0,0-1 0 16,-2 1 2-16,-4 0-3 0,4-1 0 0,-1 1-1 0,0-1 0 15,1 2 1-15,-4-1 0 0,4 0-2 0,3 0 1 0,-3 2 1 16,1-2-3-16,2 3 0 0,1-3 2 0,-1 1 0 16,-1-2-1-16,-1 2 1 0,1-2 1 0,2-1-1 15,-3 0 3-15,-1 0 1 0,4 0-4 0,-2-1 1 16,3 0 4-16,-2 0-2 0,0 0-2 0,-1-1 0 16,4 1 0-16,-4-2 2 0,4 1 1 0,-4-1-1 15,1-2 0-15,1 1-2 0,-1 0 2 0,1 0-2 16,-1-2 2-16,-2 1-4 0,2-2 0 0,-1 3-2 15,0-1-5-15,1-1-1 0,-1 1 0 0,1-1 2 16,0 2-1-16,-3 0-2 0,1-3 2 0,0-1 3 16,0 2 2-16,0-2 1 0,0 3 0 0,1-2 0 0,-2 4-2 15,0-3 4-15,1 2 0 0,0 3-1 0,-1 0-2 16,0-1 1-16,0 1 1 0,0 0-2 0,0 0 0 16,0 0 1-16,1 0-1 0,-1 0 0 0,2 1 1 15,-1 0 0-15,1 1-2 0,-1-2 2 0,2 1 2 16,-2-1 0-16,2 3 0 0,-3-3 0 0,2 0-2 15,-1 0 2-15,1 2 2 0,0 0-1 0,0 0-1 16,-1-1 0-16,1-1 0 0,-1 2 0 0,1 1 0 16,-1-3 0-16,2 1 0 0,-2-1 0 0,0 1 1 15,1 0-1-15,-2 1 1 0,1-2 1 0,-1 1 1 0,0-1-3 0,0 0 3 16,0 2 2-16,-1-2-3 0,1 0 4 0,-2 3-2 16,2-2 4-16,-2 3-1 0,0-2 1 0,1 2 0 15,-1 0 1-15,1 0 1 0,-2 1-1 0,1-1-1 16,-2 2-1-16,3-2 1 0,-2 0 1 0,0 3-2 15,-1 1-4-15,2-2 3 0,-2 4-1 0,3 0 1 16,-1 0-2-16,-2-1-1 0,1 1 1 0,1 3 1 16,-2 0 3-16,1-3 0 0,-1 4 3 15,2-2 1-15,-1 2 3 0,0 1 4 0,1-1-1 0,-1 0 2 16,-1 0 2-16,2 1 0 0,-2 2-1 0,1 0-1 16,-2 0-3-16,1-2-1 0,-2 1-4 0,2 3-1 15,2-2-2-15,-3-1-1 0,3-2-2 0,0-1 0 16,-1-2-2-16,0 0 2 0,2-2 1 0,0-2-2 0,-2-1-1 15,0-1 0-15,1-1 1 0,0 0-1 0,2-1 0 16,-1 0-2-16,0-1-1 0,1 0-1 0,0-1-9 16,0 0-13-16,1 2-17 0,-1-3-21 15,3 4-91-15,-2-3 116 0,4 1-74 0,1 2-48 0</inkml:trace>
  <inkml:trace contextRef="#ctx0" brushRef="#br1" timeOffset="36298.53">16456 13314 472 0,'-4'-6'256'0,"2"1"-150"0,-1 1-77 16,1-1 70-16,2 2-98 0,0 3 6 0,0 0 6 15,0 0 6-15,-1-1 7 0,1 0 9 0,-2 1 4 0,-1 0 9 16,1 1 3-16,0-1-5 0,-2 0-4 0,1 2-3 15,0 1-5-15,0 1-7 0,0-2-3 0,0 1-9 16,0 1-1-16,2 2-3 0,-1-1-2 0,1 3-3 16,-3-4-2-16,3 2-1 0,-1 2 0 0,-1-2 1 15,3-2-1-15,-2 2 0 0,1-4 0 0,-1 1 0 16,2 2 0-16,-1-3-1 0,1 1 1 0,0 2-1 0,0-2 0 16,0 1 0-16,0 0 0 0,1-2-1 0,1 1 0 15,-1 0 2-15,0 0-3 0,0-1 0 0,2 0 2 16,-1 1-1-16,2 1-1 0,0-2 1 0,-3 0-1 15,2 1 1-15,1-2 0 0,-2 1 0 0,2 2-1 16,-2-3 1-16,3 0-1 0,-3 1 0 0,1-1 1 16,1 1-1-16,-2-2 2 0,2 3-2 0,-2-3 0 15,2 0 0-15,-2 1 3 0,1-1-3 0,0 0 0 16,1 0 0-16,-2 1 0 0,1-2-1 0,0 0 1 16,0-1-2-16,-1 1-1 0,0-2 3 0,-1 3-2 15,0-3 1-15,-1 2 0 0,1-3 1 0,0 3 0 16,0 0 0-16,-1-3-1 0,0 3 1 0,1-1-1 15,1-2 0-15,-2-2-2 0,0 4-2 0,0-3 0 16,-3 1 0-16,3 2 2 0,-1-3-2 0,-1 0 3 16,0 1-2-16,2 1 1 0,-2-2 3 0,0 0-1 15,-1-1 1-15,1 4-3 0,0-4 0 0,0 2-3 16,0 2 0-16,-3 0 0 0,3 0-5 0,-2 1-1 16,-1 0-4-16,0 0 0 0,2 2 0 0,-3-1-4 0,-1 0-2 15,2 1-4-15,-3 0 2 0,4-1-8 0,-5 0-4 16,3 0-5-16,-2 0-10 0,1 5-28 0,0-3-19 15,0-1-26-15,2 2 78 0,0 2-55 0,1-1-22 0</inkml:trace>
  <inkml:trace contextRef="#ctx0" brushRef="#br1" timeOffset="41560.25">12147 13533 112 0,'1'0'79'0,"-1"0"-13"0,0 0-27 0,0 0 19 16,1-1-4-16,-1 1-5 0,2-1-3 0,-2-3-4 15,1 3-2-15,-1 0-9 0,1-2-5 0,1 3-4 16,-2-1 1-16,0-1-8 0,1 1-4 0,1 1 0 15,-1 0-4-15,0-2-2 0,-1 1 1 0,0 0 1 16,2 0-2-16,-2 1-3 0,0-1 3 0,0 0-3 16,0 0 3-16,0 0-2 0,0 0-1 0,0 1-1 15,0-1 2-15,0 1 3 0,0-2-2 0,-3 2 9 16,3-1 2-16,-1 1 5 0,0-1 5 0,0 0 5 0,0 0 9 16,-1 0-1-16,1 0 2 0,1 1-8 0,-1 0 2 15,-1-1-3-15,1 0-4 0,1 0-3 0,-1 0-10 16,0 1 0-16,1-2-3 0,-1 1-1 0,1 1-3 15,0-1-4-15,0 1 1 0,0 0-3 0,0 0 0 16,0 0-1-16,0 0 1 0,1 0 0 0,-1 0-1 16,0-1 2-16,0 1-1 0,0 0 2 0,0-1 0 15,1 1 0-15,-1-1-1 0,1 1 2 0,-1-1 0 16,1 1 2-16,-1-1-1 0,3 1-1 0,-3-2 3 16,1 2 0-16,1 0-3 0,-1-2 4 0,-1 2-1 15,1-1-1-15,0 1 0 0,-1 0 1 0,1 0-3 16,-1-1 0-16,1 0 2 0,-1 1-5 0,0-1 0 15,2 1 1-15,-2 0-2 0,0 0 1 0,1 0 0 16,-1 0 1-16,2 0-2 0,-2 0 3 0,2 0-1 16,0 0-1-16,0 0 1 0,1 0 0 0,-1-1-1 15,0 0 0-15,1 1-1 0,0 0 0 0,1 0 1 0,-2 0-1 16,1-1 0-16,2 0 0 0,-1 2 0 0,0-1-1 0,0-1 1 16,0 0 0-16,3 1-1 0,-1-1 1 0,-1 1 0 15,0 0 0-15,1-2 0 0,-1 2 0 0,-1 0 0 16,3 0 1-16,-4 0-2 0,3 2 2 0,-3-2-1 15,1 1 0-15,0-1 2 0,-1 1-2 0,1-1 1 16,0 1 0-16,-2-1 0 0,0 0-1 0,1 1 1 16,-1-1-1-16,1 0 2 0,0 1 0 0,-3-1 0 15,2 0-2-15,-1 0 2 0,0 0 0 0,-1-1 0 16,0 1-2-16,1-1-1 0,-1 1 2 0,3-1-1 16,-3 0 1-16,0 1-1 0,0 0 1 0,0 0 1 15,0 0-1-15,0 0 2 0,-1 0-3 0,1 0 4 16,0 1-2-16,0-1 2 0,0 0 0 0,0 0 0 0,0 0 5 15,-2 0 1-15,2 0 1 0,-1 0-1 0,0 0 4 16,-1 0 1-16,1 0 1 0,-2-1-3 0,0-2 0 16,0 3-1-16,1-2 1 0,-1 1-2 0,-1 0-3 15,1-1-1-15,1 1-1 0,0 0 1 0,-2 1-3 16,0-1 1-16,1 1 0 0,-2 0-1 0,1-2 2 16,0 2-3-16,-1 0 3 0,0 0-1 0,2 0 2 15,-3 0-1-15,2 0-1 0,-2 2 2 0,1-1-2 16,-2 0 2-16,1 0-2 0,0-1 0 0,-2 0-1 15,1 1 1-15,0-1 1 0,1-1-1 0,-2 1 3 16,1 0 0-16,2 0-2 0,-1 0 4 0,1 0-4 16,0 1 2-16,0-1-2 0,1 0 1 0,-1 0-1 15,1 0-1-15,1 0 0 0,-2 0 0 0,2-1 1 16,0 1-2-16,-2 0-1 0,3-1-1 0,1 1 0 0,-2 0-1 16,3 0 0-16,-3-1-1 0,1 0 0 0,1 1 1 15,1 0 0-15,0 0 0 0,-2 0-1 0,2 0-1 16,-1 0 1-16,1 1-2 0,0-1 1 0,0 0-3 0,0 0 1 15,0 1 1-15,0-1-1 0,1 0 1 0,0 0 1 16,1 0 0-16,1 0-2 0,-1 0 3 0,2 0 0 16,-2 0-1-16,3 0 1 0,-1 1 0 0,1 0 0 0,-2-1 0 15,2 1-1-15,0-1 1 0,-2 0 0 0,1 0-1 16,0-1-1-16,0 0 2 0,-1-1-1 0,1 2 1 16,0-1 0-16,0-1 1 0,1 1-1 0,-1-1 1 15,-1 1 1-15,2-1-2 0,-1 1 2 0,-2-1-1 16,2-1 1-16,-3 2-2 0,0-1 0 0,2 1 1 15,-1-1 0-15,-1-1-1 0,0 0 1 0,1 2 0 16,0 0 0-16,-2 1 0 0,2-1 1 0,-2 1-2 16,0 0 0-16,0 0-2 0,2 1 1 0,-2-1 0 15,1 0 0-15,0-1 0 0,0 1-2 0,2 2-12 16,-2-2-16-16,2 2-20 0,-1 0-28 0,1 2-139 16,3 0 169-16,-3 4-107 0,2-1-70 0</inkml:trace>
  <inkml:trace contextRef="#ctx0" brushRef="#br1" timeOffset="44913.21">10665 13381 58 0,'0'-4'60'0,"0"2"-8"15,0 0-23-15,-1-1 19 0,1 1-6 0,1 0 3 16,-1 0 2-16,-1-2 0 0,1 3-4 0,0-3 9 16,-1 0 2-16,-2 3-3 0,1-4 5 0,-2 1-3 15,3 3-5-15,1 0 0 0,-1-3-4 0,-2 3-12 16,2-2-1-16,0 1-2 0,0 2-7 0,0-2-6 16,0 1-1-16,1 0-4 0,0 0-1 0,-2 0 0 15,2 0-3-15,-1-3 1 0,-2 1 2 0,2 2 1 16,-2-1-1-16,3 1 2 0,0-1 2 0,-2 1 0 15,2 1 0-15,0 0 0 0,0-1-2 0,0 1-2 0,0-1-2 16,-2 1 1-16,2 0-3 0,0-1-2 0,0 1 0 0,0-1-4 16,0 1 1-16,0 2 0 0,-2-1 0 0,2 0-1 15,0-1 0-15,-2 4 0 0,2-1 2 0,-1-1-2 16,1 3 1-16,0-4 2 0,-2 1-1 0,0 0 3 16,0 5-2-16,2-6 1 0,-1 3 0 0,1 2 0 15,-1-1 2-15,1-1-1 0,0 3 0 0,0-3-2 16,-2 0 1-16,1 1-3 0,-1-2 0 0,1 3 2 15,0-2-2-15,1 0-1 0,-1 1 0 0,1 2 0 16,0-2-1-16,1 1 2 0,1-1 0 0,-2-1 1 16,0 1 0-16,0-1 2 0,0 0 0 0,0 0 2 15,0 0 1-15,-2-1 0 0,2 3-2 0,0-3 0 16,1 3-2-16,0-2 0 0,1 2 0 0,-1-1 0 16,2 0 0-16,-2 1-1 0,-1-2 1 0,3 4-1 0,-2 0 1 15,0-1 0-15,-1-1 0 0,0 0-1 0,0 4 1 16,1-2-1-16,-1 1 0 0,0-2 1 0,0 0 2 15,0 2-3-15,1-1 1 0,-1-1 1 0,0-2-2 16,0 1 1-16,2 0 0 0,-4-1 2 0,2 0-3 16,0-1 2-16,-4-1 0 0,4 1-1 0,0 0 1 15,-1-1 1-15,1 0-2 0,1 2-1 0,-1-2 0 16,0 1 0-16,3 1-1 0,-4-3 1 0,1 1 0 16,-1-2-1-16,2 2-1 0,-1-3 2 0,0 4 1 15,1-2 0-15,-1-3 2 0,3 1 1 0,-2 0 3 16,-1-1 3-16,3 1 1 0,-3 0 2 0,-2-4 1 15,2 4-1-15,0 0-1 0,0-1-2 0,0 1-2 16,-2-2-2-16,0-1 0 0,2 1-2 0,0 1-2 16,0-2-1-16,-1 1 0 0,1 1 2 0,1-1-2 15,-1-4-2-15,-2 3 2 0,2 0 0 0,1-2 2 16,0 1 0-16,-1 0 1 0,-1-2 1 0,1 2 0 16,-1-3 2-16,1 3-1 0,0-3 0 0,0 1-3 15,0-2 2-15,0 0-2 0,0 1-1 0,0-1 0 16,0 2-1-16,2-2 0 0,-2-2-3 0,-1 3 2 0,-3 0-2 15,4-1 1-15,1-1-1 0,-1 0 1 0,0 1-1 16,0-2-1-16,0 3 3 0,2-1-2 0,2-2 1 16,-4 2 0-16,1 0 1 0,-1 0-2 0,1 0 0 0,1-1 1 15,-2 1-1-15,1-1 0 0,-1 1 0 0,0 0-1 16,1 1 0-16,-1-1 1 0,1-3 0 0,0 5 1 16,-1-2 0-16,-1 0-1 0,1 1 1 0,2 0-1 0,-2-3 2 15,0 4-2-15,0-3 2 0,-1 1-2 0,1 1 0 16,0 0 1-16,0-2-1 0,1 2 2 0,-1 0-3 15,0 2 1-15,1 0 1 0,-1 0 0 0,-1-3 0 16,0 4-1-16,0-2 0 0,-1 1 0 0,2 2 1 16,0 0-1-16,-1 1 0 0,1-1 1 0,0 2-1 15,0 0 0-15,0-1 0 0,0 1 1 0,0 0-1 16,-2-1 0-16,2 2 1 0,-1 0-2 0,1 0 0 16,-1-1 1-16,1 1 2 0,0-1-2 0,-3 0 0 15,2-1 0-15,5 0-1 0,-4 2 0 0,0-1-1 16,0 0 1-16,2 1-4 0,-2 1 2 0,2 0-27 15,-2 2-14-15,0-2-18 0,0 2-26 0,3 1-106 16,0 2 142-16,3 0-96 0,-2 1-53 0</inkml:trace>
  <inkml:trace contextRef="#ctx0" brushRef="#br1" timeOffset="45891.03">10791 13283 214 0,'0'-4'125'0,"0"1"-55"0,-1-1-41 0,-1 2 24 16,2 0-8-16,0 1-4 0,0-2-5 0,0-1-9 16,0 1 2-16,0 2 0 0,0-4 3 0,2 3-7 15,-1-1 1-15,-1 1 2 0,1 1-2 0,1 0-4 16,-1 0-2-16,-1-5-3 0,0 5-1 0,0-1-1 0,0 2-5 0,1-2 0 16,0-1 0-16,-1 0-3 0,0 2 2 0,1 2 0 15,0-1 0-15,-1-1 0 0,2-1 3 0,-1 2 0 16,-1 1 1-16,0 0 8 0,-1-1 2 0,-1 0 2 15,2 0 0-15,0 2 3 0,-1-2 3 0,1 1-2 16,0-1 2-16,0 0-5 0,0-1-3 0,0 1-4 16,0 1-1-16,0 0-5 0,0-1-4 0,0 1-3 15,-1 2-1-15,1 0-3 0,0-2-2 0,0 1 2 16,0 2-2-16,0 0 1 0,0 1-1 0,0-1 0 16,1 0-3-16,-1 2 1 0,0-2 2 0,1 1-1 15,1 0 1-15,-1 0 0 0,0 1 0 0,0 0 3 16,1-1-1-16,-1-1 1 0,1 3-2 0,0-1-1 15,0 0 0-15,0-2 0 0,0 1 1 0,-2 1-1 0,3 2-1 16,-1-2 1-16,2 0 2 0,-3-1-1 0,-1 1 0 16,3 0-1-16,-2 0 1 0,0-2 0 0,-1 0 2 15,0 0-1-15,0-1-1 0,0 1 1 0,0 2 1 16,0-2 0-16,0 2-1 0,0-2 2 0,0 2-1 16,0 0 0-16,0-2 0 0,0 2 2 0,0-2-4 15,0 1 2-15,0 0 2 0,0 2-2 0,0-5 3 16,0-1-1-16,0 0 1 0,0 4 0 0,0-1 1 15,0 0 1-15,0 0-2 0,0 0 1 0,0-2-2 16,0 1-1-16,1 1-2 0,-1-2 0 0,1 1 0 16,2-1 1-16,-2 2-3 0,1 0 0 0,-2-1 0 15,1 2 0-15,1-2 1 0,0 1 0 0,0 0 0 16,-1 0 0-16,1 0 0 0,-2 0 0 0,3-1-1 0,-2 1 3 16,0 0-1-16,0-1-1 0,0-1 0 0,-1 1 0 15,0 0 3-15,0-1-2 0,0-1 2 0,0 1-2 16,0-2 1-16,2 1-1 0,-2 0 1 15,0 0 0-15,2 0-2 0,0 1 1 0,-2-2 0 0,0 1-2 0,0 0 1 16,0-1 2-16,0 0-3 0,0 1 2 0,0-1-2 16,0 0-6-16,0 0-6 0,0 0 1 0,0 0-7 15,1 0-8-15,-1-1-1 0,1 0-4 0,-1 1-3 16,1 0-2-16,-1 1-1 0,1 0 0 0,-1 0-2 0,0 1-1 16,0-1-2-16,1 1-6 0,1-1-7 0,-1 1-27 15,0 0-17-15,0 0-18 0,2 2 73 0,-2-3-69 16,0 3-28-16</inkml:trace>
  <inkml:trace contextRef="#ctx0" brushRef="#br1" timeOffset="46646.83">10982 13654 340 0,'2'-3'182'0,"1"1"-91"15,-2 0-55-15,-1-3 18 0,2 3-10 0,-2 0 8 16,0 1-10-16,-2 0-13 0,-2-1-1 0,4-1 2 0,0 1 2 15,2 1-3-15,-1-1 0 0,0 1-13 0,-1 0-4 16,4 0-1-16,-2 1-4 0,-2 0-4 0,0 0-3 16,0-1 1-16,0 1-1 0,0 0 2 0,4 0 2 15,-7-2 1-15,3 2 4 0,-1 0 0 0,0 0 4 16,1 0 1-16,0 0-1 0,-1 0 0 0,-1 2 1 16,0-2-3-16,2 0 0 0,0-2 1 0,2 2-5 15,-2 0-2-15,2 0 1 0,-1 0 1 0,-1 0-1 16,4 0-1-16,-7 0-1 0,6 0 1 0,-1 0 0 15,-7-1 1-15,2 1-3 0,2 0-1 0,1 0 0 16,0 0 0-16,0 1 2 0,0-1-2 0,-4 0 2 16,4 2 3-16,2-1-1 0,-4 0 3 0,2-1 1 15,-2 1 3-15,-1-1-1 0,3 0 2 0,-1 1 2 16,-2-1 0-16,1 0 4 0,2 0 1 0,-4 0 2 16,1 0-3-16,6 0-2 0,-6 0-1 0,3 0-3 15,0 0-2-15,-1 0-2 0,-1 0-5 0,2 0-2 0,-4-1-1 16,2 1 0-16,2 0 0 0,-1 0 0 0,2 0-2 0,-1 0 1 15,2 0 1-15,1-1-2 0,0 1 1 0,-2 0 0 16,0-1-1-16,-1-2 0 0,0 1 2 0,2 0-1 16,-1 0 1-16,-1 0-1 0,0-2-1 0,-1 1 2 15,1 1-1-15,4 0 0 0,-4 0-1 0,2-1 0 16,-2 1 0-16,4 0 0 0,-1 2 0 0,-3-1-2 16,3 0 0-16,0 1-4 0,-1 0-7 0,-2-2-8 15,1 0-25-15,-1 1-17 0,4 1-23 0,3 0-35 16,-5-2 78-16,1 0-61 0,1 2-16 0</inkml:trace>
  <inkml:trace contextRef="#ctx0" brushRef="#br1" timeOffset="48027">11216 13225 217 0,'0'-4'117'16,"0"-1"-62"-16,0 1-32 0,0 0 17 0,1 1-6 15,-1-2 1-15,0 3-2 0,1 1 4 0,-1-3 7 16,0 2 5-16,0 0 0 0,-1 0-2 0,1 1-2 16,0-1-5-16,-3 0-8 0,2 0-5 0,-1 1-13 15,1-1-5-15,1 1-3 0,-1 1-1 0,1 0-3 16,0 1 0-16,-2 0 3 0,2 1-3 0,-1-1 6 16,0 2 1-16,-1 0 5 0,1-1 0 0,-1 0 4 15,0 2-1-15,0 0 1 0,0-2-1 0,-1 2-1 16,0 1-3-16,1 0-1 0,-1 0 1 0,0 0-6 15,0 1 1-15,-1-3-2 0,3 5 1 0,-1-4-1 0,-1 3 1 16,0-1-1-16,2 1 0 0,-3-1 1 0,1 2 0 0,1 0 0 16,0-2 1-16,0 0 0 0,0-1-1 0,1-1 1 15,-1 2 0-15,0-1 1 0,1 1 0 16,0-3-2-16,0 3 0 0,1-1-1 0,-2 2 1 0,1 0 0 16,0-1-2-16,1 0-3 0,0 2 2 15,-2 0 0-15,2-3 0 0,0 3-3 0,0-2 0 0,0 1 0 16,0 0-1-16,0 0 0 0,2 1 0 0,2-2 0 15,-4 2 0-15,0-1 0 0,0-2 1 0,2 3-1 16,-2-3 2-16,1 1 1 0,-1-1-1 0,2-1-2 16,0 1 0-16,-1-1 1 0,0 1 0 0,0 0-1 15,1 1 1-15,-1-3 0 0,1 1-2 0,-1 2 1 16,0-2 2-16,2 0-2 0,-2-2 0 0,1 0 0 0,0 1 0 16,0 1-1-16,1-1 2 0,-1 0 1 0,-1-1-2 0,3 2 0 15,-3-2 1-15,1-2 0 0,2 1 0 0,-1 1 0 16,-1-2 1-16,2 0-2 0,-2 1 3 0,1-1-2 15,-2 0 0-15,3 0 2 0,-1 0-2 0,-2 0 3 16,2 1-4-16,-2-1 2 0,1-1-1 0,1 1 3 16,-3 0-2-16,1 0-2 0,0-1 3 0,0-1-2 15,-1 1 1-15,3 0 0 0,-3 0-1 0,2-2 1 16,-2 2-1-16,1-3 1 0,-1 4-1 0,1-1 2 0,-1-1-1 16,0-1 1-16,2 3-1 0,-2-2-1 0,0 2 0 15,1 1 1-15,0-2-1 0,1-1-1 16,0 1-1-16,-1 1 1 0,0-3 0 0,1 0 0 15,0 0 0-15,-1 0-2 0,0 1 3 0,1-2 1 0,-2 1 1 16,1 2-3-16,0-3 0 0,0 0 3 0,-1 1-2 16,1 1 2-16,0-1-1 0,-1 0-2 0,2 1 1 15,-1-2-1-15,0 3 2 0,-1-1-2 0,0-1 0 16,0 1 0-16,2 0-2 0,-2 0 4 0,0 0-1 16,-2 1 2-16,2-2-3 0,0 1 2 0,0 1 0 15,-1-1-1-15,1 1 2 0,-1-1-4 0,1 0 1 16,-3 1 1-16,2 0 0 0,0-1 0 0,0 2-1 0,-2 0 0 15,2-1 1-15,-3 0 0 0,1 0 0 0,3 1-1 0,-2-1 0 16,0-1-1-16,-2-1 2 0,3 1 1 0,0 2-3 16,0 0 1-16,-3-2 0 0,2 1-1 0,1 1 1 15,-2 0 0-15,1 0 0 0,0 0-1 0,-1 0 0 16,2 0 0-16,-3 0 0 0,3 0 0 0,-1 0-2 16,0 1 2-16,2 0-1 0,0 0 0 0,-1-1 0 0,0 2 2 15,0 1-2-15,-1-2-1 0,1 2 0 16,1 0 0-16,-1 0 2 0,1 1-2 0,0 1 2 15,0-1-2-15,0 1 3 0,0 2 0 0,0-3 0 16,0 1 1-16,1 1-2 0,-1-1 1 0,0 0-2 16,0-1 2-16,0 1 0 0,1-2 0 0,1 1 0 15,-2 1 0-15,0-2 0 0,0 0 0 0,0 2 1 0,1-1-1 16,0 1 0-16,0 1-3 0,-1-2-5 0,2 1-12 16,-1 0-8-16,1-1-9 0,-1 2-13 0,2-1-33 15,-1 0-17-15,1-2-22 0,0 0-23 0,1 0 91 16,-2-1-64-16,4-2-13 0</inkml:trace>
  <inkml:trace contextRef="#ctx0" brushRef="#br1" timeOffset="49192.43">11350 13284 75 0,'-1'-1'114'0,"0"0"-11"0,-1-1-39 16,2 1 30-16,-2-1-5 0,1 1-1 0,-2-1-10 15,2 0-5-15,-1 0 1 0,1-1-6 0,1 2-14 0,0-1-5 16,0-2-3-16,-2 2-5 0,2-1-14 0,0 2-3 16,0 1-4-16,0-1 1 0,0-1-5 0,0 2-1 15,0-2-6-15,0 1 0 0,0 1 0 0,0-2-1 16,0 1-2-16,0-1 1 0,0 1 1 0,0 1 0 16,0 0 0-16,0 0-2 0,2 0 3 0,-2 0-3 15,0-1 2-15,0 1-3 0,1 0-2 0,-1 0 0 16,0-2-2-16,2 2 2 0,-2-1-3 0,0 1 1 15,1 0-1-15,2 0-1 0,-2 0 2 0,1 3-1 16,0-2 0-16,-1 0 0 0,2 1-1 0,-2 0 1 16,2-1-2-16,-2 0 2 0,1 0 0 0,2 4-1 15,1-3 1-15,-4-1-1 0,3 1 1 0,-1 2-2 0,3 0 1 16,-2-1 1-16,-2-2 0 0,2 3-1 0,-4-2 0 16,5 2 1-16,-1-1 0 0,-2 4 0 0,1-4 2 15,0 4-3-15,1 0 1 0,-2-1 1 0,2 1 0 16,1 0-1-16,-1-1 0 0,-1 1 2 0,-3 0-2 15,1-2 1-15,-1 2-1 0,4 2 0 0,-2-2 0 16,-2 0 2-16,0-2-2 0,0 2 2 0,3 0 1 16,-2-1 0-16,-1-1-2 0,1 2 3 0,-1-1-1 15,0 0-2-15,1 2 3 0,0-4 0 0,-2 3-3 0,1-1 3 16,0-1-1-16,0 0-1 0,-2 0 1 0,2 0-2 16,-2 1 1-16,2 0-2 0,0 0 2 0,0 1-2 15,0 1 0-15,-2-3 0 0,2 4 0 0,2 0 0 16,-2 1 1-16,0 0 0 0,0-3-1 0,-4 2 2 15,2 1-2-15,4-1 3 0,0-1-1 0,-2-1-1 16,0 0 1-16,-2-3-2 0,0 3 1 0,2-3 1 16,-4 0 1-16,0 0-3 0,0-1 1 0,1 0 3 15,-1 0-1-15,3 1 2 0,1-1-2 0,-1-1 2 0,-3-2 0 16,4 1 1-16,-3 0 2 0,3-1-5 0,-1 0 3 16,1-2-1-16,-4-2 0 0,2-1-4 0,2 2 1 15,4-1-1-15,-4-4-7 0,0 0-3 0,2-1-3 16,-4-1-3-16,4-1-7 0,0-1-2 0,-3-1-2 0,0 2-4 15,-1 0 4-15,1 0 2 0,1 2 2 0,1 1 0 16,-1 2 9-16,0 0 4 0,0 0 0 0,0 1 5 16,0 2 0-16,2 0 4 0,-2-1-2 0,1 2 1 15,0 2-2-15,1-2-1 0,0 1 2 0,-2 1-1 16,3 0 1-16,-2 0-3 0,1 0 1 0,1 0 2 16,1 0-1-16,-4 0 1 0,-2 0-4 0,8 1 4 15,-5-1 0-15,0 1 0 0,3 0 1 0,-1-1-3 16,0 2 4-16,2 0-1 0,-1 0 1 0,-1-1 1 15,0 1 2-15,-2-1 1 0,2 1 2 0,1-1 2 16,-3 2 2-16,3-1 2 0,3 1 0 0,-6-1 1 16,2 0 4-16,1 0 1 0,-1 0-1 0,-2 0 2 15,1 0-1-15,0-1-1 0,-3 3-2 0,1-3 0 16,1 2-6-16,2-1-3 0,-3-2 0 0,1 3-3 16,-1 0 0-16,0-2-2 0,1-1 1 0,1 2-1 15,-1 0 1-15,-1 0 0 0,1 0 1 0,1-2-1 0,-1 4-8 16,2-1-8-16,-2-1-10 0,1 3-15 0,-1-2-82 15,1 0 95-15,5 2-59 0,-3 0-41 0</inkml:trace>
  <inkml:trace contextRef="#ctx0" brushRef="#br1" timeOffset="50581.65">11648 13279 322 0,'-2'-6'131'0,"0"4"-94"0,2 3-28 16,0-3 6-16,0 0-7 0,0 1-6 0,0 1 1 15,0-1-1-15,0 0 14 0,0-3 5 0,0-1 2 16,0 5 2-16,-1-1 3 0,-1-1 1 0,0-2-2 16,1 3 1-16,1 0-10 0,0 1-6 0,0-1 0 15,0-2 1-15,0 1-6 0,0 0 0 0,0 2 3 0,0-1 0 16,-1 0-1-16,0-1 3 0,1 2-1 0,0 0 1 0,-2 0 6 16,-2 1 3-16,4-1-1 0,-3 0 4 0,1 0 2 15,-1 1 1-15,1-1-2 0,-2 0-2 0,1 0-3 16,-1 0-1-16,0 0-2 0,-1 1-2 0,3-1-2 15,-3 0-3-15,2 3-2 0,0-2-1 0,0 1-3 16,0-1-1-16,3 0 1 0,-1 0-4 0,0 2 0 16,0 0 0-16,1-3 1 0,0 1 0 0,0 0 2 15,-2 0-3-15,1 4 0 0,1-2 0 0,0-2 2 0,3 3-2 16,-2-2-1-16,0 3 0 0,2-2 1 0,1-2 0 16,-3-1 0-16,3 1 0 0,-1 0 0 0,1 0 0 15,0 0 2-15,-1-1-2 0,1 0 0 0,1 0 1 16,1 1-1-16,-2 0-1 0,1-1-1 0,1 0 1 15,-3 0-1-15,2 0 2 0,0-1-1 0,-1-1 0 16,2-3 1-16,-2 3 0 0,1-3 2 0,0 1 0 16,1 2-1-16,-2-4-1 0,0 1 2 0,1 0-2 15,0 0 0-15,0-1 3 0,-2 2-3 0,0-2 0 16,2 1 0-16,-3 2 1 0,3-2 0 0,-3 2 0 16,0 0 1-16,2 1-2 0,-3-2 2 0,-1 1-2 0,0 1 0 15,0-1 2-15,0 1-3 0,0 0 1 0,0 1-2 0,0-1 2 16,0 2-2-16,0-1-1 0,0 0 2 0,0 0-2 15,0 1-1-15,0-3 1 0,0 2 0 0,0 1-2 16,0-1 2-16,1 1 1 0,-1 0-1 16,0 0 0-16,0 0 1 0,0 1-1 0,0 0 1 0,0 1 1 15,0-2-2-15,1 0 3 0,-1 0-2 16,1 1 0-16,0 1 1 0,0-2 1 0,1 0-2 0,-1 0 0 16,0 2 1-16,1-1-1 0,-1 2 2 0,0-1-2 15,0-1 1-15,0 1 0 0,-1-1 1 0,0 0-1 16,1 0 1-16,1-1-1 0,0 2-2 0,-1-1 3 0,-1 0-2 15,2 2 2-15,-1-1 0 0,1 0 0 16,-1-1-1-16,0 2-1 0,2 0 1 0,-3-2-5 0,1 0 2 16,1 0-4-16,-2-1 1 0,0 1-1 0,1 2-2 15,-1-3 1-15,0 1 3 0,1 0-1 0,-1 3 2 16,0-1 0-16,0 1-1 0,0 2 2 0,-1-1 2 16,0 1 0-16,-1 0-1 0,0 3 2 0,-1 0 1 15,0 0 3-15,0 1 2 0,0-3 3 0,-1 4 7 16,1-1 3-16,-3 1 3 0,2-3 3 0,0 1 5 15,-2-1 0-15,1 0 1 0,0 3 0 0,1-2-3 16,0-1-3-16,-1 1-3 0,0 1-2 0,3-2-5 0,-2-1-4 0,0 2 1 16,1 0-3-16,-2-2-2 0,3 0-2 0,-1 1 0 15,1-1 2-15,-1 1-4 0,0 0 3 0,2-1-3 16,0 0-2-16,-2 2 0 0,2-2 1 0,-1 3 0 16,1-1-1-16,0 0 3 0,0-2-2 0,1 0 0 15,0 1 0-15,0-2 2 0,0 0-5 0,0-1-9 16,2-1-34-16,1 1-27 0,1-1-40 0,-1 1-54 15,4-3 115-15,-2-1-92 0,3 0-33 0</inkml:trace>
  <inkml:trace contextRef="#ctx0" brushRef="#br1" timeOffset="51003.49">11738 13507 370 0,'-5'0'185'0,"2"2"-101"0,-1-1-54 0,-2 1 18 15,4 2-16-15,-2 0 5 0,0 1-7 0,1 1-3 16,-1-1 3-16,0 0 2 0,1 1 9 0,-1 2 1 16,-2-2 4-16,4 0-8 0,-2 0-4 0,2 1-5 15,-2-1-7-15,2 0-4 0,1 1-7 0,-1-2-5 16,1 0 0-16,0 2-3 0,1-1-2 0,0-1 1 15,-1 2 0-15,1-2-2 0,0-1 1 0,0 1-1 16,2-1 0-16,-1-1 3 0,-1 2 0 0,3-2-3 16,-1 0 0-16,0 1 1 0,1-2 0 0,0 1 3 15,-2-2-2-15,2 0 0 0,-2-1 0 0,2 0 3 16,-1 0-3-16,-2-1 1 0,2 0 0 0,0 1 1 0,0-1-3 16,-2 0 2-16,4 0-2 0,-3 1 0 0,1-7 1 15,-2 5-1-15,2-2-2 0,-2-2-3 0,0 0-1 16,1 0-4-16,-1-1-8 0,0 1-4 0,1 0-7 15,1-2-4-15,-2 0-21 0,0-1-9 0,2-2-10 16,0 1-10-16,0 1-22 0,-1-1-17 0,-1 0 73 16,-1 1-54-16,2 2-14 0</inkml:trace>
  <inkml:trace contextRef="#ctx0" brushRef="#br1" timeOffset="58464.53">10510 10556 59 0,'1'8'51'0,"1"-2"-11"0,-2 2-18 0,2-2 11 0,0 1-5 0,-5-3 2 15,2 1-1-15,2 0-8 0,2-2 3 0,-3 2 0 16,0-2 11-16,-2-1 2 0,0 0 4 0,-3 2-1 16,3-3 3-16,-1 0-1 0,1-1-4 0,3 1-4 15,-4 0-7-15,1-1-5 0,3 0-3 0,-1 0-3 16,0 0-4-16,1 0 0 0,-1 0-3 0,-4 0 0 16,4 0-4-16,1 0-3 0,1 0 2 0,-1 0-2 15,-1 0-1-15,-1 0-2 0,1 0 0 0,1 0-1 16,-1 0-4-16,-2 0-3 0,1 0-2 0,1 0-2 15,-2 0-2-15,2 0 2 0,0 0 0 0,0 0 2 16,-2 0 2-16,0 1 6 0,0 1-2 0,1-1 5 16,1 1 2-16,-4-1 0 0,1 3-2 0,1-2 1 15,0 0 4-15,0 1-2 0,2-3 2 0,-2 1-4 16,-2 1 1-16,4-3 1 0,-1 1 1 0,-1 0 0 16,2 0 0-16,-1 2 5 0,0-2-3 0,-1 0 6 15,2 2-1-15,0-2 2 0,0 0-1 0,0 0 1 16,0 0-2-16,-2 0-4 0,2 0 0 0,0 0-4 15,0 0 1-15,-2 0-5 0,2 0 2 0,2 0-1 0,-2 1-2 16,0-1-2-16,2 2-2 0,0 0-18 16,-2-1-10-16,2 1-7 0,0-1-12 0,-2 2-13 0,2-2 39 15,-2 0-34-15,-1 1-1 0</inkml:trace>
  <inkml:trace contextRef="#ctx0" brushRef="#br1" timeOffset="59155.87">10504 11026 328 0,'-1'-6'189'0,"-3"3"-83"16,1 0-55-16,2 0 21 0,0 0 1 0,-2 2-22 16,2-2-9-16,-2 2-11 0,3-1-6 0,-1 2-11 0,0 0-6 15,1 0-2-15,-1 0-5 0,1 0-1 0,1 2 0 16,0-2 0-16,-1 2 0 0,1-2 4 0,-1 0 2 15,1 3-1-15,2-2 4 0,-2 1-1 0,-1 3-1 16,-1-3 1-16,4 1 1 0,-3 2-1 0,0-1-1 16,-4 1 0-16,2 1-2 0,2 2 1 0,0-1-1 15,0 1 1-15,-1 1-1 0,-1-1-4 0,2 1 3 16,1 0-2-16,0 1 2 0,-4-4 0 0,2 2 2 16,-1 3 0-16,-1-4 0 0,3-1 5 0,-3 1-1 15,2-2 2-15,-4 1 0 0,4-1 0 0,0-1-2 0,-3-1 1 16,6 3-1-16,-4-3-2 0,2 1-2 0,-1-2-1 0,2 2 0 15,-1-1 1-15,0 0-2 0,0-2 0 0,-1 0-2 16,1 1 0-16,-1 0 1 0,5 2 0 0,-6-3-1 16,6 1-1-16,-4 1 2 0,0-2-3 0,1 3 3 15,3-1-1-15,-4-1-2 0,-1 0 0 0,3-1 0 16,-2 2-2-16,2-1 0 0,4 1-2 0,-6-1-7 16,0-1-16-16,5 3-9 0,-1-2-13 0,0 0-18 15,-4 0-60-15,0-1 88 0,2 1-61 0,3 3-27 16</inkml:trace>
  <inkml:trace contextRef="#ctx0" brushRef="#br1" timeOffset="59678.81">10547 11641 667 0,'-4'-6'323'0,"2"1"-208"0,3 2-79 16,-1-1 3-16,-1 1-3 0,1 0-8 0,0 2-7 16,0-3-6-16,1 2-15 0,-1 0-2 0,0 0 2 15,1 1-2-15,0 0 0 0,0 1 0 0,2-1 0 16,-1 1 0-16,-2 2 0 0,0-1 0 0,5 1-1 0,-7-1 2 16,2 2 0-16,0 0 1 0,0 1 1 0,0-2 1 15,0 3 2-15,0-1-1 0,0-2 0 0,2 4 0 16,-1-3 0-16,-2 2-3 0,-1 2 1 0,2-1-1 15,-3-2 1-15,0 3-1 0,3 2 0 0,-3-1 0 16,3 0-1-16,0-1 0 0,1 0 2 0,2-2 0 0,-1 3-1 16,-2-2 1-16,-1 1-1 0,0-1 3 0,1-1-2 15,-1 2 1-15,-1-4-1 0,0 3-1 0,1-1 2 16,2-1-2-16,1-2 0 0,0 3 0 0,-2-3 2 16,0 1-2-16,2 2 0 0,-1-4 1 0,-1 1-1 15,0 0-3-15,0-1-3 0,0 1-11 0,3 2-30 16,-3-1-15-16,0-2-28 0,3 3-32 0,-2-1 81 15,3-1-67-15,3 4-19 0</inkml:trace>
  <inkml:trace contextRef="#ctx0" brushRef="#br1" timeOffset="60167.89">10488 12096 801 0,'-5'-2'284'16,"2"0"-221"-16,-5 0-54 0,7 2-4 0,-1-1-7 0,0 1-4 16,2 2 0-16,0 0 1 0,5 1 0 0,-4 3 0 15,1-1 1-15,-1 2-1 0,1 2 5 0,-1-2 0 16,-1 3-1-16,2 0-2 0,-2 1 2 0,2-1 1 15,1 0 3-15,-3 0 3 0,2-2-3 0,2 0 5 0,-1-3-2 16,-2 2 3-16,0 1-2 0,-1-4 0 0,0 0-3 16,4 1-1-16,-4-1 2 0,2 1-4 0,-1 0 2 15,-1-2-1-15,0-1-1 0,5 3 1 0,-4-2 0 16,4 0 1-16,0 2-4 0,-3-2-9 0,3-1-3 16,-2 0-10-16,4 2-5 0,-2-2-32 0,0-1-18 15,0 0-22-15,-1 1-31 0,0-3 87 0,2 2-64 16,3-1-15-16</inkml:trace>
  <inkml:trace contextRef="#ctx0" brushRef="#br1" timeOffset="63240.06">16415 10291 33 0,'0'-1'45'0,"0"0"-7"0,0 0-20 15,-1-1 9-15,1 0-5 0,0 1-6 0,0 0-7 16,0 0-5-16,-1 0-1 0,1 0 0 0,0 0-2 16,0 0 2-16,0 1 2 0,0-1 3 0,0-1 4 15,0 1 0-15,0 0 5 0,0 0 1 0,-1 0 7 16,1 0 4-16,0 1 3 0,0 0 0 0,0-1 4 15,0 1-1-15,0 0-3 0,0 0-1 0,0 0-6 0,1 0-8 0,-1 1 0 16,0-1-1-16,0 0-8 0,0 1 0 0,0 0-1 16,-1 0 0-16,-1 1-1 0,0 1 3 0,2-1-4 15,-2 0 2-15,0 0 1 0,0 0 3 0,1 2 3 16,-1-1-1-16,2 0 3 0,-1-1-3 0,1 2 2 16,-2-2 0-16,2 3-1 0,-2-1-4 0,1 1-2 15,1 1 0-15,-1-1-3 0,0 3 2 0,1-2-3 16,0 5-2-16,0-3 0 0,0 1 2 0,0-1-1 15,0 3 2-15,0-4-3 0,0 2 1 0,0 2 2 0,0-4 1 16,0 3 0-16,0 0 0 0,0 0 0 0,0-2-1 16,1 4 3-16,0-4-1 0,-1-1-1 0,-1-3-2 15,1 3 1-15,0-3-4 0,1 2 4 0,-1-2-2 16,0-2 0-16,1 3-3 0,-1-2 1 0,2 1 1 16,-1 0 0-16,0 1 0 0,0 0-1 0,-1-2 0 15,2-1 2-15,-2-1-1 0,2 1 0 0,0 2-1 16,-1-3 0-16,2 0 1 0,-2-1-2 0,1 2-12 15,-1-1-10-15,1 1-13 0,2 0-17 0,-3 0-18 16,1-1-25-16,0 0 60 0,1 1-50 0,1 0-7 16</inkml:trace>
  <inkml:trace contextRef="#ctx0" brushRef="#br1" timeOffset="63830.71">16408 11059 432 0,'-5'-5'194'0,"3"1"-119"16,0 1-46-16,-3 1 3 0,4-1-1 15,0 4-3-15,-1-1-8 0,2 1-15 0,0 2-5 0,-1-3-3 16,1 0-2-16,1 4 0 0,-1 0-1 0,0-1 1 16,1 1 2-16,-1 3-1 0,0-1 2 0,0 3 2 15,0 0 4-15,-1 0 6 0,0-1 2 0,1 1 9 16,-2-3 3-16,1 2 2 0,0-2 0 0,-1 1 2 16,2 0-4-16,0-3-3 0,0 4-4 0,0-3-7 15,0 2-4-15,0-3 0 0,-1 1-2 0,1 1-2 16,1-2 0-16,1 2 2 0,-2-2 0 0,0 1-2 15,0-2 1-15,2-1-2 0,-2 2 2 0,0-1 1 0,2-2-2 16,-2 1-1-16,0 0 2 0,1 0 0 0,-1-1-2 0,0 2 1 16,0-3-1-16,0 1-1 0,0 0 2 15,0-1 1-15,0 1-4 0,0-1 0 0,1 1 1 0,0-1 1 16,0 0-10-16,2 1-8 0,-2 0-10 0,1 0-12 16,2-1-35-16,-1 1-19 0,1 0-26 0,0-1 72 15,2 0-70-15,-2 2-27 0</inkml:trace>
  <inkml:trace contextRef="#ctx0" brushRef="#br1" timeOffset="64352.54">16482 11709 643 0,'-3'0'290'0,"-1"0"-169"0,-1-2-79 0,1 2 8 15,1-2 0-15,1 1-8 0,0 1-20 0,1 0-10 16,-1 0-6-16,2 4-4 0,0-3-2 0,0 3-2 0,0 1-2 16,0-1 0-16,0 2 0 0,-1 0 3 0,1 2 1 15,-1-1-1-15,-1 0 0 0,1 2-1 0,0-2 2 16,0 1 1-16,0 1 0 0,0 1-1 0,-1-1 0 15,1-2 0-15,-1 4 3 0,0-1 2 0,1-1-3 16,-1-1 4-16,0-1-1 0,2-1-1 0,0 0 1 16,-2 0-1-16,2 0-2 0,-1-1 0 0,0 0 0 0,-1-2-1 15,2 3 0-15,0-3 0 0,0 1-1 0,0 2 0 16,2-3 0-16,-2 1 0 0,1 0 0 16,0 1-4-16,1-3-6 0,-2 0-6 0,2 2-4 0,-1-2-6 15,1 1-11-15,0-5-10 0,1 2-38 0,-1 1-18 16,1-1-14-16,-1 0-30 0,1 3 91 0,1-5-87 15,2 3-31-15</inkml:trace>
  <inkml:trace contextRef="#ctx0" brushRef="#br1" timeOffset="65187.14">16517 12158 588 0,'-3'-4'281'0,"2"1"-158"0,-3-1-73 0,0 0 17 16,3 2-4-16,-2-1-7 0,2 0-30 0,-1 0-10 15,1 1-5-15,1 0-4 0,-1 1-2 0,0-1-1 16,1 1 1-16,0 0 0 0,0 0 3 0,0 1 3 15,-1-3 2-15,1 2-1 0,0 1 0 0,0-1 1 16,0 1-1-16,-1 0 2 0,-1 1-4 0,0 1-2 0,2 2 0 16,-3-1-2-16,1-1 0 0,0 0-2 0,1 4 1 15,1-3-3-15,0 0-2 0,0 2 0 0,-2-2 1 0,0 3-1 16,2-2-1-16,0 1 0 0,0-1 1 0,-2-1 1 16,2 2-1-16,0-1 0 0,0 0-1 0,0 2 1 15,2-2 2-15,-2 0-1 0,1 1-2 0,0 0 1 16,1 0-2-16,-2-1 2 0,2-1 0 0,0 2 1 15,0-1-3-15,1 0 1 0,-2 2 1 0,1 0-4 0,1-1-5 16,-2 1-6-16,2 1-3 0,-1-2-6 0,0 1-12 16,1-2-2-16,-1 0-7 0,2-2-7 0,-3 1-13 15,2 0-4-15,-1 2-10 0,2-3-9 0,-2-1-25 16,-1 2-15-16,2 1 76 0,-1-2-55 0,-1 0-6 16</inkml:trace>
  <inkml:trace contextRef="#ctx0" brushRef="#br2" timeOffset="100021.25">10380 13995 94 0,'0'-1'71'0,"0"-2"-15"0,0 1-21 15,-1 0 19-15,-1 0-1 0,2 0-8 0,0-1-2 16,-1 0 1-16,1 1-2 0,1 1-4 0,-1-1-4 16,0-1-1-16,0 0-3 0,0 3-5 0,0-2-2 0,0 2-8 15,-1-1-4-15,-1-1-2 0,2 1-3 0,-2 1-5 16,2-1-1-16,0 1 0 0,0-1-2 0,0 0 0 15,0 1 1-15,0 0-1 0,0 0 0 0,0 0-1 16,0 0 3-16,0 2-1 0,0-2 1 0,0 1-2 16,0 0 1-16,0 1-1 0,0 0 2 0,2-1-1 15,-2 1 0-15,1-1 1 0,-1-1 0 16,0 2 0-16,1-2 0 0,0 1 0 0,1 0-1 0,-2-1 1 16,2 1 0-16,-1 2 0 0,1-2-3 0,-2 1 3 15,3 0 0-15,-2-2 1 0,1 1-1 0,-1 0 1 16,1-1 1-16,0 0-2 0,2 0 2 0,-1-1-2 15,0 0 0-15,-1 1 0 0,4 0 2 0,-4-2-2 16,1 0 0-16,2 2 0 0,0-3 0 0,-1 3 2 16,0-3-1-16,0 2-2 0,0 0 0 0,2 1 1 15,-4-2 1-15,3 2 0 0,-1-2-1 0,0 2-2 0,2-2 2 16,-1 1 1-16,2 0 0 0,-3 1 1 16,3-1-2-16,-6 0 0 0,5 1 1 0,-1-1 0 0,3 1-1 15,-4-1 0-15,-1 0 1 0,1-1-1 16,1 2-1-16,1 0 1 0,-2-1 0 0,-4 1 0 0,2-1 0 15,-1 1 0-15,4 0-1 0,-3 0 1 16,-2 0 1-16,5 0-1 0,0 1 0 0,-1 0 0 0,-1 1-1 16,2-2 0-16,-5 0 1 0,1 0 0 0,3 1 0 15,-2 0 1-15,1-1-1 0,-1 0 0 0,0 1 0 16,0-1 3-16,1 1-3 0,2-1 0 0,-1 0-2 16,-2 0 2-16,-1 0 1 0,2 0 0 0,0 0-1 0,0 0 0 15,-2 0-1-15,-1-1 1 0,1 1 3 0,3 0-3 0,-3 0 0 16,-1-1 1-16,2 1 4 0,-1 0 0 0,1-1 3 15,-1 0-1-15,0 1 0 0,1 0 1 0,-1 0 2 16,-1 0-1-16,4 0-1 0,-3 0 0 0,0 0-1 16,1 0-1-16,3 0-1 0,-3-2 1 0,1 1 0 15,-2-1-3-15,0 1 0 0,2 0 0 0,-1 0 2 16,-2 0 1-16,0 0 0 0,0 1 2 0,0 0-2 16,0 0-1-16,0 0 1 0,0 0 0 0,0 0-5 15,0 0-1-15,0 0 1 0,0 0-5 0,2 0-2 16,-2 0-1-16,1 0-7 0,-1 1-30 0,0 0-16 15,1 0-26-15,-1 0 59 0,2 2-47 0,-2 1-37 16</inkml:trace>
  <inkml:trace contextRef="#ctx0" brushRef="#br2" timeOffset="101252.45">10348 13911 36 0,'-1'-2'38'0,"1"2"1"15,0 0-16-15,-1 0 10 0,1 0-3 0,-1-1-5 16,0 1 0-16,1 0-5 0,0 0-2 0,0-1-8 16,0 0-3-16,0 0 3 0,0 1-2 0,0 0 0 15,0 0-2-15,0-1 5 0,0 1 6 0,0 2-1 16,1-2 4-16,0 0 2 0,0 0-1 0,0 0 3 16,0-1-1-16,1 0-6 0,-1-1-5 0,0-1-3 15,0 1-2-15,-1 1-4 0,0 0 0 0,3 1-2 0,-1 0-1 16,-2 0 0-16,1-1 0 0,2 2 0 0,-2-1 0 15,0 0 0-15,1-1 0 0,-2 1-2 0,0 0 2 16,0 1-2-16,0 0 2 0,0-1 2 0,1 0-2 16,-1 1-2-16,0-1 2 0,1 2 1 0,0-2-2 15,0 0 1-15,0 0 0 0,3 0-1 0,-3 0 1 16,5 0 0-16,-1 1 0 0,-2-1 0 0,0-1 0 16,3 1 4-16,-3 0-1 0,0 0 1 0,1-2 5 15,0 1 2-15,0-1 2 0,1 2 0 0,1-2 8 16,-1-1-1-16,0 0 2 0,1 1 3 0,-1 2-5 15,0-2-2-15,-1 0-1 0,0-1-3 0,1-1-5 16,-1 3-3-16,2-2-1 0,-1 3-3 0,-3-2-2 16,3 2 1-16,-1 0-1 0,-4 0-1 0,1 2 1 0,2-2-1 15,-2 1-1-15,-1 0-1 0,3 0 3 0,-3 0 0 16,2-1-1-16,4 1 1 0,-6 1 0 0,1-1 1 16,2 1-1-16,-2-2 0 0,1 2 0 0,-2-1 0 15,0 2 0-15,0-3 0 0,0 1-1 0,-2 1 1 16,4-2 1-16,-2 2 2 0,0-2 0 0,2 0-2 15,0 0 2-15,-1 0-1 0,4 1-1 0,-3-1-1 16,-2 0 0-16,2-1-1 0,0 1-1 0,-1 0 2 16,-1 0 0-16,3-1-1 0,-3 1 1 0,1 0 0 0,3 0-2 15,-4 1 3-15,2-1 0 0,2 0-1 0,-4 0 1 0,2 0 1 16,0 0-3-16,-1 0 0 0,-1-1 3 0,3 1-2 16,-2 0 1-16,3 0 0 0,-4 1-2 0,2-1 1 15,1-1 0-15,-1 1 2 0,3 0-2 0,-5-1 0 16,0 1 0-16,2 0 0 0,2 0 0 0,-1-2-1 15,1 2 1-15,-3 0 1 0,-1 0-1 0,2 0 0 16,4 0-1-16,-3 0 1 0,-3 2 0 0,3-2-1 16,-4 0 0-16,1 0 0 0,3 0 1 0,1 0-1 15,-4 0 1-15,2-2-1 0,0 1 1 0,0 1 1 16,2-1 2-16,-2 1-2 0,-2 1 1 0,0-1-2 16,3-1 0-16,-2 1 3 0,2 0-2 0,-3-1 1 15,0-2-3-15,0 3 1 0,2-1 0 0,2 1 3 0,-4-1-3 16,1 1 0-16,-2 0 0 0,1-1 0 0,2 2 0 15,-2-1 0-15,3 0 0 0,-4 0-1 0,0 0 0 16,1 0 1-16,1 0 0 0,1 1 0 0,-2-1-1 16,0 0 1-16,0 0 0 0,0 0 0 0,4 1 2 15,-2-1-2-15,-1 0 0 0,-1 0 0 0,1 0 0 16,0 0 0-16,0 0 0 0,0 0-1 0,1-1-4 16,-2 1-2-16,1 0-6 0,-1 1-11 0,1-1-10 0,0 2-20 15,-1-1 37-15,0 0-26 0,0 0-10 0</inkml:trace>
  <inkml:trace contextRef="#ctx0" brushRef="#br2" timeOffset="103699.08">10286 14342 230 0,'0'-6'100'0,"0"3"-59"16,-3 1-26-16,2-2 4 0,1 3-5 15,0-1-1-15,-2 2-3 0,2 0-4 0,-1 0 2 16,1 0 5-16,0 3 3 0,-2-3 4 0,0 1 8 15,0-1 1-15,0 0 0 0,-2-1 1 0,2 2-3 16,-2 0-2-16,2 1-7 0,-2 0-2 0,1 1-4 0,-1 2-2 16,-1-1 1-16,2 3-4 0,-4-5 0 0,1 2-1 15,3 2 0-15,-3-1 2 0,1 0-4 0,-1-1 1 16,1 3-1-16,-2-4 2 0,3 2-3 0,-2 1 0 16,1-2-1-16,-1 3-1 0,3-2-1 0,-1 2 1 15,0-2-1-15,0 3 0 0,2-1 0 0,0 2-1 0,-3 0 1 16,1-1 0-16,3 1 0 0,-2-2 0 0,0 3 1 15,0 0-2-15,-4-1 0 0,3 0 0 0,1-1 2 0,3 0-1 16,-5 2 0-16,5-3 0 0,-4 2 0 16,4-2 0-16,0 0 2 0,0 0 1 0,0 1-3 0,-2-1 2 15,2-1-1-15,2 0 0 0,1 0 1 16,0-1 1-16,1 1-2 0,2-1 1 0,-1-3-1 16,1 0 2-16,0 0-1 0,-1-1 2 0,3-1-3 15,-2 0 2-15,2-1 0 0,0 1-1 0,1-1 1 0,-1 0-1 16,2-1 1-16,0 0-3 0,-1-2 1 0,0 2 0 15,-1-2 2-15,0 0-3 0,0-2 2 0,-1 1-1 16,-1-1 2-16,3 1 0 0,-5 2 1 0,4-4-2 16,-3 1 0-16,2 0 1 0,-2 2 0 0,-1-3-1 0,0 1-2 15,1 0 2-15,0 1-2 0,-3-1 0 0,2 1 2 16,-2-1 0-16,1 2-1 0,-1 1 1 0,0-2 1 16,-2 1 2-16,0 0 1 0,0-1 3 0,0 1-4 15,0-1 1-15,-3 1 0 0,0 0 0 0,1-1 2 16,0 1-4-16,-1 3 1 0,1-5-2 0,-2 4-2 15,0-1 1-15,0 2-1 0,0-1 0 0,0-1-1 16,0 2 0-16,-3-2 0 0,4 2 0 0,-2 0 2 0,2 1-2 0,0-2 0 16,-2 1 0-16,2-2 0 0,0 3 1 15,1-1-1-15,-3 0-1 0,2-1-1 0,-1 0 2 16,0 1 1-16,2 1-1 0,-2-1 0 0,0 0-1 16,0-1 0-16,0 0 1 0,-1 2-1 0,0 0 1 0,2-1-3 15,-4-2 0-15,3 2 1 0,-2-1 1 0,1 2 0 16,0-2-2-16,0 1-1 0,0 0-1 0,-1-1 0 15,3 0-1-15,-3 2 2 0,3-2-4 0,-2 1 0 16,0 0-2-16,2-1 0 0,-1 1-1 0,0 1-1 16,2 1 0-16,-3-2-4 0,2 1 1 0,1-1-1 15,2 1 5-15,-3 0 3 0,-5-3 0 0,6 0 1 16,0 0 1-16,-1 3 5 0,0-2 1 0,3 1 0 0,-2-2 0 16,-1 1-2-16,3 0 0 0,-3-1 3 0,3 2-2 15,-1-1-1-15,-3 0 2 0,-1-1-1 0,3 0-1 0,2 2-4 16,-1 0 2-16,-2 0-4 0,2-1 1 0,1 1-3 15,1 0 1-15,0 0 0 0,-3-2-1 0,4 1 6 16,0 0 1-16,1 1 0 0,-5-2 1 0,0 0 2 16,2 2 0-16,0-2 0 0,2 2 2 0,-3 0 0 15,1-1-1-15,1 1-1 0,1-2 0 0,1 1 0 16,-1 0 0-16,2 2 0 0,-4-1 0 0,0 0 0 16,1 1 1-16,-1-3-1 0,2 3 0 0,2 0 1 15,-4-3 0-15,0 1-1 0,0 0 1 0,0 2-1 16,0-2 0-16,2 2 4 0,-1-1 1 0,-1 0-3 15,5 1 3-15,-5 0 1 0,5-1-3 0,-3-1 5 16,-1 1 1-16,3 0-2 0,-1-2-2 0,-2 2 1 16,2-1-2-16,2 2-1 0,-4-1-1 0,3-2-1 15,-2 3-1-15,2-1 2 0,0 1 0 0,-1 0-2 16,2-2 1-16,-2 1 1 0,0-1-1 0,3 1 0 16,-2 0-1-16,0 0-2 0,0-2 0 0,0 1 2 15,2 0 0-15,-4 0 0 0,3 0 2 0,-1-1-2 0,0 3 0 0,-1-2 2 16,2 2 2-16,-3-2 0 0,2 0 2 15,-1 0-1-15,3-1 3 0,-4 1 0 0,1-1 2 0,0 0-1 16,1 2-2-16,-2 1-3 0,1-1 0 0,0-1-2 16,0 2-2-16,-1 0 2 0,0 0-1 0,0 0-2 15,0 0 1-15,-1 0 0 0,0 0 1 0,1 5 1 16,0-5-3-16,0-1 0 0,-1 1 1 0,2 3 1 16,-2-1-2-16,1 1 1 0,-1-1 0 0,0-2-1 15,1 2 1-15,-1 2 0 0,0-2 0 0,2 2 1 16,-2-2 2-16,-1 0-4 0,3 2 1 0,-2-3 1 0,0 5 0 15,0-4 1-15,0 0-3 0,1-4-1 0,-1 4 1 16,0-2 2-16,1 0 0 0,-2 5 0 0,1-5-1 16,-1 2-1-16,1-1 4 0,0 2-2 0,-1-3 0 15,0 4 0-15,0-4 0 0,0 0 0 0,-1 1 0 16,0-1 2-16,0 2-2 0,-1 1 3 0,1 0-1 16,0 1-1-16,-1-2 0 0,1 1 0 0,-1-1 1 15,0 3-2-15,0-4 1 0,-2-1-2 0,3 2 2 16,-2 1 2-16,1-2-1 0,2 0 1 0,-2 1-1 15,1-2 1-15,0 1 0 0,-1 1 1 0,1-2 1 16,1 0 0-16,-1 1 1 0,-1-1 3 0,1 0 0 16,-1 0 3-16,2 1-1 0,0-1 2 0,0 0-2 15,-1 0 0-15,1 0-2 0,0 0 1 0,0 0-1 16,-1-1-3-16,1 0 0 0,-2 1-2 0,2 0-2 16,-1 0-1-16,1 0 3 0,-1 0-6 0,1 1 0 0,0 0 1 15,-1 1-3-15,1-2 2 0,0 1 3 0,-1 0-2 16,1-1-2-16,0 0 2 0,0 2-5 0,0-1-4 15,1 0-10-15,0 0-8 0,-1 0-20 0,2 1-20 0,0 1 46 16,-1 0-35-16,0-1-10 0</inkml:trace>
  <inkml:trace contextRef="#ctx0" brushRef="#br2" timeOffset="106627.19">10446 14603 47 0,'2'-4'53'0,"-2"3"-6"0,1-2-16 0,0 2 22 16,-1-2 3-16,0-1-1 0,1 0-7 0,-1 2-2 16,0-3-3-16,1 4-6 0,-1-1-4 0,1 0-13 15,1 1-6-15,-2-1-5 0,0 0 0 0,0 2-5 16,0-2-3-16,1 1 1 0,-1 1-3 0,0-2 1 16,1 2 0-16,-1 0 1 0,0 0-1 0,0-1 7 15,0 1 1-15,-4 0-1 0,4-1 5 0,-1 0 4 16,0 1 3-16,1 0 0 0,-1-1 2 0,1 1-5 0,0 0-2 0,2 0 0 15,-2 0-3-15,-1 0-5 0,1 0-4 0,0 0-2 16,-1 0 0-16,1 1-1 0,-1 1-2 0,0-2 3 16,1 1 0-16,0 0 0 0,0 1 0 0,0-1 1 15,1 2 0-15,-1-3 0 0,-1 1 2 0,1 0-3 16,0 2 0-16,-2-2 0 0,2 0 4 0,0-1 1 16,-4 1 4-16,4 1 7 0,-1-2 3 0,0 0 0 0,0 0 5 15,0 0 5-15,1 0-3 0,-2 0 4 0,2-1-4 16,0 1 0-16,0-1 1 0,-2 0 1 0,1 0-4 15,-2 0-3-15,3 1-1 0,0 0-3 0,-1 0 1 16,0 0-7-16,1 0-3 0,-1 0 0 0,0 0 0 16,1-1-2-16,0 1-1 0,1 0-1 0,-1-1 3 15,0 1 0-15,0-1 2 0,1 1-1 0,-1-1 2 0,-1-2 4 16,-1 2 3-16,0-2 0 0,2 3-5 0,-1-2 3 16,1-1 1-16,-1 3-5 0,1-2 0 0,0 0-1 15,-1 1-5-15,1 1-1 0,-3-1 0 0,3 1-3 16,1 0-1-16,-1 0 1 0,0 0-1 0,3 0 0 15,-1 1-2-15,-2-2 0 0,0 2 0 0,0-1-2 16,2 0-3-16,1 1-6 0,-2 0-10 0,-1 0-36 16,4 2-21-16,-1 0-31 0,-2-2-45 0,1 0 103 0,-1 1-83 15,1 2-54-15</inkml:trace>
  <inkml:trace contextRef="#ctx0" brushRef="#br2" timeOffset="108076.13">10499 14332 169 0,'3'-3'125'0,"-7"-3"-46"0,4 5-45 16,1-1 32-16,-2 0-22 0,0 0-6 0,1 0-6 15,-1-1 1-15,1 1 3 0,0 0 3 0,1 0 0 16,-1-2 3-16,1 2-3 0,3-2-2 0,-2 1-4 16,-2-1-7-16,2 2-11 0,-1 0-3 0,-1 2-3 15,-1-2-6-15,-1 1-1 0,2 1-2 0,0 0-1 16,2 0 0-16,-4 0 0 0,2 0 2 0,0-1 0 15,0 1 2-15,2-2 2 0,-4 2 2 0,2 0 2 16,0 2 0-16,0-2 0 0,2 1-1 0,-2-1 1 16,1 0-2-16,0 2-1 0,-3-2-4 0,2-1 3 15,-3 1 0-15,3 0-1 0,0 0 3 0,0-1 0 0,-1 1 7 16,2 0 3-16,0 0 6 0,-1 0-4 0,0 0 9 16,0-1-3-16,0-1 3 0,0 1-5 0,3 0 0 15,-6 0-3-15,3-1-4 0,0-2-1 0,4 3-4 16,-4-2 0-16,1 1-4 0,0 0 1 0,3 0-4 15,0 1-2-15,-1 1 2 0,2-4 0 0,-2 3-3 16,1-1 0-16,1 0 1 0,-3 0-1 0,-1 0-1 16,0-2 2-16,-1 2-1 0,3-1-1 0,2 2 1 15,-5 0 1-15,7-1-2 0,-1 0 1 0,-3 1 0 16,4 0 2-16,-1-2-3 0,1 4-1 0,-5-2 1 16,4-2 0-16,-4 3-1 0,3 0 0 0,3-2 0 15,-7 2 1-15,1 0 0 0,0 0 0 0,1 2 0 16,-1-1 0-16,1 0 0 0,-1 1 1 0,0-1 2 15,1 1-2-15,-2 3-1 0,-1-2 3 0,2-2-1 16,-2 2 2-16,0 2 3 0,0-4-1 0,-2 3 1 16,1-1 1-16,0 2 0 0,2-1 1 0,-2 2 0 0,-1-2-1 15,0-1-2-15,-1 3-1 0,1-4 1 0,2 3-3 0,-5-2 2 16,0-1-2-16,1 1 1 0,-1 0-3 0,1 1 1 16,0 1 2-16,-1 0-3 0,-2-2 1 0,0 2-1 15,4-1 1-15,-1 1-2 0,-1-2 0 0,-2 3-1 16,3-3 0-16,1 0 1 0,0 1 1 0,3-1-1 15,-4 2 0-15,2-1 0 0,1 0 2 0,1-2-2 0,1 4 0 16,-2-3 0-16,1-1 0 0,-1 0-1 0,5-1 1 16,-4 1 0-16,0-1-1 0,0 2 1 0,0-3 2 15,-2 2-2-15,1 1 0 0,4 0 0 0,-3-2-1 16,0 1 1-16,1 0 1 0,0-1-1 0,2 2-1 16,2-1 1-16,-8-2 0 0,4 0-1 0,1 2 0 15,-2-2-1-15,5 1 0 0,-3 0 2 0,-2-1 0 16,7 2 0-16,-3-1 1 0,-2 0 1 0,1 0-2 15,-3-1 0-15,2 4 0 0,0-3-2 0,1 0-2 16,4 1 3-16,-6-1 0 0,2 0-1 0,2 1 3 16,-2 0-1-16,4 0-1 0,-4 0 2 0,-3-1 0 15,5 2-1-15,2 1 0 0,-4-2-1 0,1 1 0 16,-2-1-1-16,0 2 2 0,1 0-1 0,0-1 0 16,0 1 0-16,-2 0-1 0,4 4 3 0,-1-2-1 15,-1 1 1-15,2-2-2 0,-1 3 0 0,0-1 0 0,-2 1 1 16,1-1 0-16,0 0 0 0,-1 2-1 0,0-1 1 15,1-1 0-15,-3 0 2 0,2 0 0 0,0-1-2 16,-1 1 2-16,0-3 0 0,-1 1-2 0,0-2 0 16,0 0 2-16,-1 0 0 0,1 2 0 0,-1-2 0 15,-2 0 2-15,1 1-2 0,1-1 0 0,-2 0 2 16,1 0-1-16,-1 1 0 0,-1-1 1 0,1-1 0 16,-1 3 0-16,0-4-1 0,0 2 5 0,0-3-4 15,-1 1 1-15,-2 0 1 0,2-1 0 0,1-3-2 16,-3 3 1-16,-1-1 0 0,2 0-3 0,-2 0 1 15,0-1 0-15,3 0-1 0,-6 2-2 0,3 0 0 16,0 0 0-16,-2 0-2 0,1 2 1 0,-2 0 0 16,4-1-1-16,0 1-1 0,-2 1 2 0,-3-1 1 15,4-1-2-15,2 1-4 0,-1 0-4 0,5 0-3 16,-5-1-7-16,2-1-5 0,1 0-8 0,2 4-24 0,0 0-10 16,0-3-16-16,1 4-22 0,-2-3-28 0,3 3 84 15,0-1-61-15,0 2-11 0</inkml:trace>
  <inkml:trace contextRef="#ctx0" brushRef="#br2" timeOffset="109239.56">10837 14323 140 0,'0'0'113'0,"0"-1"-20"16,0 0-41-16,1 0 32 0,-1-1-23 0,2 0-2 16,-2 0-8-16,0-1-6 0,0 2-3 0,0-4-7 15,0 4-4-15,0-2-1 0,0 2 2 0,-2 0-2 16,1-2 2-16,0 1-4 0,-2-1-1 0,2 3-3 15,0-3-2-15,0 1-2 0,0 1-1 0,-1-1-4 16,2 1-4-16,-1 1 3 0,-1-1-2 0,2-2-7 16,-3 2 3-16,2-1-2 0,0 0-3 0,0 1 1 15,0 0-1-15,1 1-3 0,-2-1 2 0,1 1 0 16,0-1 0-16,-1 0-1 0,1 1 0 0,0-3 2 16,0 3 0-16,0 0 1 0,-2 1 0 0,3-1 1 15,-1 3 2-15,-3-3-1 0,3 1 2 0,-1 0 0 16,1 0-1-16,-3 0-1 0,1-1 0 0,0 2-2 15,0-1-2-15,0 4 2 0,-3-4-3 0,2 3 0 16,2 1 0-16,-2-1-1 0,1 1 0 0,0-1 1 16,-1 1 2-16,1-2-3 0,1 1 3 0,-1-1-2 15,-1-1 2-15,3 4 0 0,-1-3 0 0,0 0-2 0,2 3-2 0,-2-2 2 16,1 0-1-16,1 2 0 0,-3-3 0 0,2 2-1 16,1-2 0-16,0 1 1 0,-1 0 0 0,1-1-1 15,0 1 1-15,2 3-1 0,0-3 1 16,2 2 1-16,-3-1-1 0,1 1-1 0,1-1 1 0,1 1 0 15,0-2 1-15,-1 0 1 0,3-2-1 0,-3 1-1 16,2-1 2-16,0-1-1 0,-1-1 0 0,3 0 3 16,0 0-2-16,-2 0 0 0,1-2 1 0,0 0 1 15,1-1-3-15,-2 1 1 0,1-1 1 0,-4-1-2 16,4-1 0-16,1 2 0 0,-4-3 0 0,2 3 2 16,-1-1-1-16,0-1 3 0,0 2-4 0,0 0 0 15,-1-2 2-15,1 2 1 0,-2-2-2 0,0 0-1 16,-1 2-1-16,-1 0 1 0,1 0-1 0,-1 0 0 15,-1 0-1-15,0 1-4 0,-1 2 1 0,-1-2-1 0,0 2-2 16,-1-2-1-16,1 1 2 0,-1 1-3 0,2 0-3 16,0-1 3-16,-1 1-4 0,1-2 3 0,-2 1 3 15,2 1 1-15,2-1-1 0,-1 1 3 16,-1-1 2-16,0 1-1 0,0 0 2 0,1 0 1 0,1 0 0 16,-1 0 0-16,0 0 0 0,0-1 0 15,1-2-1-15,0 2 1 0,0 0 2 0,0 0 0 0,0 0-1 16,0 1-1-16,0 1 0 0,1-1-1 0,-1 2 0 15,0-2 1-15,0 0-2 0,0-1 0 0,-1 1 0 16,1-1-2-16,0 0 4 0,0 1-1 0,0 0 1 16,0 0 0-16,0 1 0 0,0-1-2 0,0 1 0 15,0 0 2-15,0 2-1 0,0-3 1 0,-1 0-1 16,-1 0 0-16,2 0 1 0,0 1-2 0,0 0 2 16,0-1 0-16,0 1 0 0,0 0-2 0,0 0 2 0,0 0-2 0,0-1 2 15,-1 2 0-15,1-1-1 0,0-1 1 0,0 3 0 16,0-2 1-16,0-1-2 0,0 0 1 0,1 1 0 15,-1-1 4-15,0 0-2 0,0-2 0 0,0 2-1 16,0 0-1-16,0-1 2 0,2-1 1 0,-2 2-3 16,0 0-1-16,0 2 1 0,0-2 0 0,0 0 0 15,0 0 0-15,0 0 0 0,0 0 0 0,0 0-2 16,0 0 2-16,0-2-2 0,0 2 0 0,0 0 1 16,0 0-2-16,0 2-4 0,0-2-3 0,0 1-3 0,0 0-5 15,0-1-16-15,0 1-9 0,0 1-14 0,1 0-14 16,-1-1-42-16,0 1 76 0,-1 1-50 15,-1 1-23-15</inkml:trace>
  <inkml:trace contextRef="#ctx0" brushRef="#br2" timeOffset="109947.49">10792 14436 536 0,'0'0'1'0,"0"0"2"0,2-1 0 15,-1 1 0-15,-1-1 4 0,1 0 5 0,1 1 18 0,-1-2 5 16,-1 2 1-16,0-1 3 0,0 1 1 0,0-2 1 16,0 4-4-16,0-2-7 0,-1 1-13 0,1-1-3 15,-1 3 0-15,0-3-1 0,0 2 4 0,-2-1 1 16,1 1 0-16,-1 1 3 0,0-1 1 0,1 0-1 15,0 1-1-15,-2 1-3 0,2-1-2 0,1 1-2 16,0 0-1-16,-2-1-3 0,3 0-1 0,-1-1-2 0,0 2 1 16,1-2-1-16,-3-1 0 0,3 0-2 0,0 0 2 15,-1 1 1-15,1 0-4 0,0 1 3 0,0-2-1 16,2 0-1-16,0 1-3 0,0-1 2 0,-2 2-3 16,3 0 0-16,-1 0 4 0,2-1-4 0,-2 3 0 0,1-1-1 15,-1 0 1-15,1 1 0 0,1-2 2 0,-1 1 1 16,0-1-3-16,0 2 2 0,0-4 0 0,-1 3 0 15,1 1 0-15,-1-2-1 0,1-1-1 0,0 0 1 16,-3 1 0-16,2-1 0 0,0-1-1 0,1 0 2 16,-1-1-1-16,-1 0 1 0,2 1 0 0,0 0-2 15,0-1 1-15,-1 0-1 0,2 1 0 0,-1 0-2 16,1-1-2-16,-1 0 0 0,0 1 0 0,2-1-4 16,-2 0-2-16,1 0 1 0,0 0-3 0,-2-2 1 0,3 1-2 15,0 0 1-15,-2 0-1 0,0 1 3 0,3-1-4 16,-2 0 0-16,-2 0 0 0,0 1 2 0,1 0-2 15,0 0 1-15,-3 0 2 0,2 0 1 0,-3-1 4 16,1 1 3-16,3 0 1 0,-3 0 2 0,1-3 2 16,0 2 1-16,-2 0-1 0,0-1-1 0,1 1-1 15,-1-1 2-15,-1 0 0 0,1-1 0 0,-3-1-2 16,2 2 2-16,1-2 0 0,-2 0 0 0,0 0 0 0,2-1-2 16,-3 1 0-16,3 1 0 0,-2-2 2 0,2 3-2 15,1-1 0-15,0 1 0 0,-2-2-2 0,0 2 2 16,2 0 2-16,-2 0-1 0,2-2-4 0,0 2 2 15,-3-1-2-15,2 2 0 0,-2 0-1 0,3-2-2 16,0 3-4-16,-1 0 0 0,-3 0 2 0,4 0-5 0,-1 1 0 16,-1 0-1-16,1 0-3 0,-2 0-4 0,-1-1-4 15,1 1-7-15,-1 1-17 0,1 0-7 0,0 1-6 16,-1-1-9-16,0 1-28 0,0 0 60 0,1 2-38 16,0-1-8-16</inkml:trace>
  <inkml:trace contextRef="#ctx0" brushRef="#br2" timeOffset="111721.54">11103 14309 170 0,'-1'-3'102'0,"0"0"-47"0,-1 0-33 0,1 2 15 0,1 0-9 0,0-1 2 15,0 1-1-15,-2 0-2 0,2 0 4 0,0 0 4 16,0 1 6-16,0 0 2 0,-1-1 1 0,0-1-10 15,-1 1-2-15,1 0-6 0,-2 0-4 0,3-1-5 0,-3 1-3 16,-2 0-2-16,0 0-2 0,2 1 2 0,-1 0-3 16,0 1 0-16,0 1-1 0,-1-1 0 15,0 1-4-15,1 2 1 0,-2-1-1 0,2 1-3 0,-2 1 1 16,-1-3 0-16,4 2-1 0,-4 2 1 0,0-3-1 16,4 2 0-16,-1-1 1 0,2 0-1 0,-3-1-1 15,1 1 3-15,4-1-2 0,-1-1 1 0,0 0-1 16,1 0 0-16,0 0-1 0,0-1 1 0,0 1-1 15,0-1 0-15,0 2 0 0,4-1-1 0,-3-1 2 16,1 1 0-16,2-2 1 0,-2 2-1 0,4-2 2 16,-2-1-1-16,3 0 1 0,-1-1 0 0,-1 1-3 15,4 0 0-15,-5 1 0 0,2-1 1 0,1 0-2 16,-3 0 1-16,0-1-2 0,0 1 1 0,0 0 1 16,-1-2-2-16,-1 2 0 0,4-1-3 0,-4 0 5 15,0 1-3-15,0 0-1 0,0-4-1 0,2 4 0 0,-1-1 1 16,1 0 2-16,0 0-1 0,0 0-2 0,0 0-3 15,2 0 1-15,-2 1-4 0,1-2-10 0,-2 1-1 16,0 1-5-16,2 0 0 0,-1-2-3 0,0 0 5 16,1 3-2-16,-2-2 6 0,0 2 9 0,1-2 4 15,0 2 5-15,-1-3-1 0,0 3 5 0,-1 0 1 16,-1-1 1-16,2 1 2 0,-1 0-1 0,-2 0 0 16,0 0-3-16,1 0 4 0,-1 0-4 0,0 1 1 15,1 2 2-15,-1-3-2 0,0 2-2 0,-1 0 1 16,0 0 0-16,0 2 0 0,-1-1 1 0,0-2-2 0,-1 3 0 15,1 1-1-15,0-3 1 0,0 2 0 0,-1-2 1 0,-1 2-2 16,1 0 1-16,-1 0 2 0,2 0 1 0,-2 0 0 16,0 0 2-16,0 2 0 0,2-1 3 0,-2 2 2 15,1-4 3-15,-2 3 4 0,0-2 1 0,1-1 4 16,0 3 1-16,0-4 3 0,1 4 2 16,-2-3 1-16,0 2-2 0,1 0 1 0,-1-1 0 0,0 0-2 15,1 2 4-15,-1-3 2 0,0 2 0 0,0-1-2 16,-1 0 1-16,2 2-2 0,1-2-3 0,0 2 0 15,-4-3-9-15,1 0-3 0,2 1-4 0,1 1-3 16,0 0-1-16,-2 1-4 0,1-2 2 0,0 2-4 16,3-1 2-16,-3 1-2 0,2 1-1 0,-4-1 1 15,6-2-1-15,-2 2-1 0,1-2-7 0,0 2-19 16,1 0-15-16,0 0-19 0,-2-3-25 0,2 1 58 16,2 1-49-16,-2-2-17 0</inkml:trace>
  <inkml:trace contextRef="#ctx0" brushRef="#br2" timeOffset="112109.33">11072 14557 237 0,'-4'0'102'16,"1"-2"-68"-16,-1 2-23 0,2 0 2 0,0 0 4 15,2 3 5-15,-2-3 4 0,0 2 9 0,0 0 0 16,0 0 3-16,-2 0 4 0,4 1 3 0,-4-1-2 15,-1-1-3-15,1 2-6 0,1-1-8 0,1 2-1 16,0-2-2-16,2 0-2 0,-2 0 1 0,2 0 0 16,0 2 1-16,0-2-1 0,0 0-2 0,0 0-1 0,0 0 0 15,0 0-4-15,0 1-4 0,-1-2-5 0,1 2 0 16,1 1-3-16,2-2-2 0,-1 2 1 0,3-1 0 0,-2 2 0 16,0 1-1-16,3 0 2 0,-2-2-3 0,2-1 3 15,-2 1-3-15,0-2 2 0,1 1-1 0,-1-1 1 16,3-1 0-16,-3 1 1 0,1-2 1 0,-1 0 2 15,1 0 4-15,-1 0-1 0,0-4 1 0,0 3 5 16,-2-1-1-16,2-1 1 0,-1-2-1 0,-1 1-1 16,0 2 0-16,2-2-3 0,-3-1 0 0,-1-2-6 15,3 3 2-15,-3-1-2 0,0-2-1 0,1 2-2 16,-1-2-1-16,0 2-4 0,-4-1-7 0,4 1-27 16,-1-2-17-16,0 3-29 0,-3 0-31 0,1 1 78 15,0-1-64-15,3 4-22 0</inkml:trace>
  <inkml:trace contextRef="#ctx0" brushRef="#br2" timeOffset="112869.15">10375 14722 128 0,'1'0'95'0,"0"-1"-16"16,-1 1-30-16,0-3 18 0,2 3 0 0,-2-3-3 0,0 1 4 15,0 1-5-15,-2-1-3 0,2 0-14 0,-1-2-6 16,-1 4 3-16,-1 0-6 0,2 4-2 0,-2-4-9 15,1 0-2-15,1 1 0 0,-4 1-4 0,2-1-1 16,1 0-6-16,-3-1-3 0,3 0 0 0,-1 0-2 16,0 0-1-16,2 0-5 0,-2 0 0 0,2 2 2 15,1-2-3-15,0 1 0 0,0-1-1 0,-1 0-2 16,1 4-4-16,0-3-5 0,0 0-11 0,1 0-16 0,1 0-84 16,1 1 96-16,0-1-54 0,0 4-45 15</inkml:trace>
  <inkml:trace contextRef="#ctx0" brushRef="#br2" timeOffset="119439.22">15956 13985 107 0,'-1'-2'60'0,"-1"0"-24"0,2 1-16 0,0 1 13 15,0 0-4-15,-1 0 4 0,1 0 1 0,0 0-1 16,-1 0 0-16,1 0-1 0,0 0-3 0,-2-2-3 16,2 1 0-16,0 0-6 0,0 1 0 0,0 0-1 15,0 0 0-15,0 0-3 0,0 0 0 0,0-1 2 16,0 1 0-16,2 0-3 0,-2-1-2 0,1 1 0 15,0 0-2-15,-1-1 0 0,1 1-3 0,-1 0 0 16,1-1-1-16,-1 1-2 0,1 0 1 0,-1 0-2 16,0 0 0-16,3 1 1 0,-2 0 2 0,-1-1-2 15,2 0-2-15,-2 0 2 0,1 1-1 0,0-1 5 16,0 0-1-16,0 0 0 0,2 0 0 0,-1 0 2 0,-1 0-2 0,3 0 1 16,-2-1-3-16,2 1-4 0,-1-1 2 0,0 1-3 15,0 0 1-15,1-1-2 0,-1 0 0 0,-1 1 1 16,4 0 0-16,-2 0 1 0,2 0-2 0,-4 0 0 15,4 0 0-15,1 1 0 0,-3-1 1 0,1 0-1 16,-1 0 1-16,-1 0-1 0,2 0 0 0,0 1 1 16,-2-1-1-16,3 1 1 0,-2-1 0 0,1 0-2 15,-1 1-1-15,0 0 2 0,2-1 0 0,-3 0 1 16,2 1-1-16,-1 0 2 0,0-1-2 0,1 0 2 16,0 0 0-16,2 0-1 0,-1 0 0 0,2-1 0 0,-2 1-1 15,0 0 2-15,1-2-2 0,0 1-1 16,1 1 2-16,-3-1-1 0,1 1 0 0,-4-2-2 0,5 1 3 15,-2 0-3-15,1 1 2 0,-2-1 2 0,-3-1-3 0,3 1 2 16,3 1-1-16,-5 0 2 0,5 0-1 0,-7 0 0 16,2 0 2-16,1 1-4 0,3-1 2 0,-6 2-2 15,3-2-1-15,1 1-4 0,-2-1-6 0,-1 1-23 16,0-1-13-16,-1 1-17 0,0-1-24 0,1 0 59 16,-1 1-51-16,2 1-12 0</inkml:trace>
  <inkml:trace contextRef="#ctx0" brushRef="#br2" timeOffset="120915.4">15932 13932 74 0,'0'0'43'0,"0"0"-20"16,-1 0-15-16,0 0 6 0,1 0-3 0,0 0-3 15,0 0 0-15,0 0-6 0,0 0 4 0,0 2 0 16,1-2 3-16,0 0 3 0,-1 1 3 0,0-1 7 15,0 0 1-15,0 0 0 0,0 1 2 0,0-1-2 0,0 1 2 16,0-1-1-16,0 0-3 0,1 0-5 0,-1 1-3 0,2-1 2 16,-2 0-1-16,1 0 1 0,0 0-2 0,1-1-4 15,-2 1 1-15,0 0-4 0,1 0 2 0,0 0-2 16,0 0-1-16,1 0 0 0,1 0-4 0,-1 0 4 16,1 0-1-16,-1 0 2 0,0 0-1 0,2 0 4 15,-2-1 1-15,0-1 0 0,1 0 3 0,1 1 0 16,-1-1-1-16,1 0 0 0,0 1 0 0,-1-1 0 15,0 1-4-15,0 0 1 0,1-2-2 0,-1 2 0 16,-1 1-3-16,0-2 3 0,2 1-2 0,0 0-3 16,-1 0 0-16,0 1 0 0,1-1-1 0,0 1-2 15,1-1 1-15,-1 1 0 0,-1 1 0 0,1-1 1 16,0 0-1-16,0 1 1 0,1 0-1 0,-1-1 0 16,1 1 2-16,-1 0-2 0,0-1 2 0,-1 1-3 15,0-1 1-15,-1 1 0 0,0-1 3 0,0 0 3 0,1 1-1 16,-1-1 2-16,0 0-1 0,-1 1 4 15,0-1-2-15,1 0 1 0,1 2-1 0,-1-2-3 16,-1 0 1-16,2 0-4 0,-1 1 1 0,0 0-2 16,2 0 2-16,-2-1-3 0,0 0 1 0,1 1 2 0,0-1-2 15,-1 0 0-15,3 0 1 0,-3 0 0 0,2 0-2 0,-1 0 1 16,3-1-1-16,-3 1 0 0,2-2 0 0,3 1 1 16,-4-1-1-16,2 1 1 0,1 0 2 0,-3 1-3 0,1-1 0 15,2 1 0-15,0-1 0 0,0-1 0 16,0 1-1-16,-3 0-5 0,1 0-5 0,0 1-1 15,-1 0-14-15,-1 0-9 0,0 1-4 0,-6 1-7 0,2-2-6 16,2 2-4-16,-1-2 0 0,0 2-2 0,0-1-11 16,-4 2 45-16,5-2-25 0,1-1-5 0</inkml:trace>
  <inkml:trace contextRef="#ctx0" brushRef="#br2" timeOffset="123364.47">15718 14377 322 0,'0'-4'158'0,"0"1"-89"0,0 1-45 16,-2 0 16-16,2 1-16 0,0-1-6 0,1 2-8 15,-1-2-5-15,1 0-1 0,-1 0 0 0,0 1 4 16,0-1 2-16,0 1 3 0,0 0 3 0,0-2 0 16,0 1-1-16,2 2-1 0,-1 0 1 0,0 0-3 15,0-1-2-15,0 1 1 0,-2 0-5 0,3 0 5 16,-2 1 1-16,-1-1 0 0,0 0 1 0,0 0 0 0,2 0 5 16,1-1-3-16,1-1 2 0,-3 2-3 0,0 0-1 0,5-2-1 15,-2 1-2-15,2-1 0 0,-3-1-7 0,0 1-1 16,3 2 2-16,-2-2-4 0,4-1 1 0,-1 1-1 15,-2-2-1-15,5 4 1 0,-5-2 0 0,2 0 1 16,-1 2-1-16,4-1 0 0,-4 0 0 0,-1 1 0 16,0-1 0-16,4 0 0 0,0 1 0 0,-1-1 0 15,1-1 0-15,-3 2 0 0,1 0 0 0,2 0 0 16,-6-1 0-16,1 1-1 0,-1 0 1 0,0 1 1 16,1 1-1-16,-2-2 1 0,2 0 0 0,-3 2-1 15,2-2 1-15,-1 2 0 0,1-2-1 0,-2 0 1 16,0 0 0-16,0 0 2 0,-1 3-3 0,0-2 4 15,-1 0-3-15,1 2 0 0,0-1 1 0,1 2-2 16,-2-1 1-16,4 1 0 0,-4-3-1 0,2 3 0 16,0-1 1-16,-1 1 0 0,1 0 0 0,0-2 0 15,0 2 0-15,-1-1-1 0,1 0 0 0,-2 0 2 0,2 0-2 16,0 1 1-16,-1-2 0 0,-3 3-1 0,1-2 0 16,3 1-1-16,-1 0 2 0,-3 0-1 0,1 0 1 15,2 2-1-15,-1-4 0 0,2 3 2 0,-4-2-1 0,-3 0 1 16,3 0-1-16,4-1 1 0,-5-1 1 0,2 1 1 15,-1 0 2-15,1-1 2 0,-1 0 0 0,2 0 2 16,1 0-2-16,-4 1 3 0,3-2-3 0,-4 0 0 16,4 0-4-16,-1 1-1 0,3 1 1 0,-2-1-4 0,2 0 3 15,-1 0-4-15,0 0 1 0,0 0-1 0,-1 1 1 16,-1-2 2-16,1 2-2 0,2-2 1 0,-3 3-1 16,-1-1 2-16,1-1-2 0,3 1 1 0,-3-1 1 15,3 0-1-15,0 0 1 0,0 0-2 0,-2 1 2 16,2-2-1-16,-4 0 1 0,0 1 0 0,4-1 2 15,0 0-1-15,0 0 1 0,0 0 1 0,-3 0 1 16,6 0-1-16,-3 0-1 0,0-1 0 0,0 1-2 16,-2 0-1-16,-2 0 0 0,1-2-1 0,-1 1 0 15,2 1-1-15,-2 0 1 0,3 1 0 0,1-1 1 16,-2 0-1-16,2 0 1 0,-1 0-1 0,1 3 2 16,0-3-2-16,0 0 1 0,0 2 0 0,-3-2-1 15,0 2 0-15,1-2 1 0,2 0-1 0,-3 0 0 16,0 0 1-16,-2 0 1 0,1 1 0 0,4-1-1 15,0 1 0-15,-2 0-1 0,-2-1 1 0,4 0-1 16,0 1 0-16,0-1 0 0,0 0 0 0,-1 3-1 0,0-3 2 16,1 1-1-16,0 0 1 0,0 0 0 0,-3 1 2 15,3-1-3-15,2-1 0 0,-2-1 0 0,0 1 2 16,2 0-2-16,-2-2 0 0,3 2-1 0,-5-1 1 16,1 1 0-16,0 0 0 0,1-1 0 0,-1 1-1 15,-1 1 1-15,3-1 0 0,-1 0 0 0,0 0 0 16,4 0 1-16,-4 1-1 0,0-1 0 0,3 0 1 15,-2 0 1-15,1 0-2 0,0 0-1 0,-1 0 0 16,0 0 0-16,3 0 1 0,-2 2 0 0,0-2 0 0,1 0 1 16,-1 0-1-16,0 0 0 0,-2 0 0 0,1-1 0 0,2 1-1 15,2-1 1-15,-1 0-1 0,0 1 1 0,-1 0 1 16,1 0 0-16,-1 0-1 0,0 1-1 0,-2-1 1 16,3 0-1-16,-3 0 1 0,3 0 0 0,0 0-2 15,2-1 2-15,-4 0 0 0,1 1 1 0,0-1-1 16,-1 1 1-16,2 0-1 0,-2 1-1 0,2-1 1 15,-1 2-1-15,1-1 0 0,-3 0 0 0,3 2 0 16,-4-1 1-16,0 1-2 0,0-3 2 0,1 3 0 16,1-1 0-16,1 0 0 0,1-1 0 0,-4 2 0 15,4-2-1-15,-4 1 1 0,1-1 0 0,1 1 2 16,-3-2-2-16,2 2-1 0,2 2 1 0,1-3 0 16,-4 1 2-16,2 0-2 0,0 0 0 0,-1 1 0 15,1-1-1-15,0-1 1 0,0-1 0 0,-2 1-1 0,3 0 1 16,-1 0 0-16,-1 1 1 0,0-1-1 0,-1 0 0 15,0 2 0-15,3 0 0 0,-3-1 1 0,0 3-2 16,1-2 1-16,0 0-1 0,-1 1 1 0,0 1 2 16,0-1-2-16,0 2 1 0,0-1-1 0,0 0 0 15,0 1 0-15,2 1 0 0,-1-2 0 0,-1 3 0 16,0-3-1-16,-1 1 1 0,-1-1 0 0,2 1-1 16,-2-2-1-16,-1 2 2 0,-1-2 0 0,0 0 1 15,-1 2 0-15,4 1-1 0,-3-1 0 0,0 1 3 16,3-1-3-16,-3 0 1 0,3 0 0 0,1-3-1 15,-2 3 0-15,-2-5 0 0,2 3 1 0,-1-1-1 16,1 0 0-16,1 1 0 0,0-2 1 0,1 2 1 16,-1-3-1-16,-3 2 0 0,4-1 1 0,-2-1-1 15,-1 2 2-15,1-3-2 0,-5 0 0 0,3 0 1 16,-4 0-1-16,8 0 2 0,-4 0 1 0,2 0-4 0,0-2 4 16,-3 1-1-16,4 1 0 0,-1-2-3 0,0 2 3 0,-3-2-1 15,2-1-2-15,-2 1 2 0,2-1-2 0,-1 0 0 16,-1 1 1-16,2-1-1 0,-4-2 1 0,1 3-1 15,0 0 0-15,-1-1 1 0,-2 0-1 0,2 0 0 16,0 2 1-16,-1 0-1 0,3 1-2 0,0 0 2 16,-2 0 0-16,3 1-1 0,1-1 1 0,-1 3 0 15,0-2-2-15,1 0-1 0,1 3 2 0,-1-4-3 16,0 3-7-16,2-1-2 0,-1-1-9 0,1 0-33 16,1 4-24-16,0-3-23 0,0 1-39 0,0 2 92 15,0-1-71-15,0 0-25 0</inkml:trace>
  <inkml:trace contextRef="#ctx0" brushRef="#br2" timeOffset="124223.76">16063 14364 156 0,'1'-3'129'0,"-1"-1"-41"0,0 1-50 16,0 1 20-16,0 1 0 0,0 1-8 0,0-1-11 15,0 0-4-15,0-3 0 0,2 3-1 0,-2 1-2 16,0-2-2-16,0 2-6 0,0 0-3 0,0-2-12 16,0 2 0-16,0 1-1 0,1 0-2 0,-1-1-1 15,0 0-2-15,0 0 4 0,0 1-2 0,-1 0 3 0,1 0-1 16,0 1-2-16,0 0 1 0,0 0-2 16,0 0 0-16,0-1-1 0,0 2 1 0,0-2-3 15,0 3 0-15,0-2 0 0,0 0-1 0,0 0 1 16,0 0 0-16,0 0-1 0,0-1-1 0,0 2 1 0,0-1 0 15,-3 0 1-15,3 2-1 0,0-1 3 0,-1 0 2 16,-2 0 0-16,3 1 1 0,-2-2 4 0,1 1-1 16,1 2 1-16,-3-2 0 0,3 2-2 0,-1 0-2 15,0-1 1-15,0 2-1 0,-1 0-2 0,1 0 0 16,0 0 2-16,1-1 0 0,-1 0 2 0,1-2-1 0,-1 2 3 16,0-1 2-16,1 0 3 0,0-1 1 0,0-1 0 0,-2 2 4 15,1-1 0-15,0 1 2 0,-1 0 1 16,-1-2-1-16,1 1-4 0,-1-1 1 0,2 1-2 15,-2-1-5-15,2 0 1 0,-1 1-3 0,0-1-3 0,-1 0-2 16,2 2 0-16,-3-1-1 0,2-1 0 0,0 1 0 16,-2 0-2-16,1 2 1 0,1-1 1 0,1 0-3 15,-2 1 2-15,1-1-2 0,-1-1 0 0,3 2-1 16,-2-2 1-16,1 0-1 0,1-1 0 0,-2 1 0 16,2 0-1-16,0-1 1 0,0 2 0 0,-2-2 0 15,2-1 1-15,-1 0-3 0,0 2 2 0,1-2 2 16,0 0-1-16,0 2-1 0,-2-2 0 0,2 1-1 15,0 0-4-15,2 1-1 0,-1 0-3 0,-1-2-2 0,1 1-5 16,1 0-3-16,-2 0-4 0,0 0 0 0,0 0-4 16,0 0 1-16,0 1-6 0,0-1-4 0,0 0-14 15,0 1-12-15,1-2-12 0,-1 3-17 0,1-2 58 16,-1-1-44-16,2 1-10 0</inkml:trace>
  <inkml:trace contextRef="#ctx0" brushRef="#br2" timeOffset="124831.25">16145 14651 347 0,'2'-5'148'0,"-2"3"-97"0,1-2-38 0,-1-1 3 16,-1 4-2-16,1 1 1 0,0 0 4 0,0-2 3 15,0 1 2-15,0 0 2 0,0 1 5 0,0-1 0 0,0 1 0 16,-2-1 0-16,2-1-7 0,0 2-12 0,-1 1-2 15,1 0-2-15,-1-1-5 0,0 1 1 0,-1-1 1 16,1 0-4-16,1 1 0 0,0-1 0 0,0 0-1 16,0 0 0-16,0 1 3 0,0 0-3 0,0 1 0 15,0-1 1-15,0-1 2 0,0 3 1 0,0-2-2 16,-1-2 1-16,1 1 0 0,-1 0-1 0,0 0 1 16,1-2-2-16,0 2 2 0,1-1-3 0,1 2 4 15,-1-1-3-15,1 0 2 0,0 0 1 0,-2-1-1 16,1-2-2-16,-1 1-1 0,0 0 1 0,0 1-1 0,3-2 0 15,-2 2-3-15,-1-1-3 0,2 1-6 0,1 2-16 16,-1-1-15-16,-2 0-18 0,0 1-17 0,2-1-28 0,-1 1 67 16,1-1-54-16,-2 1-9 0</inkml:trace>
  <inkml:trace contextRef="#ctx0" brushRef="#br2" timeOffset="126213.79">16412 14384 34 0,'1'-5'23'0,"0"2"-10"0,1 1-5 0,1-2 6 0,-3 2 0 16,1-1 6-16,0 1 5 0,-1 2 6 0,0 0 1 16,0-2 9-16,0 0 1 0,0 2 0 0,0-2-1 15,0 2-5-15,-1-2-3 0,1 0-4 0,0 2-3 16,0 0-4-16,0 0-1 0,-1 0-4 0,1 0 1 15,0 0-3-15,-2 0-2 0,1 1 3 0,0-1 0 16,-1 0-4-16,2 0 1 0,-1 2 3 0,-1-2 1 16,0 2 1-16,0-1 2 0,0 1 0 0,0-1-1 0,1 1 5 15,-1-1-1-15,-1 1-2 0,1-1 0 0,1 0-1 16,-1 2 1-16,1-1-3 0,0 0-2 0,-1 0-2 16,1 0 1-16,0 2 1 0,-1-2-4 0,0 1 2 15,1-1-3-15,-3 0 4 0,3 1 1 0,-4 0-1 16,1-1-2-16,4 0 1 0,-2 2 1 0,-3-2-2 15,4 1 0-15,0 0-1 0,-2 1-2 0,3-1 3 16,-3 0-1-16,-2-1-3 0,4 1 1 0,-1 0-3 16,0 0 1-16,0 2 0 0,-2-1-1 0,3-1-3 0,-1 2 0 15,1-2 1-15,-3 0-3 0,1 2 1 0,1-4 0 16,-2 2-1-16,4-1 2 0,-4 2-4 0,1-1 0 16,2-1 2-16,1 3 0 0,-1 1-2 0,1-1 0 15,0 0 0-15,-1 1 0 0,1-1 1 0,0 0-1 16,3 1 1-16,-3-2 0 0,-1 0-1 0,0 1 1 0,0-3-1 15,1 2-1-15,0 1 0 0,-2-2 1 0,0 2-1 16,2 0 1-16,2-1 0 0,0 2 0 0,-2 0 0 16,4 2 0-16,-3 0 1 0,2 0-1 0,-2 1 0 15,0 2-1-15,3-1 1 0,-2 1 0 0,-1-1 2 16,1 3-2-16,2-1 1 0,-1 2-1 0,-2-3 2 16,0-1-1-16,2 2 1 0,1-3-2 0,0 1 0 15,-4-4 1-15,4-2 0 0,-1 0-1 0,-1 0 1 16,1 1 0-16,-2-3 0 0,-1-2-1 0,6 3 1 15,-5-3 1-15,0 2-1 0,0-3 1 0,1 2-1 16,2-1 0-16,-3 0 1 0,2-2-1 0,-2-2 0 16,1 1-1-16,2-1 1 0,-1 0-1 0,-1-1 1 15,0-1 0-15,2 4-2 0,-3-2 1 0,2 0 1 16,0-2-3-16,-2 2 0 0,3 0-1 0,-1-2-2 16,-2-2 1-16,0 2 1 0,2-1-3 0,0 1-1 15,-1 0 2-15,0 2-2 0,0 0 1 0,0-1-2 16,1 0-1-16,-3 0 2 0,2 2 0 0,0-1-1 15,-1-2-1-15,0 2 1 0,-1-3 1 0,2 3 1 16,1-1 2-16,-3 1-1 0,2 0 0 0,-2 2 2 0,1-3 1 16,1 3 1-16,0 0-1 0,-2-2 2 15,1 3 0-15,-1-1 0 0,0-2 0 0,0 1 0 0,0 0 0 16,0 0 0-16,0 0 1 0,0-1-1 0,0 1 2 16,0 1-2-16,0 1 1 0,-1-1 0 0,1 0 1 15,0-1-2-15,0 2 1 0,-1-1 1 0,0 1-2 16,-1-3 1-16,2 1-1 0,0 1 2 0,0-1 3 15,-1 0-2-15,0 0 1 0,0 0 2 0,-1 2 1 0,0 0 0 16,0 0 0-16,1 0 0 0,-2 1-3 16,0-1 1-16,0 0 2 0,1 1-4 0,0-2-1 0,1 2 1 15,-1 0 0-15,-1 0 2 0,2 0-1 0,-2 3 1 16,3-1-2-16,-2-1 5 0,-2 1-4 0,1 0 1 16,1 1 0-16,0 0-2 0,0-1 2 0,-2 0-1 0,1 0 0 15,0 2-3-15,-1-1 4 0,1 0-1 0,-1 1 0 16,1-1 0-16,-1 0 0 0,-1-1-3 0,1 3 1 15,1-2-2-15,1 0 1 0,1 2-1 0,-2-1 0 16,-1 0-1-16,3 2 0 0,1-1 1 0,-3 0 1 16,1 0 0-16,0 0-1 0,2-1 0 0,-3 2 0 15,3-1 0-15,0 1 0 0,-2-1-1 0,3 2 0 16,0 0 0-16,-1 1 1 0,0-2 1 0,1 0-1 16,-1 0 1-16,3 1-1 0,-2-1 1 0,-1-1-1 15,0-1 0-15,3 0-7 0,-2 0-3 0,1 1-7 16,1-1-6-16,1-2-5 0,-3 2-7 0,2 0-17 15,1 0-4-15,0-2-6 0,-3 1-6 0,2 0-10 16,0-2-4-16,-2 1-8 0,1-2-1 0,-2 0-11 16,3 0 61-16,0 0-38 0,0 0-4 0</inkml:trace>
  <inkml:trace contextRef="#ctx0" brushRef="#br2" timeOffset="127359.59">16525 14460 188 0,'-1'-1'105'0,"1"1"-49"0,-1-1-30 0,-1 1 24 16,2-1-6-16,0 0-6 0,0 0 1 0,0 0 0 15,2-2-2-15,-2 2-1 0,1-1-3 0,-1 2-12 16,0-1-3-16,0-1-1 0,1 1-6 0,-1 1-8 15,1-1 1-15,-1 0-4 0,0 0 0 0,2-2 1 0,-1 2-1 16,0 1 0-16,0-1 0 0,0 0 0 0,0 0 0 16,1 0 1-16,0 0-1 0,0 1 3 0,0-2-2 0,3 0 3 15,-2-1 1-15,1 1 1 0,2 0 0 0,-1 0 2 16,1-1 2-16,1 1 0 0,1 0 2 0,-1 0-1 16,0 0 7-16,2 1 2 0,-1-1 3 0,-1 0-2 15,2 1 4-15,0 0-4 0,-2 1 2 0,-1 0-2 0,-2 0-3 16,2 0 0-16,0 0-3 0,1 1-1 0,-2 1-3 15,-4-2 3-15,5 1-3 0,-3-1 3 0,-1 3-3 16,1-1-3-16,-3 0 1 0,-5 1 2 0,3 1-4 16,2-1-1-16,0 2 0 0,0 0-3 0,-1 0 3 15,-2 1-3-15,3-1 0 0,3 2-1 0,-7 0 2 16,-2 1 0-16,2-1-3 0,2 0 1 0,-3 2-1 16,3-1 2-16,-4-2-3 0,3 3 2 0,1-2 0 15,1 0 0-15,-3 0 0 0,2 1 2 0,-2-3-1 16,1 2-1-16,1-1 1 0,-2 0-2 0,2 0-1 15,0 1 0-15,2-1 1 0,-3-1 0 0,2 0-2 16,1 1 1-16,0-1 1 0,-2 0-1 0,1-2 1 16,1 0-1-16,-1 1 1 0,1 2-1 0,-1-3 4 0,-1-2-5 15,0 4 0-15,1-2 1 0,0 2 2 0,0-1-1 16,-1-4 0-16,0 3-2 0,1 0-2 0,0 1 0 16,0-2 0-16,-1 0-1 0,0-1-5 0,-1 2-2 15,0 3 1-15,0-5 0 0,2-1-4 0,-1 2 2 16,0-1-1-16,1 0-2 0,-1-1 0 0,1 0 1 15,1-2-3-15,-1 0 0 0,1 1-1 0,-2-2-1 16,2-2-4-16,0 2 2 0,0 0 2 0,0-2-2 16,3 2-2-16,-2-1 0 0,1-2-1 0,2 3 4 15,-2-1 2-15,1 0-2 0,0 1 3 0,1 0 2 16,-1-2 6-16,-1 2 0 0,0 1 7 0,1-4 0 0,0 6 1 16,0-2 2-16,-1-1 2 0,3 3 0 0,-4-4-1 0,2 2 1 15,1 2 0-15,1 0 1 0,-1-1-1 16,-1 0-1-16,0-1 3 0,2 2 0 0,-4 0 1 15,0 0 2-15,4 1 5 0,-4-1 1 0,-1 1 0 0,3 0 4 16,-3 1-2-16,2-1 3 0,-2 1 2 0,8 1 1 16,-8-3-4-16,2 2 3 0,0 1 0 0,0-2-2 15,2 3 1-15,0-3-3 0,-2 0-3 0,-1 2-3 16,-1-1-2-16,0-1-1 0,0 3-1 0,0-2-1 16,-1 0-4-16,0 0 1 0,1 3 1 0,-1-3-2 15,2 0 2-15,0-1-4 0,0 1 0 0,-1-1 4 16,0 2-3-16,0-3 0 0,0 1-1 0,-1-1 3 15,1 1-1-15,-1 0 0 0,-1-1-1 0,2 1-1 0,0 1-6 16,2-2-10-16,-1 0-8 0,0 0-15 0,-2 1-38 16,1 0-23-16,1 0-33 0,-1-1 84 0,0 0-82 15,0 3-31-15</inkml:trace>
  <inkml:trace contextRef="#ctx0" brushRef="#br2" timeOffset="128271.53">16820 14293 203 0,'-1'-6'90'0,"-2"4"-62"0,3-2-20 15,-2 1-4-15,2 1 2 0,0 1 1 0,0-1 4 16,0 2 2-16,-1 0 8 0,1 0 3 0,-6-1 12 15,6 0 6-15,-3 1 1 0,1-2 2 0,2 1-2 16,-2-1-4-16,2 0-8 0,-4 1-6 0,4 1-6 16,-2-1-5-16,-1 1 0 0,3 0 1 0,-4 1 0 15,-1 0 3-15,4 1 2 0,-2 0 3 0,-2-1-2 16,4 2 2-16,-3-1-1 0,4 2 0 0,-2-1 0 16,1-2-2-16,-1 1-1 0,1 2-3 0,1 0-2 15,0-2-1-15,-2-1-1 0,0-1-4 0,2 1-2 16,0 3-1-16,-2-4-2 0,0 0 2 0,-1 1-4 15,2 1 1-15,0 1-1 0,1-1 1 0,0 0-3 16,2 2 2-16,3-2 0 0,-2 0-1 0,3 0 3 16,0-1-1-16,1-1-1 0,-2 0 1 0,3-1 2 0,-1-2-2 15,-1 0-1-15,0 1 2 0,4-2-2 0,-2 1 3 16,-1-3-1-16,0 2 0 0,0 0-1 0,2-1-1 16,-1 4 3-16,1-7-4 0,-5 4 2 0,3 0-1 0,0-2 1 15,-2 1-1-15,1-1 0 0,-2-1 1 0,-2 1-2 0,3 2 1 16,-3 0 0-16,-1 0 0 0,1 2 0 15,-1 1 0-15,-1 1 1 0,0-2 0 0,1 0 1 16,-1 2 0-16,0 0-3 0,0 2 1 0,0-1-2 16,0-1 1-16,0 2-1 0,-1-2-1 0,1 1-1 15,-3-1 1-15,3 1 0 0,0-1 0 0,-1 2 2 0,-1-2 0 16,2 2 0-16,-2 1 0 0,1-1 0 0,1 2-2 16,-1-1 2-16,0 2 0 0,1-2-1 0,0 1-1 15,0 0 0-15,0 0 2 0,0-1 1 0,0 1 0 16,0-1 0-16,0 2-1 0,0-1 1 0,0-1 0 15,0 1-1-15,0 1 0 0,0-1-1 0,0 1 0 16,0-1 1-16,-1 0-1 0,1 1 2 0,0-2-1 0,-1 2 2 16,1 1 2-16,-3-2 1 0,2 2 2 0,-2-2 2 15,1-1 3-15,0 3-1 0,0-2 5 0,0 1-2 16,-2-2 3-16,1 5 1 0,2-3-3 0,-5 1 1 16,3 2 0-16,-1 0 1 0,-1 1-3 0,1 1-1 15,0-2-4-15,-2 4 0 0,4-3 1 0,-3 0-5 16,1 0 0-16,2-2-1 0,-2 2 1 0,1-1 0 15,1-4 3-15,0 2-1 0,-2 0-2 0,3 0 2 0,-2-2-3 16,0 4 0-16,1-2 2 0,0-1-5 0,0 0 1 16,2 2-2-16,-4-2 0 0,2 1-1 0,0 0-4 15,2-1-5-15,-3-2-9 0,3 3-27 0,0-2-19 16,0-1-23-16,3 1-29 0,-2 0 74 0,1-1-61 16,1-1-18-16</inkml:trace>
  <inkml:trace contextRef="#ctx0" brushRef="#br2" timeOffset="128742.4">16908 14547 167 0,'-4'0'121'0,"0"0"-29"15,1 0-41-15,1 0 33 0,-3 0-16 0,1 3 6 16,0-2-1-16,0 0-8 0,1 4-3 0,-2-2-6 15,-1 0-4-15,4 2-6 0,-2-1-6 0,0-1-12 16,1 2-5-16,-1 0-1 0,0 1 0 0,0-1-4 16,-2 2 2-16,4-2-4 0,-2 1-1 0,4 0 0 15,-3 0-3-15,-1-1-4 0,0 0-1 0,5 0-4 16,-1-1-2-16,0 1 2 0,2-1-1 0,-2 0-1 16,0 0-1-16,2-1 2 0,4 1-1 0,-4-1 0 15,1-1-1-15,-2 1 0 0,5 0 2 0,-3-1-1 16,2 0 0-16,-1 0 1 0,0-3 0 0,3 3 1 15,-2-2-2-15,0-2 1 0,-1-1-1 0,1 2-1 16,0-1 2-16,-1 2-2 0,1 0-2 0,-2-2 1 16,3 2-1-16,-1-1 1 0,-1-1-1 0,1 1-2 15,-2-3-1-15,1 0 1 0,2 0 1 0,-4 0-1 0,3 1 1 16,-2-2-2-16,1 2 3 0,1-2 1 0,-1 0-1 16,-2-1 2-16,1 0-3 0,0-1 0 0,-1-1-2 15,-2 0-1-15,2 1-2 0,-2-1-8 0,0 0-1 16,0 1-5-16,0-1-4 0,0 3 0 0,-2-3-5 0,0 3-14 15,-1-3-5-15,1 2 0 0,-1 1-10 0,1 1-11 16,-2-3-51-16,0 4 81 0,1-1-51 0,1 0-12 16</inkml:trace>
  <inkml:trace contextRef="#ctx0" brushRef="#br3" timeOffset="190268.46">10762 15209 25 0,'-2'-1'32'0,"1"1"-4"0,1-1-6 16,-3 1 9-16,0-1-3 0,1 1-2 0,1-1-4 15,1 1-2-15,0 0-1 0,-1 0-4 0,1 0-8 16,0 0-6-16,0 0 4 0,0 0-2 0,1 0-4 16,-1 0 1-16,0 0 0 0,1 0-1 0,1 0 1 15,1 0 0-15,-2 0-1 0,1 0 1 0,-2 1 0 16,1-1 0-16,-1-2 0 0,1 1 0 0,-1 2-1 15,0-1 2-15,0 0-1 0,0 2-1 0,1-2 1 16,-1 0-1-16,1 2 0 0,-1-1 2 0,0-1-1 16,0 1 0-16,0 4 1 0,0-5 0 0,0 2 1 15,0 0-2-15,0 5 0 0,0-5 0 0,0 3 0 16,0 0 1-16,0-2 2 0,0 2-3 0,0 1 0 16,0-4 2-16,-1 1-1 0,1 4 2 0,-1-4 0 0,1 4-3 0,1-3 0 15,-1 3 1-15,1-2 2 0,0 1-3 16,-1 1 4-16,1-2 2 0,-1-1 0 0,2 0 2 0,-2 1 0 15,0-2-2-15,0 3 2 0,0-3 1 0,0 0-1 16,2 2-5-16,-2-1 1 0,0-1-1 0,2 3-2 16,0-1 2-16,-1 0 0 0,0 0-3 0,3-1 0 15,-3 1 0-15,1 1 2 0,1-1-2 0,-1 0 2 16,1 0-2-16,1 0-1 0,-1 2 1 0,1-1 1 16,-1 1 0-16,-1-1-3 0,1 1 2 0,2-3 0 15,-1 3 2-15,-1-2-2 0,2 0 0 0,0 0 0 16,1 0 1-16,-2-2 1 0,3 1-2 0,-1 2 1 15,0-2-1-15,-1 0 2 0,1 1-2 0,1-1 0 0,1 2 0 16,0-1 0-16,-3 0 3 0,2-2-2 0,-3 0 0 0,5 3 0 16,-2-3 1-16,-1-2 2 0,2 2-1 0,0 0 1 15,1 2-1-15,4-1-1 0,-1 0 3 0,-3-2-3 16,3 2 2-16,-1 0 0 0,3 1-3 0,-1-2 2 16,-2-1-1-16,0 1-1 0,-1 1 0 0,3-1 1 15,-1 0 1-15,0-1-3 0,-2 0 1 0,0 0-1 16,1 0 2-16,-2 0 3 0,4-1-3 0,-3 2 0 15,0-1 0-15,0 2 0 0,0-2 0 0,-1 1 1 16,2-2-3-16,1 4-1 0,-1 1 1 0,0-3 0 16,0 1 1-16,1 1 0 0,0 0-1 0,1 3 0 0,0-2 0 15,-2 0 2-15,4-2-1 0,0 3-1 16,0-3 0-16,2 2 0 0,-2-1 3 0,3-2 0 0,-1 3 1 16,1-2-1-16,-4 1 0 0,2-1 4 0,-2-1-4 15,0 1 2-15,1-2-2 0,-2 1 0 0,-1 0 2 16,1 0 1-16,0-1-2 0,-2-1 5 0,1 0 4 15,0-2 1-15,-1 1 2 0,1-1 4 0,-1-1 0 16,0-1-1-16,0 2 2 0,1-1-6 0,0 0 1 16,-2 0-2-16,2-1-1 0,-1 1-2 0,-1 1-5 0,2-3 3 15,-1-1 0-15,0 4-1 0,1-2-4 0,0 1 3 16,1-3-3-16,1 3-2 0,1-2 1 0,-3 3 1 16,0-1-3-16,4-2 2 0,0 2-1 0,0-2-2 0,-3 3 0 15,0-3 1-15,1 1 3 0,2 0-5 0,1 1 1 16,-5-2 0-16,3 1 2 0,-2 1-2 15,1-1 2-15,1 0-1 0,-3 0-1 0,0 0 1 0,0 0 0 16,4 0-1-16,-4 0 0 0,2 0 3 0,-2-2-2 16,1 1 0-16,1 2 0 0,-2 0 1 0,3-2 0 15,-3 0 0-15,2 2-1 0,-2 1-2 0,0 1 1 16,-1-2 1-16,0 0-1 0,3 1-1 0,-1 1 1 16,-1 0-1-16,2 1 1 0,0-1 0 0,1 2 0 15,3-1 0-15,-9 0 0 0,-3 0 0 0,-1 0-1 0,14-1 1 16,0 1 0-16,-3 0 2 0,1-1-2 0,0 3 2 15,-1-2-1-15,0-1 0 0,-6 0-1 0,2 2-2 16,0-1 2-16,-1 1-2 0,0-1 1 0,1-1 1 16,-2 0 0-16,-1 0 0 0,2-1 1 0,-1 0 0 15,1-1 1-15,2-3-2 0,-1 4 1 0,-1-2 0 16,1 0-1-16,-1 1 0 0,1 0 1 0,0 0 0 16,0 2-1-16,2-1 2 0,-2 0-2 0,2 1-2 15,0 0 1-15,1-1 1 0,1 1 0 0,-2-1 0 0,-4-2-1 0,8 3-2 16,-2 0 3-16,-6-1 1 0,3 1 0 15,-5-1-1-15,5 1 0 0,-5 0-2 0,3 0 3 0,-4 0 0 16,2 0 0-16,0 1 1 0,2 0 1 0,1-1-2 16,-1 0 7-16,1 0-3 0,-1 0 2 0,0 0 1 15,-1 0 0-15,2 0 1 0,-2 0 0 0,1 0 3 16,0 0 1-16,-2 0 2 0,-1 0 1 0,2-2 0 16,-1 1 3-16,1 1-3 0,-1-1 1 0,-1 0-1 15,1-1-4-15,0 0-1 0,0 1-3 0,-2 1 1 16,3 0-3-16,-1 0-1 0,0 0-1 0,1 0-1 15,-1 0-3-15,1 1 3 0,-1-1-1 0,3 1-1 16,-1-1-1-16,-1 0 2 0,0 1-2 0,3 0 1 16,-3-1 1-16,3 1-1 0,0 1 0 0,-4-1-1 15,2 0 0-15,1 2 0 0,-1-1 2 0,-2 2 0 16,-1-1-1-16,0 1-1 0,0-4 1 0,0 3 3 16,-1 0-2-16,-2-2-2 0,4 0 2 0,-2 1-2 15,-1-1 0-15,0 1 2 0,-2 0-2 0,-1 0 1 0,4-1 1 16,-5 0 1-16,0 3-2 0,2-3 2 0,-3 1-2 15,3 0 0-15,-2 0 3 0,3 2-1 0,-3 0-2 16,1-1 0-16,0 1 2 0,-1-2-1 0,0 2 0 16,0 1 1-16,0 1-1 0,0-4-1 0,1 3 1 15,-3-1 2-15,3 3-2 0,-1-4 1 0,0 0 2 16,0 0 0-16,1 1 0 0,-1-1-3 0,0-1 2 16,-2-1-1-16,5 4 0 0,-2-2 2 0,-1 2-5 15,2 0 0-15,1-1 0 0,-3 1 1 0,2 0-1 16,-2-3 1-16,2 2-1 0,-2 1-1 0,1-4 1 15,-2 2 1-15,0 1 1 0,1-2-2 0,0 1 2 0,-1-2 0 0,2 1 0 16,-2 0 1-16,-1 0-2 0,2 0 0 0,0 0 0 16,1 1 1-16,-1 1-2 0,0-2-1 0,0 0 1 15,-1 2 0-15,3-1-1 0,-2-1 0 0,1 1 2 16,-1-1-1-16,-1 1 0 0,3 0 3 0,-2-1-3 16,0-2 2-16,-1 2 2 0,0-2 0 0,0 2-2 15,0-1 4-15,0-1 2 0,1 0 0 0,-2 2 3 0,0 0-2 16,1-1 3-16,-1 0-1 0,1-2 0 15,-1 1-1-15,0 0 0 0,0 0 0 0,0 0 1 0,0-1 0 16,0 0 0-16,0 0-1 0,0 1 3 0,0 0-2 16,0 0-3-16,0 0-2 0,0 0 0 0,0 1 1 15,0-1-4-15,-1 0 1 0,1 0-2 0,0 0 2 16,0-3-1-16,-1 3 1 0,1-1-1 0,0 0-2 0,0-1 0 16,-2 1 0-16,2-3 2 0,-1 0-3 0,1 3 0 15,0-2 2-15,0 0-1 0,0-2 0 0,0 0 0 16,0 2 0-16,0 0-1 0,0 1 1 0,0-2 0 15,0-1 1-15,0 2-1 0,0-2 0 0,0 2-1 16,0-2 0-16,0-1 2 0,0-1-1 0,-1 2-1 16,0 0-1-16,0-2-1 0,1 3 0 0,0-1 2 15,-1 0 0-15,1 1-1 0,-2-1-1 0,2 1 1 0,0-1 1 16,0-1-2-16,0 3 2 0,0-3 0 0,0 1 0 16,0 0 0-16,0-1-2 0,0 2 2 0,0-1-2 15,2 1 3-15,-2-4-1 0,1 3-1 0,-1-1 1 16,2 0 0-16,-2 1 0 0,2 0-3 0,-2-1 4 15,2 1-1-15,-1 0 0 0,0 0 0 0,1-1 0 16,-1 1 1-16,1 1-1 0,-1-3 1 0,1 4-2 16,0-2-2-16,0 3 0 0,1-2 2 0,-2 2 1 15,0 0-2-15,0-1 2 0,2 1-1 0,-1 0 1 16,1 1 0-16,-1 0 1 0,0-2-1 0,1 1 0 16,1 0-2-16,-1 2 1 0,2-1 0 0,-1 1-1 15,0-1 1-15,3-1-2 0,-2 2 2 0,2-2-1 0,2 2 2 16,-3-4 0-16,2 3 0 0,0-1 0 0,0 0 0 0,2 0 0 15,0-1-1-15,0 1 1 0,1-2 0 0,-2 2-3 16,1-2 3-16,0 2-2 0,1 0 3 0,-2-1-1 16,2 0-1-16,-1 1 0 0,1 0 0 0,-1 0 2 15,-3-1-1-15,2 0 0 0,0 2-1 0,0 0 1 16,1 0 0-16,-2 1 0 0,0 0-1 0,0 0 1 16,2 0-2-16,-4 0 2 0,4 0-2 0,-2 1 1 15,-2-1 0-15,1 0 1 0,0 0 1 0,1 0-1 16,0 0 0-16,-3 1 0 0,2-3 2 0,-1 2-1 15,1-1-1-15,1 0 0 0,-2 1 0 0,0-1 0 16,0 0 1-16,1 1-1 0,0 1-1 0,0-1 1 16,0 1 0-16,-2-1 0 0,3 1 0 0,-1-1-1 15,0 0 1-15,1-2-1 0,1 2 0 0,0-1 0 16,0 0 1-16,2 0 0 0,-3-2 0 0,1 0 0 16,0 3 0-16,2 0 0 0,-2-2-1 0,1 2 1 15,1-1 0-15,0 1 0 0,1-2 0 0,-2 1-1 0,1 1-1 16,1 0 2-16,1 0 1 0,-2-2-1 0,-1 2 0 15,-2 0-1-15,3 2 2 0,1-2-1 0,-1 0 0 16,-1 0 2-16,-2-2-2 0,-1 2-1 0,2 0 1 16,2 2 1-16,-4-2-1 0,-1 0 0 0,2 1 0 15,0-1-3-15,-1 3 1 0,1-2 2 0,-4 1 0 16,0-1-1-16,2 3 1 0,0-1-1 0,-1-1 1 16,2 1 1-16,-1 1 0 0,-1-3 0 0,1 2-1 15,1 0 0-15,-3-2 0 0,2 2 1 0,-4-2-1 0,3 2 0 16,-1-3 1-16,0 1-1 0,-1 1 1 0,1-1 0 15,-1 2-1-15,1-2 0 0,-1-1-2 0,3 1 1 16,-4 0 2-16,3 0-1 0,-2-1 0 0,1 1-2 0,1 0 2 16,0 1 0-16,2 0 1 0,-3 0 0 0,1-2-1 15,2 1 0-15,-2 0 1 0,3-1 0 0,1 1-1 16,-4-1 0-16,2 0 0 0,2 0 0 0,-2 0 0 16,3 0 0-16,-1 0 0 0,0 0 0 0,0 1-1 15,0-1 1-15,0 0 0 0,2 0 0 0,-1 0 1 16,-1 0-2-16,1 1 1 0,2 0-2 0,-4 0 2 0,2 0 1 15,0 0 0-15,-3-1-3 0,2 3 1 0,1 0 1 16,-2-2 0-16,3 2 0 0,-1-1-1 0,-1 2 0 16,-3-3 1-16,6 4 0 0,-3-3 0 0,0 2 1 15,-3-2-1-15,2-1 0 0,-2 0 0 0,3 2 0 16,1 1 0-16,-4-3 0 0,2 1 1 0,1 1-2 16,1 2 0-16,-1-1 1 0,-1 0 0 0,1 1-1 15,1-1 1-15,0 3-1 0,-2-1-1 0,0-1 3 16,1 0-1-16,-1 1 0 0,3-3 0 0,-4 1 2 15,1-3-1-15,0 4 0 0,0-3 0 0,1 1-2 16,-1 1 2-16,0-2-1 0,-2 1 0 0,2 1-2 16,-1-1 2-16,0-1-1 0,1 0 0 0,-1 2 1 15,2 1-1-15,-2-2 1 0,0-1 1 0,1 3 0 0,-4-2-2 0,6 0 2 16,-1 3 1-16,-2-6-1 0,1 2-1 0,0 0 0 16,1 0 0-16,-2 0-1 0,4-2 1 0,-4 1 1 15,1 2-2-15,-3-2 1 0,5-1 1 0,-2 0 1 16,-1 2-2-16,3-2 1 0,-2 2 1 0,-1-2-2 15,2 0 2-15,0 0-2 0,0 0-1 0,0 1 1 16,-3-1 1-16,4 0-1 0,-5 0 0 0,0 0 1 16,2 1-2-16,-1 0-1 0,-1 1 3 0,2-2-3 15,0 0 1-15,-3 1 1 0,1-1 0 0,3 0-1 16,-4 0 1-16,3 0 0 0,0 0 0 0,-2 1 1 16,1-1 1-16,-1 0-1 0,0 0-3 0,3 0 2 15,-1 0 0-15,-2-1 0 0,2 1 0 0,-2-1 0 0,2-1 0 16,2 1 0-16,-3 0 1 0,0 0 0 0,1 0-1 0,1 0 1 15,0 0-1-15,-1-2 1 0,1 1-1 0,-2 0 0 16,2 0 0-16,0 2 0 0,-1-5 2 0,1 4-2 16,0-1 0-16,-1 1-1 0,1 0 1 0,2 1-1 15,1 0 1-15,-2-3-1 0,-1 3 1 0,1-1 1 16,1-2-1-16,-2 2 0 0,0-2 1 0,-1-2-1 16,1 3 0-16,-1 1 3 0,2-3-3 0,-1 1 0 15,3 0 1-15,-1-3-1 0,-1 5 1 0,0-2 1 16,0 0-1-16,-2-2-1 0,1 3-1 0,-2 0 2 0,-3-1-2 15,5 1 0-15,-3-3 0 0,2 3 1 0,2-2 0 16,-3 0 1-16,1 2 0 0,-2 0-1 0,4 0 3 16,-6-3-1-16,4 3 0 0,-5 0-1 0,1-2 1 15,2 2-1-15,-2-2-1 0,1 0 2 0,0 1 0 16,-2 2-2-16,1-3 1 0,0-1 2 0,0 3-1 16,-2-1 0-16,0 0-1 0,-1 1 0 0,0-2 1 15,0 0 1-15,0 2-2 0,0-1 0 0,1 1-1 16,-1-1 1-16,0 1 1 0,0 0-1 0,0-1 0 15,0 1 0-15,2 0 0 0,-2-2 0 0,0 2 0 16,0-2 0-16,0 1-1 0,2-1 0 0,-1 1-1 16,0 0 0-16,0 0 1 0,1 0-1 0,-1-1-1 15,0 1 2-15,1 0 0 0,-2-2 0 0,0 1 0 16,2-2 0-16,0 2 0 0,1 0 0 0,-1-1 0 16,-1 1-2-16,1-2 2 0,-1 1 0 0,2 1 0 15,-2-1 0-15,1-1-1 0,-1 0 1 0,0 0 0 0,1-1 0 16,0 3 2-16,-1-3-2 0,0 0 2 0,0 2-1 15,2 0 1-15,-2 0-2 0,-1 0 0 0,1-1 0 16,-1 2 0-16,0-2 0 0,0 3-1 0,2-1 1 16,-2-1-1-16,0 0 1 0,0 2 2 0,0 0-1 0,-2 0-1 15,2-2 1-15,0 1 2 0,-2 1-4 0,2 0 1 16,-1-1 0-16,1 2 0 0,-3-3-2 0,3 2 1 16,-1-2 0-16,1 3 1 0,0 0 0 0,0-2 0 15,0 2-1-15,-1-1 1 0,1 2 0 0,0 1 0 16,0-3 0-16,0-1-1 0,0 1 0 0,-1 2 1 15,1-1-1-15,0 0 1 0,0-2 0 0,-1 1-1 16,1 1 2-16,0 0-1 0,0 2 0 0,0-3 1 0,0 1-1 16,-2 0 0-16,2 0 0 0,0 2 1 0,-1-3-1 15,0 3 0-15,1-4 0 0,0 4 0 0,0 0 0 16,0-1 1-16,0 0-1 0,-2 0 0 0,2-3-1 16,2 4 0-16,-2 0 0 0,0 0-14 0,0-1-9 15,0 1-19-15,2 0-18 0,1 3-87 0,0-3 112 16,0 2-72-16,2-2-45 0</inkml:trace>
  <inkml:trace contextRef="#ctx0" brushRef="#br3" timeOffset="198999.83">13088 15983 52 0,'0'-2'47'0,"0"1"-5"0,0-2-16 0,0 0 14 0,0 2 2 15,0-2-2-15,0-1-2 0,0 0-2 0,0 1-6 16,0 0-5-16,0 1-3 0,0-1-4 0,0 1-11 16,2 0-1-16,-1 2-3 0,1-1-1 0,-2 0-2 15,1 1 1-15,-1 0-2 0,3-1 1 0,-3 1 1 16,1 0-2-16,-1 0 1 0,0-1-1 0,1 1 1 15,-1 0 0-15,0 0 0 0,0 0 0 0,0 0 0 16,0 0 1-16,0 0 2 0,0 0-1 0,2 1-1 0,-2 0 0 16,0 1-1-16,0-1 3 0,-3 1-1 15,3-1 4-15,0 2-1 0,-1-1 1 0,-1-1 7 16,1 0 0-16,1 1 4 0,-1-1-2 0,1 2 5 16,-1-2 0-16,-1 0-2 0,0 0 1 0,2 1-4 15,-2-1-1-15,2 1 1 0,-1-1-3 0,1 0-2 16,0 2-4-16,0-2 1 0,0 0-1 0,0 1-2 0,0-1 1 15,1-1 0-15,-1 1-1 0,1 0 1 0,-1 0 0 16,0 2-1-16,1-1 2 0,-1-1 0 0,2 1-3 0,-2 0 3 16,0 0 2-16,1 1 1 0,0-2 1 0,0 1 3 15,-1 0 1-15,0 0 3 0,1 0 0 0,-1 2-1 0,0-1-1 16,0 0-3-16,0 1-1 0,0-2-1 16,1 2-2-16,-1-1 1 0,2 1-1 0,-2 0-1 0,1 1 0 15,-1-1 0-15,1 1-1 0,-1 2 1 16,2-3-2-16,-2 1 0 0,0-1-1 0,1-1 0 0,0 3-3 15,-1-3 3-15,1 0-2 0,0 3 0 0,0-3 0 16,1 3-3-16,0-2 1 0,-1 0 2 0,1 3 0 16,-1-2-2-16,0 1 1 0,-1-3 0 0,1 2 0 15,0-1 3-15,-1 1-3 0,0 1-1 0,0-3 0 16,0 0 2-16,0 1-2 0,0 1 2 0,0-1 0 16,0-1-1-16,0 1-1 0,0-1 1 0,0 1 2 15,-1 0 1-15,1 1 2 0,-1-2-2 0,0 0 6 16,0-2 0-16,-1 0 2 0,2 1 2 0,0 2-5 15,-1-3 1-15,0 1-4 0,0 0 3 0,-1 3-5 16,1-1-2-16,1 1 0 0,0-1-1 0,-1-1 2 16,1 1-3-16,0 1 2 0,0-1-2 0,0-1 1 15,0 0 1-15,0-1 1 0,0 1-1 0,-1-2-1 16,-1 0 1-16,2 0 1 0,0 2-2 0,-2-1 0 16,2 0 1-16,0 0-3 0,0 1 1 0,0 1-1 0,0-1 2 15,0 0-1-15,-1-2 3 0,1 3-3 0,-1-2 0 16,1 0 2-16,-2-1 0 0,1 0 2 0,0 0 0 15,1 3-3-15,0-3 0 0,-1 0 2 0,1 0-2 16,0 1 3-16,0-1-3 0,0 1-1 0,-1-1 0 16,2 1 0-16,-1-1 1 0,0 0-1 0,0 1 0 15,0-1-1-15,0 0 1 0,0 1 2 0,-1-1 0 16,0 2-1-16,1-2 1 0,-2 0-1 0,2 0 0 0,-1-1-1 16,1 2 2-16,0-2-1 0,-1 1-1 0,1-1 2 0,0 0-3 15,-1 0 1-15,1 0 0 0,0 1 3 0,0-1-3 16,0 0 0-16,0 0 1 0,0 0-1 0,0 1 3 15,0-1-3-15,0 1 1 0,0 1-1 0,0-2 1 16,0 0-1-16,0 1 1 0,0-1-1 0,0 0 2 16,0 0 0-16,0-1 0 0,0 1 1 0,0 0-1 15,0 0 2-15,0 0-3 0,0 0 0 0,-2 0-1 16,2 0 0-16,0-2 2 0,-1 2-1 0,1 0 0 16,0 0-1-16,-1 0 0 0,1 0 1 0,0 2 1 15,0 0 0-15,-1-2-3 0,1 0 0 0,0 1 0 16,-1-1 1-16,0 1-1 0,-1-1 1 0,1-1-1 15,0 1 1-15,1 0 0 0,-2 1 0 0,1-1 0 16,0 0 0-16,1 0 0 0,0 1 0 0,0-1 0 16,0 1 0-16,0-1-1 0,0 0 1 0,0 1 0 15,0-1-1-15,0 1-1 0,0-1 2 0,0 0 0 16,0 1 0-16,0 1 1 0,0-1-2 0,0 0 2 0,0 0-1 16,-1-1 3-16,1 0-3 0,0 1 0 0,0-1 1 15,-1 0 0-15,0 0 1 0,1 0-2 0,-2 1 1 16,2 0-1-16,0 1 0 0,-1-1 0 0,0 0 0 15,1 2 0-15,-1-3 0 0,1 1 0 0,0 0 0 16,0-1 0-16,-2 0 0 0,2 0-2 0,0 0 0 16,0 2 2-16,2-1-1 0,-2 0 0 0,0 0 1 15,1 0-2-15,0 1 2 0,-1-1 0 0,0 0-1 16,1-1 0-16,-1 1-2 0,0 0-1 0,0-1-1 16,0 2-2-16,2-2-3 0,-1 1-7 0,-1 0-5 15,1 0-7-15,0-1-3 0,1 0-9 0,1 0-11 0,-2 0-39 16,-1 0-22-16,2 0 77 0,-1 0-54 0,1 1-21 0</inkml:trace>
  <inkml:trace contextRef="#ctx0" brushRef="#br3" timeOffset="200822.8">13543 16210 78 0,'-1'-2'64'15,"0"-3"-12"-15,0 4-21 0,-1-4 16 0,1 1 1 16,-1 0-3-16,2 1-3 0,-2-1 0 0,1 3-5 15,0-2-2-15,0-2-1 0,0 2-1 0,1 1-9 0,-1 0-3 16,-1-1 1-16,0-3-3 0,2 3-3 0,-2 1-3 16,0-1-3-16,1-1-1 0,-1 2 0 0,0-1 0 15,1-1-1-15,-1 4 0 0,-1-2 0 0,2 1 0 16,1 2 1-16,-3-1-3 0,1 0 1 0,1 0-1 16,-3 0-1-16,2 0-3 0,0 1 1 15,1-1 0-15,1 1-1 0,-3 1 0 0,-2-2 1 0,3 3 0 16,-1 1 0-16,2 0 1 0,-5-1-3 0,3 0 2 15,-4-1 0-15,6 2 0 0,-4-2-3 0,1 0 3 16,1 0-2-16,0 1 0 0,0 1 1 0,2-2-1 0,1 3-1 16,-4-1 3-16,1 0-1 0,0-1-2 0,-1 0 0 15,1-1 1-15,1 1 0 0,-1 0-3 0,0-1 2 16,1 0-1-16,1 1 0 0,1-1 1 0,0 2 0 0,0 0 0 16,0-2-1-16,-1 0 2 0,0 0-1 0,-1 2 0 15,2-1 0-15,0-1 1 0,0 0-1 0,0-1 0 16,-2 2 0-16,3-1 1 0,-1-1 0 0,-1-1 0 15,-3 1 0-15,3 0-1 0,-1-1 0 0,2 0 0 16,2 2 0-16,2 0 0 0,-1-1-1 0,0 2 1 0,1-3 0 16,2 1 1-16,-2 1-1 0,1-1 0 0,-4-1 2 15,1 0-1-15,-2 0 0 0,4 1-2 0,-1-1 1 16,-1 1 1-16,0-1 0 0,-1 1 1 16,2-1-1-16,2 0-2 0,-1 1 0 0,-1-1 3 0,1-1-3 15,0 1 1-15,-1 0 0 0,3 0-2 0,-4-1 1 16,-2 0 1-16,1-1 2 0,2 2-2 0,1 1 2 15,-1-1-2-15,-1-1 0 0,-1 0 0 0,-1 1 0 16,5 1 2-16,-3-1-2 0,-2 0-2 0,0 0 1 16,0 0 1-16,0 0-2 0,2 1 3 0,0-1-3 15,0 1 1-15,-2 2 0 0,3-1 1 0,-1 0 0 16,-1 0 1-16,-1 0-1 0,2 0 0 0,0 0 0 16,0 0-1-16,-1-1 1 0,1 1 0 0,0 0 0 15,0-1 0-15,-1 1 0 0,1 0 0 0,-1 1 0 0,0 0 0 0,1-1 0 16,0 0-1-16,-2 2 1 0,1-2 1 0,-1 3 1 15,2 0 0-15,-1-1 0 0,-1 0 0 0,1 1 2 16,-1-1-3-16,0 1 1 0,0-4 1 0,0 3 1 16,0-3-3-16,-2 0 1 0,2 1 1 0,-2 1-1 15,1-1 3-15,0 0-1 0,-2-1-1 0,0-1-1 16,2 1 2-16,0 1 0 0,-2-2 0 0,0 1 0 16,1-1-1-16,0 0 2 0,-1 2-1 0,3-1 2 15,-1 0 0-15,-3 0-1 0,1-1-1 0,2 0 0 16,0 0-1-16,-2 1-1 0,-1-1 0 0,2 0-1 15,-1 0 1-15,3 0-1 0,-3 0-1 0,-1 0 1 16,3 0 2-16,0 0-3 0,0-1 0 0,1 1 2 0,-1 0-2 16,-1-1 0-16,0 0 0 0,0 1 2 0,1 0-2 0,-2 0 0 15,-1 0 2-15,-4-1-2 0,5 1 1 0,-1 0 0 16,0 0 0-16,-1 1-2 0,-1 0 2 0,2-1-1 16,4 0-1-16,-6 1 1 0,2-1 0 0,1 0-2 15,-1 0 2-15,3 1 1 0,-1-1-1 0,-4 0 0 16,6 0-1-16,-2 1 0 0,2 0 1 0,-2-1-1 15,1 1 0-15,1 3-1 0,-2-3 2 0,2 1 0 16,0 0-1-16,1 0 1 0,-1 0 0 0,0-1-3 0,0 2-14 16,-1 0-49-16,2 0-41 0,-1 1 82 0,0-1-60 15,2 1-37-15</inkml:trace>
  <inkml:trace contextRef="#ctx0" brushRef="#br3" timeOffset="201510.23">13668 16209 101 0,'0'-4'75'0,"-3"3"-26"0,3-1-29 15,-1 0 18-15,1 2-9 0,0-1-16 0,-1 1-1 16,1 0-1-16,0 0 1 0,1-1 2 0,-1 1 5 16,1 0 0-16,-1 0 1 0,0-1-3 0,0 1 1 15,0 0-3-15,0 0-4 0,0-1 0 0,2 1-1 16,-2 0-2-16,1 0 1 0,0 1 2 0,0-1-1 15,0 2 2-15,-1 0 3 0,0-1 0 0,0 2 0 16,0-3 2-16,0 3 0 0,1-3-1 0,-1 2 0 0,0 1-3 0,0-1 2 16,0 2-3-16,0-3-3 0,2 2-2 0,-2-1 0 15,0 1 0-15,1 1-2 0,0-1-3 0,-1-1 1 16,2 3-1-16,-2-2 0 0,0 1-1 0,1 1 0 16,0-2-1-16,-1 1 0 0,1-1 1 0,-1 1-1 15,0-2 1-15,1 1 0 0,-1 1 1 0,0-1 0 16,1 0 2-16,-1-1 1 0,0 1 1 0,0 0 2 15,2-1-1-15,-2 0-2 0,0 0 0 0,0 2 2 16,0-1-2-16,0 0-3 0,1 1 1 0,-1-2-1 0,0 0 0 16,0 2 2-16,0-3-1 0,0 1-1 0,0-1 1 15,0 0 1-15,0 1-3 0,1-2 0 0,0 1 1 16,-1-1-6-16,2 1-8 0,-1 0-10 0,0 0-43 16,0-1-29-16,0 0 70 0,-1 1-54 0,1 2-30 0</inkml:trace>
  <inkml:trace contextRef="#ctx0" brushRef="#br3" timeOffset="202459.18">13597 16226 13 0,'-4'-2'38'16,"2"1"0"-16,0-2-16 0,1-1 6 0,0 4 9 16,1 0-3-16,0 0-2 0,0 0-1 0,0 0-1 15,-1-2-1-15,1 2-2 0,1 0-1 0,-1-1-5 0,0 1-2 16,0-1-6-16,1 1-2 0,0 0-1 0,0 0 3 15,0 0 2-15,2 0 4 0,-2 1-1 0,-1-1 3 16,2-1 2-16,-2 1-1 0,2-2-1 0,0 1-2 16,-1-1-6-16,3-2-1 0,-1 4-2 0,0-1-3 15,2-1-5-15,-1 2 1 0,-1-1-2 0,3 1 2 16,0-1 3-16,1-1 0 0,-2-2 2 0,2 3 0 16,1 0 6-16,0-2 0 0,1 0 1 0,-1-2 0 15,1 3 0-15,-1-1-1 0,2 2-1 0,-1-3 0 16,-1 1-3-16,1 3-4 0,1 0 0 0,-1-2-1 15,1 2-2-15,-2 0-1 0,-1-1-2 0,5 1 0 16,-1 0 0-16,-1 0 0 0,0 1 3 0,-1 1-4 16,1-2 0-16,-2 2 1 0,-2 2 0 0,0-2 2 15,2 0 2-15,-4 1-1 0,-1 0-1 0,2 1 2 0,-1-1 2 16,2 0-2-16,-2 0 1 0,1 1-3 0,-4 1 1 16,5 0 0-16,-3-3-1 0,2 3 0 0,-3 0 0 15,0-1 1-15,-1 2-2 0,1-3 3 0,-2-1 1 16,1 1 0-16,0 3 4 0,-2-3-2 0,1 2-1 15,0-2 1-15,0 0 0 0,0 3-2 0,-3-1-1 16,3 1-3-16,-1-2 2 0,1 0-1 0,0 2-1 16,1 0-2-16,-2-1 2 0,1 0 2 0,0 1-1 15,-1-2-1-15,1 0 0 0,1 1 2 16,-1-2 1-16,-5-1 1 0,3 2-2 0,2-1-2 0,-5-1 3 16,5 0 0-16,-1 0-2 0,-4 1-1 0,5-1 1 15,0 1-1-15,0-1-1 0,0 0 1 0,0 0 0 16,-2 0 0-16,1-1 4 0,-2 0-2 0,1 1 0 0,0-2 0 15,-2 0 3-15,1 1-3 0,-1-1-1 0,-1 0 3 0,1 0-4 16,-1-2 0-16,3 1 0 0,-3 0 1 0,1 1-2 16,1-2 3-16,0 2-2 0,6 0-2 0,-8-1 1 15,5 1 3-15,-2 0-1 0,0 0-2 0,-4-2 2 16,1 2-2-16,-5-1 1 0,1 1 2 0,6 0-3 16,-10 0 0-16,6 0 0 0,-5-1 0 0,6 1 0 15,-1 0 0-15,-3 0 0 0,0 0-2 0,-2 0 2 16,6 1 1-16,-2-1-1 0,0 4 0 0,2-4 0 0,-1 2 0 15,4 0 0-15,-4-1 0 0,4 2-2 0,-1 0 1 16,0-1 1-16,1-1 0 0,1 1 0 0,0 0-2 16,1 0 1-16,1 1-1 0,-1-3 2 0,1 2 0 15,1-2-2-15,-1 1-1 0,1 0 2 0,1-1 0 16,-2 0 1-16,0 0 1 0,1 1-1 0,-1-1 1 16,0 0-1-16,0 0 1 0,0 0 0 0,0 0 0 15,0 0 0-15,2 1-1 0,-2-1 0 16,0 0 0-16,0 0 0 0,2 2 1 0,-2-2-1 0,0 0 0 15,0 0 0-15,-2 0 0 0,1 0-4 0,1 2-4 16,-2-2-3-16,0 1-8 0,0 0-24 0,0 0-19 16,1-1-20-16,1 0-26 0,-1 2 70 0,0 0-55 15,1-1-16-15</inkml:trace>
  <inkml:trace contextRef="#ctx0" brushRef="#br3" timeOffset="206231.27">13427 16706 44 0,'2'-1'34'0,"0"1"-13"0,-2-4-8 0,0 4 8 0,-2 0-4 16,1-2-3-16,-1 2 3 0,2 0-3 0,-1-1 3 16,0-1-1-16,1 1-3 0,0 1-1 0,0 0-2 15,0-1-2-15,0 1 1 0,0 0 1 0,-2 0 3 16,1 0 1-16,-2 0 2 0,5 1 0 0,-7 0 0 15,5-1 2-15,0 1-2 0,-2-1 2 0,2 1-5 16,-2 0-2-16,1-1 0 0,1 0 0 0,-1 0 1 16,1 0-4-16,-3 0-3 0,3 0-2 0,0 2 3 15,3 0-4-15,-3 0-1 0,0 0 1 0,-3-1-3 0,3 0 1 16,0 0 2-16,0 0 0 0,-3 0 1 0,1 1 1 16,2-1 4-16,-4 0-1 0,5 0 3 0,-2 1 1 15,1 0-1-15,0-1 1 0,-3 0 0 0,-3 0 2 16,3 1-1-16,-1-1 1 0,1 2 0 0,-4-3-1 15,1 2 1-15,4 2-2 0,-4-2-1 0,7 1 0 16,-2-1-1-16,-1 0 2 0,-2 2 1 0,2-3 1 16,-2 1 0-16,-1-2 0 0,5 3 1 0,-6-1-2 15,4 0-1-15,0 1-3 0,1-2-3 0,0 1 0 16,1 0-5-16,0 0 2 0,0 1-1 0,0-2 0 16,0 1-2-16,0 0 2 0,0 0-1 0,-2-1 0 15,5 1 0-15,-2-2 2 0,3 3-2 0,-1-2 2 16,2 0 0-16,-2 0-1 0,3 1-1 0,-4-1 3 15,0 0 1-15,2 0-1 0,-1 1-1 0,-2-2-1 0,1 0 0 16,0 0-1-16,1 1 0 0,2-1 0 0,0 1-2 16,-2 2 1-16,2-2 0 0,0 0 1 0,1 0 0 15,-2 0 2-15,1 2 0 0,-2-3-2 0,-3 0 0 0,6 0 0 16,-3-2 0-16,-1 2 0 0,0 0 2 0,3 0 0 16,-3 0 5-16,3 2 1 0,-2-2 4 0,-2 0 0 0,4 0 0 15,-2 0 5-15,-3-3-2 0,0 3-1 16,2-1-2-16,1 0-1 0,0-1-1 0,-2 1-2 0,-1-2-1 15,0 0-3-15,4 2-1 0,-4-2 2 0,0 1-3 16,2 0 0-16,-1-1-2 0,2 1 2 0,0 0-2 16,-2 0 1-16,-1 0 0 0,3 0-1 0,1 0 0 15,-2 1 0-15,0 1 0 0,0-2 0 0,1 0 0 16,1 1 0-16,-2-1 1 0,0 1-1 0,-2-3 1 16,2 1-1-16,2-1-1 0,-3 0 1 0,-1 3 1 15,3-2-1-15,-3 1 0 0,3 0 1 0,-3 0-1 16,0 0 2-16,0 2-2 0,0 0 0 0,0-1-1 15,1 0 2-15,-1 0-2 0,0 0 1 0,0 0 1 16,0 0 0-16,-1-1-1 0,1 0 1 0,-2 0 2 16,1 0-3-16,-1 2 1 0,1 0-1 0,-2-2 0 15,3 1 0-15,0 1 0 0,-2-2 0 0,2 2-1 16,0 0 1-16,-1 0 1 0,-1-4-1 0,2 4 1 0,-1-2-1 16,-3 0-1-16,2 2 1 0,-1-1 0 0,1 1 0 15,-1-1-2-15,2 1 2 0,-4 0 0 16,5 1-2-16,-1-1 2 0,-1 0 0 0,2 0 3 15,-6-1-4-15,6 0 1 0,-1 2 0 0,-1-1-1 0,-2 0 1 16,4 0 0-16,-2 0-1 0,-1 0 1 0,3 2-2 16,0-1 2-16,-2-1 0 0,1 0 0 0,-4 1 2 15,4 0-2-15,-1 0 0 0,-1 0 0 0,3-1 2 16,-6 0-2-16,1 2 0 0,4-2 0 0,-1 0-2 16,-4 1 0-16,3-1 2 0,3 3-3 0,-4-1 2 15,6 1-1-15,-4-3 0 0,2 4 0 0,0-1-1 0,0-1-6 16,-2 0-6-16,-1 0-4 0,1 1-5 0,-3-1-7 0,4 1-21 15,-3 0-13-15,4-1-10 0,0 2-11 0,1-2 53 16,-1 1-40-16,0 0-8 0</inkml:trace>
  <inkml:trace contextRef="#ctx0" brushRef="#br3" timeOffset="207342.18">13583 16743 95 0,'0'0'58'0,"-1"0"-21"0,1 0-15 15,0 0 10-15,0 0 0 0,-1 0-2 0,1 1 1 0,0-1-5 16,-2 1-2-16,2-1-1 0,0 0-3 0,0 0-1 16,2 1-4-16,-2 0 5 0,1-1 1 0,0 2-2 15,0-1 1-15,-1 1 0 0,2 0 3 0,-2-2 0 16,1 0 4-16,1 1-5 0,-1 0 2 0,0 0 0 15,-1 0 1-15,2 0 1 0,-1-1-4 0,0 2-1 16,1-2-3-16,-2 1-2 0,0-1-8 0,1 0 3 16,0 0-5-16,-1 1 0 0,0-1-4 0,1 1 0 15,-1-1-1-15,0 1 3 0,0-1 0 0,0 0-2 16,0 0-1-16,0 0-1 0,0 0 3 0,1 0 0 16,-1 0-1-16,0 1 0 0,0-1 0 0,1 1-1 15,-1 0 2-15,0 0 2 0,0-1-2 0,0 0 1 16,0 0-2-16,-1-1 1 0,1 0 2 0,0 1 3 0,0-1-6 15,0 1 0-15,-1-1 3 0,1 1-1 16,0-1 0-16,-1 0 2 0,0 0-5 0,0-2 0 16,1 1 2-16,0 0-1 0,0 0-1 0,0 0 0 0,0 2 0 15,0-2-1-15,0-1 0 0,0 1 0 0,1 1 0 16,-1-1 0-16,0 1 0 0,0-1-2 0,0 0 2 16,0-1 0-16,0 3 1 0,0-2 0 0,0 0-1 15,0 1 0-15,0 0 0 0,0 0 0 0,0-1 1 0,0 1-2 16,1 0 0-16,-1 0 0 0,0 0 2 0,0 1-1 15,1-1 0-15,-1 0-1 0,2-1 0 0,-2 1 1 16,1 1-1-16,1 0 1 0,-1 0-4 0,0-1 2 16,-1-1-1-16,2 2 3 0,-1-1-2 0,1 1 2 15,-1 0-1-15,0-2 0 0,2 1 2 0,-2-1-2 0,1 1 2 16,-2 0-2-16,1 1 1 0,1-3-2 0,-1 3 1 16,1-1 1-16,-2-1 0 0,3 1 0 0,-2 0-2 15,1 0 2-15,-1-2-1 0,0 2 2 0,1-1 0 16,1 2-1-16,-1-1-1 0,0-2 1 0,-2 1 2 15,1-1-2-15,2 3 1 0,-1 0-1 0,0-3 0 16,0 3 0-16,0 0 2 0,0 0 0 0,-1 0-2 16,1 0-1-16,-2 0 2 0,3 0-2 0,-2 0-1 15,0 0 2-15,-1 0 0 0,2-2 0 0,0 3 1 16,-1-2 0-16,0 0 0 0,2 0 1 0,-3-2 2 16,2 1-2-16,0-1 1 0,0 3 0 0,-1-1 2 15,3 1 0-15,-3 0-2 0,1-1 2 0,0 1-2 16,-1-1 1-16,1 1 0 0,0-2-1 0,1 0-2 0,0-1 0 15,-2 2 1-15,2 0 2 0,1 1-4 0,-2 0 0 16,1 0 0-16,0-2 0 0,0 2 3 0,-2-1-3 16,2 0 2-16,-1 0-2 0,0-2 2 0,1 1-2 15,-1 0 0-15,-1 2 0 0,3 0 1 0,-2-1 1 16,1 0-2-16,-2 1-1 0,2-1 1 0,-2 1 1 16,1 0-1-16,-2-1 0 0,1 1-1 0,2 2-1 15,-2-2-8-15,0 1-30 0,-1 0-22 0,0-1-26 16,1 0 63-16,-1 4-63 0,2-3-36 0</inkml:trace>
  <inkml:trace contextRef="#ctx0" brushRef="#br3" timeOffset="-205535.94">13062 16913 50 0,'0'-2'64'0,"0"-2"-13"16,1 2-21-16,-1 0 15 0,2-1 3 0,-2 0-2 0,0 1-1 15,0 0-13-15,0 0 0 0,2 1-2 0,-2 0 0 16,0 0-3-16,0 1-5 0,1-3-1 0,-1 3-1 16,0-1-1-16,0 1-4 0,0-1-2 0,-1 1-4 15,1 0-1-15,0 0-6 0,-2 0-1 0,2 2-1 16,0-2-1-16,0 1 0 0,-1 1 1 0,1-1 0 16,0 0 1-16,0-1 2 0,-2 1-1 0,0 0 2 15,2 1 0-15,-1-1 0 0,0 1 0 0,0 2 1 16,0-2 2-16,0 1 2 0,1 0 3 0,-2 1-1 15,0-2 2-15,-1 1 4 0,1-1 1 0,0 2 0 16,0-1 2-16,0 0-1 0,-2 1 2 0,0-1-1 16,-2 1 0-16,4 2-3 0,-2-2 1 0,-2-1-2 15,-1 3-2-15,2-1-1 0,2 3 0 0,1-3-3 16,-1 2 2-16,-4-3 1 0,4 2-1 0,-4 2 2 16,4-2-1-16,-1-3-1 0,-3 2-2 0,3 0 2 0,-3 1-3 15,4-1-1-15,-1 2-7 0,1-2 0 16,-2 1 2-16,1 0-1 0,-1 0 0 0,2 1-2 0,-2 1 2 15,0-1-2-15,0 0 2 0,0 0 0 0,1-1 0 0,1 3-2 16,-3-1 0-16,0 2 0 0,2-4-1 0,1 2 2 16,-4 0-1-16,7-1 0 0,-4 1 0 0,0-1 1 15,3-3-1-15,-1 2 0 0,1-1 1 0,-2 0-1 16,1 0 1-16,-3 0 0 0,4 0-1 0,1-1 2 16,1 0-2-16,-2 1 0 0,1 0 1 0,-1-2-1 15,1 2 0-15,1-1 1 0,-1 1 0 0,-2-1-2 16,2 0 2-16,1 0 0 0,-2 1-1 0,1-2 0 0,0 3 2 15,0-2-2-15,1 1 0 0,-1-2 0 0,0 1 0 16,-1 2 3-16,3-2-1 0,-1-1-1 0,1 1-1 16,1-1 1-16,-2 1 1 0,5 1 1 0,0 0-3 15,-5-3-1-15,4 1 0 0,1 1 1 0,-3 0 2 16,1-1-2-16,1 0-2 0,-3-2 2 0,3 2 1 16,-1-1 1-16,-1 4 1 0,0-5-3 0,-2 1 1 15,3 1 1-15,-1 0 2 0,-2-2-1 0,2 1-2 16,1 1 1-16,0-3-2 0,2 2 1 0,-3 1 1 15,0-3 0-15,-2 0-1 0,5 0 0 0,-3 0 1 16,5 0-1-16,-7-1 3 0,3-2 1 0,3 3-3 0,-4-2-1 16,3 1 1-16,-2-1 2 0,0-3-3 0,-2 2 3 15,5 0-4-15,-5 0 1 0,4 0 1 0,-1 0 0 0,-2 0-1 16,0 0 0-16,1 1 1 0,0 1-1 0,1-1 0 16,-2 0-1-16,1 0 2 0,-1 1 0 0,0 0 1 15,3 0-2-15,-3-1 0 0,-1 0 3 0,0 0-2 16,-1 1 0-16,1-2 1 0,-1 1-1 0,2-2 1 15,-3 2 1-15,0-2-3 0,0 0 0 0,0 2 0 16,0 0 1-16,0-1-1 0,0 1-1 0,-3-1 0 16,3 0 0-16,-1 0 0 0,-1 2 2 0,-1-3-2 15,1 2 1-15,-1-1 0 0,-1 0 0 0,2 0-1 16,-3 1 2-16,4 0-2 0,-2-1 0 0,2 1 3 16,-2-1-3-16,-1 1 0 0,1 0 0 0,3 1 0 15,-2-1 0-15,-1 2-2 0,0-1 0 0,1-2-1 16,1 2 2-16,-1 1 0 0,0-1-1 0,-2 1 0 15,2-1 1-15,0 1 0 0,0-2 1 0,0 2-1 16,2 0 0-16,-5 0-1 0,3 1 1 0,-2-1 1 16,-2 1-2-16,5 0 2 0,-1 1 1 0,-1 0 0 0,2-1-2 15,-3 0 1-15,1-1-1 0,3 1 1 0,-3-1-1 16,1 2 0-16,-3-1-2 0,2-1 1 0,0 1 2 16,-1 0-1-16,4 3 0 0,-4-2 0 0,2-1 1 15,1 1 0-15,-1 0-1 0,0 0 1 0,1 2 0 0,0-2-3 16,1-1 2-16,0 1 0 0,0 0 0 15,0 1-2-15,0 0 2 0,4-1 1 0,-3 1 0 0,-2 0 2 16,-1 0-2-16,2 2-16 0,0-3-7 0,7 2-11 16,-7-2-12-16,0 1-48 0,2-1-30 0,7 3 80 15,-7-3-65-15,6-1-35 0</inkml:trace>
  <inkml:trace contextRef="#ctx0" brushRef="#br3" timeOffset="-204390.34">13346 17006 71 0,'1'-1'47'0,"0"1"-21"0,-3-2-15 0,2 2 9 16,2 0 4-16,-2 0 0 0,0 0 6 0,0 0 3 15,1 0 5-15,-1 0 4 0,2 0 2 0,-4 0 3 16,-2-2-1-16,1 2-2 0,3 0-7 0,0-1 1 16,-1 0-3-16,0 0 0 0,-2 1-6 0,3-1-4 0,3 2-2 15,-3-2-4-15,0 1-6 0,0 0-4 0,0-1 0 0,-1 1-4 16,-2-1-1-16,2 1 0 0,1-2-2 0,-1 2-1 16,1 0 0-16,0 0 1 0,-4-2-2 0,3 0 3 15,1 1-3-15,-3-1 2 0,5 2-1 0,-2-1 1 16,-4-1 0-16,5 2-1 0,2 0 1 0,-2 0-2 15,-1-1 2-15,-3 0-2 0,-2-2 0 0,4 3 1 16,1-2-1-16,-3 2 0 0,0 0 2 0,-1-3-2 16,1 2 0-16,1 0 0 0,0 1 0 0,-1 0-2 15,-2-2 2-15,1 2 0 0,0-3 0 0,1 3 0 16,0 0 0-16,-2 0-2 0,1 0 1 0,-2 0-2 16,3 2 1-16,-1-1-2 0,-1 0 1 0,0 2-1 15,0-1 2-15,-1 0-2 0,4 1 2 0,-2 0 2 16,0 0 0-16,0-1-2 0,-1 2 2 0,1-1 0 15,2 0-1-15,-1 2-1 0,-1-4 1 0,3 2-2 16,-3-1 1-16,1 3 3 0,0-1-1 0,0-1-2 16,2 3 2-16,-3-2 1 0,2 1 2 0,1 0 0 0,-3-3-1 15,3 2 2-15,-2 0 0 0,1-1 2 0,0 0-2 16,1-1 3-16,-2 3-2 0,3-1-3 0,0 1 5 16,-1-1-3-16,0-1-2 0,1 1 1 0,-2 0-1 15,1-2 0-15,1 3-2 0,0-2 2 0,0 0-1 16,1 1-2-16,-1 1 1 0,2-3 0 0,-1 2-1 15,2 2 2-15,-3-5-1 0,1 3 0 0,0 0 0 16,1-2 1-16,-1 0-1 0,2 0 3 0,1-1-2 16,-3 3-2-16,0-1 1 0,2-3 0 0,0 2 0 15,-1-1 2-15,0 1 0 0,0 2 0 0,0-4-2 16,1 2 2-16,1 0-1 0,-3 0 1 0,1 0-1 0,3 0 0 16,-3-1-2-16,1-1 0 0,0 0 2 0,2 1 0 0,-1-1 2 15,1 0-3-15,0-2-1 0,-2 2 4 0,2 0-1 16,-1 2 0-16,0-2-1 0,1-1-1 0,-1-2 0 15,-1 3 1-15,3 2 0 0,1-2-2 0,-2 0 0 16,-1-2 2-16,3 2 0 0,-5-1 0 0,0 1 2 16,4-1-2-16,-4-1 1 0,-1 1 0 0,2 1 2 15,-3-2-4-15,4 2 0 0,-3-1 3 0,3 1-3 16,-4 0 0-16,2-1 2 0,3-1 0 0,-4 1-1 16,1 1 0-16,1-2-1 0,2 1 0 0,-3-1 1 0,1 2 2 15,0-1-2-15,-3-1 0 0,1-1-1 0,2 2 4 16,1-1-4-16,-4 0 2 0,3 1-1 0,-3-1 0 15,1 1 0-15,3 2 0 0,-4-5 2 16,-1 2-1-16,-3-1 3 0,4 2-2 0,-2-4-1 0,0 3 0 16,2 0 0-16,0 0 0 0,0 0 0 0,-2-1-1 15,1 0-1-15,1-1 1 0,-1 3 2 0,-1-3-1 16,1 1-1-16,1-1 1 0,-3 2-1 0,3-2 2 16,-3 1-2-16,1 3 0 0,1-4-1 0,-3 1 0 15,1 1 1-15,1 1-1 0,0-1 0 0,-2 1 0 16,2-2 0-16,0-1 0 0,-1 2 2 0,0-1-2 15,-1 0 1-15,0-3 0 0,-3 2-1 0,5-2 2 16,-1 3-2-16,0 1 1 0,0-2 2 0,-1 0-2 0,4 1-1 16,-2 1 3-16,2 1-3 0,-1-3-9 0,1 3-11 15,-2-1-19-15,1 0-63 0,1 2 81 16,0 1-51-16,0 1-38 0</inkml:trace>
  <inkml:trace contextRef="#ctx0" brushRef="#br3" timeOffset="-203649.51">13199 17249 102 0,'0'-3'105'0,"0"-2"-23"0,0 2-39 16,-2 2 19-16,0 0-1 0,1 0-1 0,-1 1-15 16,1-1-1-16,0 1-2 0,-2 0 0 0,1 0-7 15,1 0-3-15,-3-3-1 0,2 3-3 0,-1 0-8 16,0-1-5-16,1 0 0 0,0 1-3 0,-2-1-3 15,2 1-1-15,1 0-3 0,-3 0-1 0,3 0-3 16,-2 1 4-16,2 2-2 0,-1-3 2 0,0 3 0 0,1 0-1 0,-5-2 4 16,4 1 0-16,0 2 1 0,-2-3-1 0,-1 0 0 15,2 2 0-15,-1-1-1 0,0-1 1 0,1 3-2 16,0-2 0-16,0 1-2 0,-1-1 1 0,1 3 0 16,-1-3-2-16,0 0 3 0,-1 2 0 0,3 0 0 15,-1-1-1-15,-1 0 3 0,1 1-2 0,2 0 0 16,0 0-1-16,-2 1-3 0,2-1 1 0,0 2-3 15,1 0 2-15,0 1-2 0,0-2 1 0,1 2-1 16,0-1 1-16,2 2 2 0,-1 0-2 0,2-2 2 16,-2 2-2-16,3-1 3 0,-1 1-2 0,0-1 1 15,2-1-3-15,-3 0 3 0,2-1-1 0,-1 2 1 16,1-3 1-16,-1 1-3 0,0-2 1 0,0 0 0 0,2 0 2 16,1 1-3-16,-2-2 0 0,0 1 2 0,-1-2-3 0,2 0 5 15,-1-1-4-15,-1 0 1 0,0 0-1 0,2-2 0 16,-4 0 3-16,3 0-4 0,-2-1 1 0,2-1 0 15,0 1 1-15,-2-1-1 0,2 0 0 0,-1 2 1 16,0-2-1-16,-2-1 2 0,2 1 0 0,0 0 0 16,-2-1-2-16,3 0 2 0,-3-1-2 0,-1-3 0 15,3 2 1-15,-3-2-1 0,1 4 1 0,0-5-1 16,-2 2 2-16,-2-1-1 0,2 2 0 0,-1 0 0 16,-1 3-1-16,1-2 0 0,0-1-1 0,-1 2-1 0,2 1 1 15,-2-1 0-15,-1 2 0 0,1-2 0 0,1 1 0 16,0 1 2-16,0 2-1 0,-2-2 0 0,0 1-1 15,3 2 0-15,-2-3-1 0,1 3 0 0,0-2 0 16,0 3-10-16,-1-1-5 0,2 1-20 0,0 2-15 16,-1-3-19-16,0 1-25 0,0 2 61 0,1-2-51 15,0 2-11-15</inkml:trace>
  <inkml:trace contextRef="#ctx0" brushRef="#br3" timeOffset="-203327.4">13434 17391 628 0,'-3'-6'287'16,"-2"0"-165"-16,3 1-80 0,-6 0 9 0,6 2-3 0,-1 0-4 0,1-1-23 16,1 3-7-16,2 0-5 0,-1 0-4 0,0 0-1 15,-1 0-2-15,-2 0-2 0,3 0 1 0,3 0 1 16,-3 1-1-16,0 0-1 0,0 0 0 0,3 0 0 16,-1 1-4-16,5-1-9 0,-6 2-54 0,2-1-40 15,0 0-50-15,4 1 114 0,-3 1-115 0,3-1-60 16</inkml:trace>
  <inkml:trace contextRef="#ctx0" brushRef="#br3" timeOffset="-202009.12">13543 17188 34 0,'0'0'65'0,"0"0"1"0,-1 0-29 0,1 0 26 15,-1-2 2-15,1 1 0 0,0 1-2 0,0-2-6 16,-1 0-3-16,1 0-6 0,0-1-5 0,0 1-13 15,1 1-9-15,-1 0-3 0,1 0-7 0,0 0-5 16,0-1-1-16,0 1 1 0,1 1 0 0,0 0 3 16,0-2 2-16,-2-1-1 0,2 1 3 0,0 1-1 15,1 1-1-15,0-2-1 0,-1-1-1 0,0 2-4 16,3 1-1-16,-1-2 0 0,-1-2 2 0,1 4-5 16,-1-2 2-16,1-2-4 0,1 4 2 0,0-3 0 15,-1 0 3-15,1 4-3 0,-1-1-1 0,1-1 2 16,-1 1-1-16,0 0 1 0,2 0-1 0,-2 2 0 15,1-2-1-15,-1 0 0 0,-1 1 0 0,3 2 0 16,-2-2-1-16,0 3 0 0,1-1-3 0,-2-2 2 16,0 2 1-16,2-1-2 0,-2 0 3 0,1 3 0 15,1-1 0-15,-3 0 2 0,2-1 1 0,0 2 0 0,-1-2-3 16,-1 4 2-16,1-2-1 0,0-2-1 0,-1 1 0 16,1-1 0-16,-2 2 0 0,0 1-1 0,1-1 2 15,-2 0-1-15,0-1 1 0,0 2 1 0,-1-2 0 16,-1 3 2-16,1-3 1 0,-2 0 5 0,1 2 0 0,-2 0 1 15,2 0 2-15,-2 1 4 0,-1 0-1 0,-1 0-3 16,3-1 1-16,-3 2-4 0,-1-2 0 0,0 2-2 16,1 2-3-16,-1-1-3 0,0 2 2 0,1-4-1 15,-3 4-1-15,2-1 2 0,1-1 0 0,-1 1 0 16,-1-2-1-16,3 0 1 0,-3 1 0 0,2-3 0 16,0 2-1-16,1-1 3 0,0-3-4 0,-1 2 3 15,1-2-1-15,1 0 1 0,1 0 0 0,-2-2 0 0,1 0 0 16,0-2-1-16,0 0 2 0,2 0 0 0,0-1-1 0,0-1-1 15,0 0 0-15,-1-2 0 0,3 1 1 0,0 1-5 16,0-3 2-16,0 1-2 0,0 1 0 0,0-2 0 16,1 1-2-16,2 0 0 0,-2 0-1 0,1 0 0 15,1 1 1-15,-1-1 0 0,2 0 0 0,-3 1-2 16,3-1 2-16,-1 0 0 0,3 0 1 0,-5 0-1 16,3 1 0-16,0-2-1 0,0 1 0 0,-1 1 1 15,2 0-2-15,-2 2 1 0,0-2-2 0,2 3 4 16,-2 0-2-16,0 0 1 0,1 2 0 0,0-1 0 15,-3 1 0-15,2 0-1 0,1 0 2 0,-2 1-3 16,0 1 3-16,1-2-2 0,1 1 0 0,-2 2 2 16,1-1 1-16,-2-1 0 0,2 3-1 0,1-2 2 15,-3 2-1-15,-1-2-1 0,3 0 1 0,-1 2-1 16,2-1 1-16,-2 2-1 0,0-4 1 0,-1 2 0 16,1-1 1-16,1 0 0 0,0 1 1 0,-2-1 1 15,1-1-2-15,-1 1 2 0,0 0-2 0,1 0 0 0,-1 1 1 16,1-4 2-16,-1 3-2 0,0-3 1 0,0 2 1 15,2-1 0-15,-1 0-1 0,-1-2-7 0,2 0-10 16,1 0-15-16,-3 0-48 0,2 0-35 0,1-2 81 16,-2 1-66-16,2-4-49 0</inkml:trace>
  <inkml:trace contextRef="#ctx0" brushRef="#br3" timeOffset="-201267.15">13981 17126 179 0,'0'-5'119'0,"1"3"-40"0,-3-3-38 0,2 4 31 16,0 1-6-16,0 0-2 0,0 2-6 0,-2-2 0 15,2 0-5-15,-3-1-6 0,2 3-4 0,-3-2-11 0,2-1-8 16,0 2-2-16,-1-1-4 0,-2 4-12 0,0 0 1 16,1 3-1-16,0-4-1 0,2 4 2 0,-1-1 0 15,-1 0 0-15,1-2-2 0,-2 3 1 0,-1-3 0 16,4 4-1-16,-1-1 0 0,-4-1-1 0,1 2 1 15,-1 1-2-15,0 0 1 0,5 0-1 0,-4-3 0 16,0 1 0-16,1-1 1 0,2 2 0 0,1-1-2 16,-1 1 1-16,-1-2 0 0,0 2 1 0,1-2-3 15,0 2 3-15,-1-1-2 0,0 1-1 0,1-1 2 16,0-2-2-16,3 3-1 0,1 1 1 0,0-3 1 0,0 1-1 16,2 0 2-16,0 0-1 0,-3 0-1 0,4 1 0 15,-3 0 1-15,1-3 0 0,-1 3-1 0,3-2 2 0,-2 0-2 16,1 1 1-16,3-1-1 0,-2 0 3 0,2-4-2 15,-1 2 2-15,-3 2-1 0,7-2-3 0,-5 1 2 16,3-3 1-16,1 1 0 0,0 0-1 0,-4 1 0 16,5-3 0-16,-2-1 1 0,-3 1 0 0,3-1 1 15,-1-1-3-15,0-1 3 0,-2-2-1 0,3 1 0 16,-1 0 2-16,1-2-3 0,-1 1 2 0,0 0-2 0,0-1 0 16,0 0 0-16,-1-1 2 0,0 1-2 15,-2 0-1-15,-2 0 2 0,1-1 0 0,0 2-1 16,-2 0 2-16,0 0-1 0,0-3-1 0,0 3 3 0,0-1-2 15,0 2-3-15,-2-2 2 0,0-1 1 0,1 0-2 16,-2 2-1-16,0 3 0 0,0-5-1 0,-1 2 1 16,-1-1 0-16,2 4 1 0,-1-2-3 0,-2 1 1 15,1 1-1-15,2 0-1 0,-3 1 2 0,-1 1-2 16,1 0 2-16,-1-1-3 0,0 2 3 0,2 2-3 16,-2 0 2-16,2 0 1 0,-2 2 1 0,2-2-3 15,2 4 0-15,-7-3 3 0,7 2-1 0,-2-2 3 16,0 1-2-16,-2-1 1 0,6 2-23 0,-4-3-8 15,5 3-13-15,0-2-17 0,0 1-50 0,0-1-32 16,-1 1 90-16,1-3-76 0,-1 0-31 0</inkml:trace>
  <inkml:trace contextRef="#ctx0" brushRef="#br3" timeOffset="-200340.14">14101 16974 104 0,'-5'7'68'0,"2"-3"-20"0,0 2-17 0,-1-2 12 16,1 2 2-16,-1-1 11 0,0-1-1 0,2 0-9 16,0 0-3-16,1 1-4 0,-3-1-2 0,2-2-6 15,0-1-1-15,1 3-13 0,-1-3-3 0,0 3-1 0,2-2-1 16,0-1-1-16,0 2-4 0,0 1-1 0,0-1 0 15,3-1-3-15,-1 0-1 0,0-1 2 0,2 1-1 16,-2 2 0-16,1-4 0 0,2 0 0 0,-3-1 0 16,3 1 1-16,-1-1 0 0,1 1-1 0,-1-2 0 15,1 0 2-15,-1 0-2 0,2 2 0 0,-3-3 1 16,1-2-1-16,1 1 1 0,-2 1-2 0,0-4 3 16,1 3-2-16,-1-3 1 0,0 1 2 0,-1-1-6 15,2 1 5-15,-2-1 0 0,0 0-1 0,-2 0-3 16,3 0 1-16,-2 2 0 0,0 0-1 0,1 0 1 15,-2 0-2-15,0 2 0 0,0 0 0 0,1 1 2 16,-1 0 0-16,-1-1-2 0,1 1 1 0,0 2-1 16,-2-1 0-16,2 0-2 0,0 1 1 0,-1 0-2 0,1 0 0 15,-1 1-1-15,0 0 1 0,1 0 0 0,-1 0-1 16,1 3 3-16,-1-2-2 0,-1-1 2 16,2 2-1-16,-1-1 1 0,0-1-3 0,-1 3 4 0,2-1-1 15,-1-1 1-15,1 3 0 0,0-2-3 0,0-1 3 16,0 2-1-16,0 0 3 0,0 0-2 0,1-1 1 15,1 1-1-15,-1 0-1 0,2 2 1 0,-1 0 2 16,0 0-3-16,2 0 1 0,-2 1-2 0,0-1 2 16,1 1-1-16,1-2 2 0,-3-1 0 0,2-1-2 15,0 2 1-15,1-1 0 0,-1-1 1 0,1 1-1 16,1-1 0-16,1 3 1 0,-1-3-1 0,0 1 2 16,-1-2-2-16,3-1 0 0,-3 2 0 0,1-1 3 15,-2-2-2-15,2 4-1 0,2-4 1 0,-4 2-1 16,2-1 3-16,-2 1-4 0,1 0 1 0,1-2-2 15,-2 3 2-15,-2 0-1 0,0-1-1 0,0 0 1 16,-1-1-1-16,1 0 2 0,-2 2 0 0,0-2 0 16,0 0-1-16,1 2 1 0,-1 0 0 0,0 1 7 0,1-1-1 15,-6 1 1-15,4 0 0 0,-1 0 4 0,-1 0 2 16,-1 0-1-16,0 1 5 0,-1 1-2 0,3-1 1 16,-2 2 2-16,-1-2 3 0,-1 1-1 0,2 0-3 0,0 3 4 15,-2-1-3-15,-1-2-5 0,3 2-1 0,-2-3 0 16,1 5-3-16,-2-2-3 0,0-1 1 0,2 0-2 15,-1 1-3-15,0 0 4 0,0 2-3 0,1 0-2 16,1-1 2-16,-2 2 0 0,2 0 4 0,2 0-4 16,-2-1 4-16,2-1-2 0,0 1 1 0,1-2-3 15,-1 2-7-15,3-1-30 0,-1-3-20 0,1 0-24 0,0 0-33 16,2 0 74-16,1-1-65 0,0-2-19 0</inkml:trace>
  <inkml:trace contextRef="#ctx0" brushRef="#br3" timeOffset="-199921.02">14240 17334 32 0,'-6'4'73'0,"2"0"7"0,-3 1-23 15,2 1 22-15,-1-1 2 0,1 1-6 0,-1-1-8 16,0 1-8-16,1 0-10 0,-1 0-9 0,4-1-14 15,-1 2-9-15,2-1-4 0,0 1-6 0,0 1-2 16,1-1-3-16,0-1 0 0,0-1 1 0,1 2-2 0,1-2-1 16,1 3-1-16,-2-4 3 0,0 1-2 0,3 1 1 15,-2-1-1-15,2 1 2 0,0 1-2 0,-1 1-2 16,1-4 5-16,0 0-1 0,3 2-1 0,0-1 2 16,-2-1 0-16,1-3-1 0,1 1 5 0,0-2 0 15,-2 1-3-15,2-1 2 0,-1-2 0 0,2 1-2 16,-1-3 2-16,-1 4-2 0,0-4-2 0,2 0 1 0,-3-1-1 15,3 2 1-15,-2-3 1 0,0 1 1 0,2 1-1 16,-2-3 2-16,1 3-1 0,-3-1 0 0,1 0 0 16,-1 0 2-16,-1 0-2 0,0-1 1 0,1 1-3 15,-3-2 0-15,0 1 2 0,-1-2-2 0,0-1 1 16,-1 2-1-16,1-1-1 0,-1 2-2 0,-6-2-3 16,4 0-4-16,0 2-6 0,-2 0-8 0,2 1-7 0,-1-1-25 15,0 2-13-15,-1-1-13 0,2 3-16 0,-2-3 58 16,2 3-45-16,-1-1-8 0</inkml:trace>
  <inkml:trace contextRef="#ctx0" brushRef="#br0" timeOffset="-185706.02">9228 14453 22 0,'0'-2'18'15,"1"1"-10"-15,-2-1-6 0,1 1 6 0,0 0-6 16,1 1-2-16,3 0 1 0,-3 0-4 0,-1-1-1 16,0 1 1-16,1 0 1 0,-1 1-3 0,0 0 2 15,0 1 1-15,0-1 0 0,0 4 0 0,2-2 2 16,-1 1 0-16,1 1-1 0,-1-3 2 0,2 2-1 0,-2 1 1 15,0-2 3-15,1 0 1 0,-2 2-1 0,2-3 7 16,-2 2 2-16,2 0 1 0,-1-1 5 0,2 0 0 16,-2-1 1-16,0 0 0 0,2 1 0 0,-1 0-1 15,-1-1-2-15,2 0-3 0,-1 1-2 16,0-1-2-16,0 1-5 0,-1 0 4 0,1 1-3 16,1-1-1-16,-1 1 1 0,0 0 0 0,0 0 2 0,1 2 4 15,0-1 2-15,0-1-3 0,-1 2 3 0,0-2 0 16,1 2-1-16,-1-1-1 0,1 1-3 0,-2-3-2 15,2 1 1-15,1 1 2 0,-1 0-6 0,-2-2 0 16,0 1 1-16,2 1 2 0,-2-1 1 0,2 0-3 16,-2-1-1-16,-1-2 0 0,2 2 1 0,-1 2 2 15,0-4-3-15,0 2-1 0,-1-2-2 0,0 3 3 16,0-1 0-16,1-3-1 0,-1 3-1 0,0-1 1 0,0-1 1 16,-1-1 0-16,1 0 14 0,0 0 6 0,0 0 2 15,-1 1 3-15,0-2 4 0,1 0 0 0,-1 0-5 16,1-2 2-16,-2 1-13 0,1-2-5 0,0-1-4 15,-1 1 0-15,1-2-6 0,0 1 1 0,0-3 1 16,0 4 0-16,-1-5 0 0,2 3-2 0,-4 0-1 16,1 0 0-16,0-2 1 0,0 2 1 0,0 0 0 15,-1 0 0-15,1 1-3 0,-1 0 1 0,1 0 1 16,0 0 0-16,2 2 0 0,-1-1-2 0,-1 0 0 16,-2 0-1-16,4 1 1 0,-2 1 0 0,1-2 0 0,-1 1-1 15,1 1 0-15,-2-2 1 0,4 2 0 0,-2-1 0 0,1 0 0 16,-2-1 0-16,0 0-1 0,3 1 1 0,-1 1-1 15,1-2 0-15,0 1 0 0,0 1 2 0,0-1-1 16,1 1-1-16,1 0-1 0,-2 0 1 0,1 0 1 16,-1 0 0-16,1 2 0 0,-1-2-2 0,2-1 1 15,-2 1 1-15,0 1 0 0,0 0 0 0,1 0-3 16,-1 0 3-16,2 0-1 0,-2-2 0 0,0 2 0 16,3 0 0-16,-1 0 1 0,0 0 0 0,0 0 0 15,0-1-1-15,0 0-1 0,0 2 2 0,1-1 0 16,1 1-2-16,-1-3 0 0,-1 2-1 0,1 0 3 15,1 0 0-15,-1 0 0 0,3 0-4 0,-3-1 1 16,3-1 3-16,-1 2-1 0,1 0 0 0,0-1 0 16,0 0-1-16,1 1 0 0,-2-1 0 0,2-1 1 15,-2 2 0-15,2 0-2 0,-2 1 1 0,1 0-2 0,1 0 1 16,-1 0 2-16,-2 1-1 0,2 0 0 0,-1-1 0 16,0 3 0-16,0-1 1 0,1-1 1 0,-2 0-1 15,2 2-3-15,-1-1 5 0,-1 1-2 0,2-1-1 16,-1 0 2-16,0 0-2 0,0 0 0 0,0 1 1 15,-2-1 1-15,1 1-3 0,2 0 3 0,-2 1-2 16,2-3 0-16,-3 2 0 0,0 0 2 0,-1 0-1 16,3-1 1-16,0-1 0 0,-1-1 0 0,-4 2 0 15,2 0 3-15,0-1-1 0,-2 1 0 0,1 0-1 16,2-1-1-16,-3 3 1 0,2-3 0 0,2 1 1 16,-4 2-2-16,2-2 0 0,-2 1 0 0,0-2 2 15,0 0-1-15,-3 3 2 0,0-2-1 0,3 0-1 16,-1 0 3-16,1-1 0 0,-1 1-3 0,1 3 1 15,0-2 1-15,0-2-1 0,-2 2 0 0,-3-1-1 0,2 1-1 16,-2-1 1-16,1 0 1 0,-1 0-1 0,2-1 2 0,-4 2-2 16,4-1 1-16,-1 0-1 0,-1 0 2 0,1-1-3 15,1 2 3-15,-2-1-1 0,0 0 0 0,2-1-1 16,-2 0 0-16,1 1 0 0,-1-1 0 0,2 2 1 16,-1-2 0-16,-1 0-2 0,2 0 0 0,0 0 0 15,-2 0 2-15,1-1 1 0,1 1-3 0,-1-1 0 16,0 1 0-16,3-1-1 0,-3 1 1 0,0 0 0 15,3 2 0-15,-1-2-2 0,0-1 3 0,0 1 0 16,-1 0 0-16,2 0-1 0,-1 0 2 0,1-1-1 0,0 0-1 16,1 1 2-16,-3-1-1 0,3 2-3 0,-1 1 1 15,-1-3 3-15,1 1-2 0,0 1-1 0,0-1 0 16,-1 0 1-16,1 0 0 0,1-1 3 0,-2 0-3 16,2 1 0-16,-1 0-1 0,0-1 3 0,-1 0 1 15,2-1-3-15,0-1-1 0,-1 2 1 0,1-1 1 16,0 0 0-16,-1 1 0 0,1-2 0 0,0 2 0 15,0 0-1-15,0 0 1 0,0-1-1 0,0-1 1 16,-1 1 1-16,1 0-2 0,0 0 1 0,0 1-1 16,0-1 0-16,0 1-2 0,0-1 2 0,1 1-1 15,0 0 1-15,2 0 0 0,-2-1-1 0,2 0-2 16,0 1 1-16,2 0 2 0,-3-1 0 0,3 1-2 16,0 1 1-16,-3-1 0 0,3 0 0 0,1 3 1 15,-1-3 1-15,0 1 1 0,-1 0-2 0,0-1 0 16,3 1-1-16,-4 0 1 0,2-1 0 0,2 0-2 15,-2 2 2-15,1-1 0 0,1 2 1 0,-2-1-1 0,0 0 1 16,1 2 0-16,-3-2-2 0,0-1 1 0,0 1 0 16,-1 0 0-16,4 0-2 0,-3 3 1 0,-1-3-1 15,1 0 1-15,2 2 1 0,-1 2 3 0,3 0-4 16,-5-2 0-16,0 1 1 0,2 0 1 0,2-1 0 0,-3 3-1 16,-1-3-1-16,1-2 1 0,-1 4 0 0,5 0-1 15,-3 0 2-15,-1-2-1 0,0 2 1 0,1-4 3 16,-2 1 1-16,1 4-2 0,0-4 1 0,-3-2 3 15,3 2-1-15,2 3 0 0,-5-4-2 0,4 2-1 16,1 0 0-16,-1 0 1 0,-2-3 0 0,-1 1-4 16,-1-2 3-16,2 0 0 0,-1 1 1 0,-1-1-3 15,0 0 2-15,0-1 1 0,1 2 0 0,1 1 0 0,-2-2-1 16,0 0 2-16,1 0-2 0,-1 2 2 0,-1-1-1 16,1 1 1-16,0-2-1 0,0 0 0 0,1 1-2 15,0 0 2-15,-1-1 0 0,0 0-1 0,-2 0 1 16,2 0-1-16,0 2 1 0,-4-2-1 0,1 2 2 15,-1-2-4-15,4 2-2 0,-2 0-18 0,-3-1-16 16,5 1-24-16,-3 3-28 0,1-2 61 0,2 1-49 16,-4 2-20-16</inkml:trace>
  <inkml:trace contextRef="#ctx0" brushRef="#br0" timeOffset="-185166.01">9699 14530 35 0,'-3'0'34'0,"1"0"-7"0,-1 0-9 0,1 0 14 16,2 0 1-16,-4 1 4 0,4-1 6 0,0 1 4 16,2-1 4-16,-1-1-2 0,-1 1 3 0,0 0-7 15,0-2-6-15,2 2-4 0,-1-1-12 0,0-1-6 0,2 2-2 16,-2 0 0-16,2-1-10 0,-1 0 0 0,2 0 1 0,-1 0 1 16,2 1 0-16,1-2 3 0,-3 0 1 15,3 1-1-15,-1-1 3 0,0 1 0 0,1-2 0 16,-1 0-5-16,0 1 2 0,1 0-2 0,1 0-6 15,-2 1 2-15,0-1-2 0,2 0 2 0,0 1-1 0,-2 1-1 16,2 0-1-16,-1 0 3 0,-2 0 0 0,0 0-1 16,2 3-10-16,-2-1-14 0,-1-1-12 0,3 0-13 15,-3 1-53-15,2 0 71 0,-1 0-50 0,-2 1-29 16</inkml:trace>
  <inkml:trace contextRef="#ctx0" brushRef="#br0" timeOffset="-184812.23">9701 14711 194 0,'0'-3'116'0,"0"-1"-51"0,-1 1-37 15,1 0 21-15,0 1-17 0,0-2 3 0,3 2-3 0,1-2-4 16,-3 2-1-16,4-2 3 0,0 2-3 0,-2-1-1 16,0 2-3-16,2-4-8 0,-3 3-5 0,5 2-3 15,-1-1-4-15,-4-1-2 0,4 2 1 0,-1 0-1 16,1 1 1-16,0-1-2 0,-1 1 1 0,1 1 2 15,0-1 1-15,0 3-2 0,1-2 2 0,-2 3-3 16,4-4-4-16,-3 4-26 0,1-2-16 0,-1-2-21 16,1 1 47-16,0-1-40 0,-1 3-22 0</inkml:trace>
  <inkml:trace contextRef="#ctx0" brushRef="#br0" timeOffset="-183935.38">9826 14956 193 0,'-1'-2'111'0,"-1"-2"-42"0,2 0-36 16,0 1 16-16,0 0-5 0,0-1-15 0,0 3-5 16,0 1-7-16,4-2-1 0,-2 0 6 0,2 1-2 15,0-2 1-15,-1 0 0 0,3 3 1 0,0-3-2 16,3 1-1-16,-1-1-4 0,2 1-9 0,1 0-1 16,2 1 1-16,2 1-2 0,1-1-3 0,2 0 1 15,1 1-1-15,-1 0 0 0,1 0 0 0,2 0-1 16,-2 1 0-16,3-1-2 0,-5 0 3 0,-1 0-1 0,4 0 0 15,-2-1 1-15,0 1-1 0,-1-1 0 0,2 1 0 0,-3-1 1 16,2 1-1-16,1 0 0 0,-4 0 2 0,-2 1-3 16,3 0 2-16,1 0-1 0,2 3 2 0,-3-2-2 15,3 1 0-15,-2 0 1 0,6 1-2 0,0-2 1 16,0 1-2-16,1-1 2 0,-2 1 1 0,0-1-1 16,1-1 0-16,-3 0 0 0,-2 1 3 0,0-2-1 15,-1 0 1-15,0 0 1 0,0 0-4 0,0 0 3 16,-4 0 2-16,1-1-2 0,0 0 1 0,-2 0 0 15,1 1 1-15,-3-3-2 0,0 2 1 0,0 1-4 16,-1 0-11-16,-2 0-14 0,2 0-51 0,-2 0 61 16,0 0-41-16,-2 0-25 0</inkml:trace>
  <inkml:trace contextRef="#ctx0" brushRef="#br0" timeOffset="-183480.03">9996 15169 382 0,'-5'-7'179'15,"4"0"-99"-15,-2 2-49 0,-1-3 6 0,3 1-3 16,-2 1 0-16,3 3-7 0,1-1-5 0,-1 1-2 16,4 2-1-16,-2-3 2 0,-1 3 0 0,3 1 2 15,0-2-2-15,-3 2-6 0,5-4-2 0,5 3-1 16,-5-1 1-16,4 1-7 0,2-1 1 0,0 0-3 0,4 0 1 0,5 1-2 15,-4 1 1-15,1 0-1 0,6-2-3 16,-2 2 2-16,-2 0-2 0,3-2 2 0,-3 0 0 16,5 2 0-16,-2-1 0 0,-2-4-1 0,4 4 4 15,-1 0-2-15,0 0 1 0,4 0 1 0,-2 2-2 16,-1-4 0-16,1 3-14 0,1 2-19 0,-1-1-74 16,0-1 86-16,-3 2-51 0,-3 1-43 0</inkml:trace>
  <inkml:trace contextRef="#ctx0" brushRef="#br0" timeOffset="-180980.73">15610 14935 70 0,'0'0'53'0,"0"-1"-14"16,0-1-19-16,0 2 10 0,0-1-2 0,0-1-2 0,2 1 0 16,-1-1-2-16,0-2 4 0,1 2-2 0,-2 2 2 15,0-2 3-15,1 2 4 0,0-2-1 0,0 0-4 16,1-1 6-16,-2 1-1 0,3 0-2 0,-1-2-1 15,1 0 0-15,-1 1-6 0,3 1-2 0,-2 0-1 16,0-1-10-16,2 0-1 0,-1 2-3 0,0 0-4 16,1 1-5-16,-3-1 0 0,0 1 2 0,1-1-2 15,1 1 0-15,-1-1-1 0,0 2-1 0,1-1 3 16,-2 1 1-16,1 0-1 0,0 0-2 0,3 0 1 16,-4 0 1-16,1 1-1 0,3-2 1 0,-3 0 0 0,2 0-1 15,2 0 4-15,4 0 1 0,-2 0-2 16,3-2 2-16,1 0 3 0,1 1-2 0,0-1-1 0,4-2 1 15,-5 1-3-15,5 2-1 0,-3-1 1 0,1 0-1 16,0 1-2-16,-1 0 0 0,0-1 0 0,2 2-2 16,-3-2 3-16,1 1-1 0,1 0 1 0,0-1-1 15,-1 0 0-15,1 2 2 0,-1-1-2 0,1-2 0 16,0 2 0-16,-1-1 2 0,2 0-2 0,-1 2 1 16,0-3-1-16,-1 0 2 0,1 2-2 0,0-1 2 0,2 1-1 15,-2 1-1-15,-2-3 0 0,0 2 1 16,4 1-1-16,0-1 0 0,-4-1 0 0,-1 1 0 15,0-2-1-15,2 0 0 0,1 3 3 0,-4-1 0 0,-1 0-1 16,1 1 0-16,-1 0 3 0,0 0-1 16,-2 1-1-16,2-1 0 0,-1 0-2 0,-2-1 2 0,0 0-1 15,1-1 0-15,1 0-5 0,-2 1-8 0,2-3-9 16,-2 4-15-16,1-1-55 0,1-2 69 16,-3 3-44-16,2-2-31 0</inkml:trace>
  <inkml:trace contextRef="#ctx0" brushRef="#br0" timeOffset="-180425.12">15812 15034 142 0,'-3'-2'91'0,"-1"-3"-36"0,4 3-32 15,-3-1 19-15,3 0-11 0,1 3-6 0,-2-4 0 16,1 3 9-16,1 0-4 0,-1 1 5 0,0-2 1 16,0 2-2-16,0-3 0 0,3 3-5 0,1-3-5 15,2 1-10-15,-1 0-2 0,2 0-4 0,2 0-5 16,-1-2 2-16,1 2-2 0,0 1 1 0,2 0-1 16,-1-1-2-16,2 1 2 0,0 1-3 0,3-2 3 15,-1 0-2-15,0 0 1 0,1 0-1 0,1-1 1 16,-1 1-1-16,2-2-1 0,0 1 3 0,0 1-1 15,2-1 1-15,1-2-3 0,1 3 2 0,-1-1-1 16,0-1 1-16,-2 1 1 0,2 0-3 0,-1-2 0 16,1 2 0-16,-3 0 1 0,1 0-1 0,0-1 0 0,3 1 1 15,-2 0-2-15,-3-2 1 0,4 2 3 0,-4 0-3 0,1-3 1 16,-1 1 1-16,0 3-1 0,-3-3-1 0,0 1 3 16,3 1-1-16,-4-1 1 0,0 0-2 0,-1 3 0 15,0-2 0-15,-4 2 0 0,4-1-6 0,-3 0-32 16,0 2-15-16,-2 0-23 0,0 1 54 0,0 0-55 15,-2 1-29-15</inkml:trace>
  <inkml:trace contextRef="#ctx0" brushRef="#br0" timeOffset="-178637.76">14956 14497 58 0,'0'-3'47'15,"0"3"-15"-15,0 0-15 0,1-1 10 0,1 0-6 16,-2-1 0-16,0 2-6 0,0-2 0 0,1 2-7 15,-1-3-1-15,0 2-1 0,0-1-2 0,0 2 1 16,1-1 1-16,-1 1 0 0,0-1 1 0,0 0 9 16,1 0 0-16,0 1 2 0,0 0 1 0,1 0 0 15,-2-2 1-15,1 2-3 0,-1 0-1 0,1 0-9 16,-1 0-1-16,2 1-1 0,-2 1-2 0,0 1-3 16,0-2 1-16,1 2 1 0,0 2 0 0,0-2 4 15,0 0 1-15,-1 2-1 0,1-2 3 0,-1 3 3 16,3-2-2-16,-3 3-1 0,1-2-1 0,0 3 0 15,-1-1-1-15,0 1-1 0,0 1-2 0,2 0 0 16,-2 0-1-16,2-1 0 0,-1 3 1 0,0-1-2 16,3 1 0-16,-1 0 1 0,-2 1-1 0,0-1-2 15,1 2 1-15,1 2 2 0,-2-3-2 0,0 0 1 16,0 0 0-16,-1 0 0 0,0-1 1 0,2-1 1 0,-2-2-4 0,0-3 1 16,0 5 3-16,0-2-2 0,0-2 1 0,0 2 0 15,0-2 0-15,0-2 0 0,-2 1 4 0,2 0 0 16,0-2-3-16,0 0 2 0,0 0 1 0,-1 0 0 15,0-1-5-15,1 2-30 0,0 1-24 0,-3-3 41 16,2 1-29-16,0 1-31 0</inkml:trace>
  <inkml:trace contextRef="#ctx0" brushRef="#br0" timeOffset="-177710.52">14922 14516 92 0,'0'-5'61'0,"-1"1"-26"0,1 0-23 0,3 1 9 16,1-1-3-16,1 1 0 0,-1 1-11 0,3 0-4 16,-2-2 5-16,3 1 1 0,-3 0-1 0,1 0 1 15,-1 0-1-15,2 0-1 0,-3 1-1 0,2 0 2 16,-2 0-5-16,0 2 0 0,1-3 0 0,-1 3-2 16,2 0-1-16,-2-1 0 0,0 1 2 0,1 0-1 15,-2 0-1-15,1 0 0 0,0 1-2 0,-2 0 0 16,0-1 2-16,1 0 0 0,0 2-1 0,-1-2 1 15,2 0-1-15,-2 0 1 0,3 1 0 0,-2 0 3 16,-1 0 1-16,1 1 0 0,1 0 1 0,1 0 1 16,-3 2-2-16,4-3 3 0,-3 2-5 0,2-1 2 15,-1 0 1-15,0 3-1 0,1-4-3 0,-2 2-1 0,4 2 2 16,-2-2-2-16,-1 1 1 0,1 1 0 0,0-2-2 0,0 1 1 16,-2 1 1-16,1-1-1 0,0-1 2 0,-3 1-2 15,0 0 0-15,-1-1 1 0,2 3 0 0,-2-4-1 16,-2 3 2-16,2 0 2 0,-1 0-4 0,0 1 6 15,-3-1 0-15,2 2-2 0,-2-2 0 0,2 3-1 16,-3-3 0-16,1 2 0 0,-1 1 1 0,2-3-3 16,-2 1 0-16,-1-1 2 0,0-2 0 0,-1 1 2 15,2 1-3-15,-1-3 0 0,1 2 1 0,-1 0 1 0,0-1-2 16,1 2 0-16,2-1 0 0,-3 1-2 16,1-2 3-16,-1-1-3 0,1 2 0 0,-2-1 2 0,3 2 1 15,-1-2-1-15,0 0 0 0,0 1 0 0,1-1-1 16,-1 2 1-16,2-1 0 0,-1-3-3 0,0 2 0 15,0-1 0-15,-2 1 0 0,2-3 0 0,2 2 1 16,-3-2 0-16,5 2-1 0,-3-1 3 0,3 0 0 16,0 0 0-16,0 0 3 0,0 0 0 0,0-1 4 15,0 0 3-15,1 0-1 0,1-3 1 0,0 1 1 16,2 0-2-16,0 0-3 0,2-2 0 0,-2 0-3 16,3 1-2-16,-4 0 1 0,4 1-2 0,-1 1 0 15,-2-1-1-15,1-2 1 0,0 1-2 0,1 0-1 16,-1 0 1-16,-1 1-2 0,3 0 2 0,-1 0-1 0,-2 1 0 0,-1 2 1 15,2-1 1-15,-1 0 0 0,0 0 0 0,1 0 2 16,-2 0 0-16,1 1 1 0,3 0 1 0,-4 2 2 16,2-3 0-16,-1 2-1 0,-1 1-2 0,2 2 0 15,-1-2-2-15,2 1 1 0,-3 1-1 0,1-2-1 16,2 2 0-16,-2 1 1 0,0-2 0 0,1 1 0 16,-1-2-1-16,1 1-1 0,0 0 2 0,1-1-1 15,-3 1-1-15,2-1 1 0,0 1 1 0,2 0-1 16,-1-2 2-16,-3 1 2 0,3 1-2 0,-2-1-2 15,0 0 1-15,1 0 3 0,-4-2-2 0,-1 0 1 16,0 2 0-16,0-1 0 0,2 2-2 0,-2-1 4 16,2 0-3-16,-2 0 2 0,0 0-2 0,2 1 4 0,-2-1-12 15,-1-1-13-15,1 2-18 0,0-1-23 0,-3-1 45 16,1 2-36-16,2 0-18 0</inkml:trace>
  <inkml:trace contextRef="#ctx0" brushRef="#br0" timeOffset="-177034.46">15255 14570 47 0,'5'-2'40'0,"1"-1"-15"0,-5 2-16 0,5 1 8 16,-2 0-6-16,2 0-9 0,1 0-1 0,-3 0 0 15,0 1 0-15,1 0-2 0,0-1 1 0,3 0 0 16,1-1 1-16,-1-1 2 0,-2 2-2 0,4-3-2 0,1 1 3 16,-3-1 1-16,3 2-3 0,-2-1 0 0,0-2 2 0,0 1-1 15,-1 0-1-15,0 1 2 0,0 0-4 0,-1-1 2 16,1 0 0-16,2 1-1 0</inkml:trace>
  <inkml:trace contextRef="#ctx0" brushRef="#br0" timeOffset="-176630.7">15267 14714 457 0,'-1'-2'187'0,"-5"1"-131"16,1 0-44-16,1-1 8 0,0 2-9 0,2-1-5 16,1 2 2-16,2-1 6 0,1 0 4 0,3 0 0 15,0-1 1-15,0 1 0 0,3 0 1 0,-1 0-3 16,0-2-5-16,2 2-5 0,-5-2-3 16,2 1 1-16,5 0-3 0,-1-1 1 0,-2 1 1 0,2 0 0 15,-3-3-1-15,2 2 1 0,4 1-4 0,-6 0-9 16,2 2-14-16,1 0-66 0,-1-1 73 0,-1 4-43 15,2 0-35-15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08T03:28:32.321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12462 18139 43 0,'0'0'44'0,"0"1"-3"0,0-1-17 16,1 0 14-16,0-1-3 0,0-1-2 0,3 2-2 15,-4 0-4-15,0-1-2 0,3-1 0 0,1 0 0 16,-2 2 7-16,-2-1 1 0,2 1 3 0,-2-1 3 15,5 0 6-15,-4 0-1 0,-1 1 3 0,1-1-2 16,0 0 0-16,2-1 1 0,-3-3 1 0,2 3-1 16,-2 0-6-16,0-1-1 0,2-2 2 0,0 1-1 15,-4 1-9-15,2-1-1 0,0 2-3 0,2 0 0 0,-2 0-6 16,0-3 0-16,0 2-6 0,0 2-3 0,2-2 0 16,0-2-3-16,-2 3-4 0,0-1-2 0,2-4-1 15,-2 5 1-15,2-1-3 0,0-2 1 0,0 3-1 16,0-1 0-16,1-1 0 0,1 0 1 0,-1 4 2 15,0-1 0-15,-1-3 0 0,1 2 0 0,0-3 0 16,-1 2 1-16,2 1-1 0,-1-1-2 0,2-3 3 16,-1 4-2-16,2-1 3 0,-1-1-4 0,2 2 3 15,-1 0-1-15,2-1 1 0,0 0 1 0,-3 1-1 0,3 1-1 16,-2 0 0-16,0 1 4 0,1-2-2 0,-1 2-1 0,-2 0 1 16,2 0 0-16,0 0 0 0,1 2 0 0,-3 0 0 15,2 2-2-15,-1 1 0 0,0 3-1 0,-1-2 1 16,0 4-1-16,1-1 0 0,0 1 0 0,-1 1-1 15,0-1 0-15,-1-2 2 0,0 3 1 16,1 0-2-16,-2-3 3 0,0 1-1 0,0-2 1 16,1 2-1-16,-2-1 2 0,0 2-2 0,-1-1 1 0,0 0 1 15,0 3-4-15,0 0 0 0,-1 0 1 0,0 0 1 16,-2 0-3-16,1 1 1 0,0 1-1 0,-1-2 0 16,-2 2 2-16,1 0 2 0,-3 1-2 0,3 0-1 15,-3 0 2-15,2-2 2 0,-3 3-1 0,1 0 1 16,0-2 0-16,0-2-1 0,0 0-1 0,0-1 1 0,0 2 2 15,-3-3-3-15,1 2 3 0,0-3 0 0,4-5-1 0,-4 4 1 16,-1-4 3-16,2-1 2 0,3-1-2 0,-3 2 4 16,3-5 0-16,-3 2-3 0,2-1 3 0,2-2-1 15,0 0-3-15,2-5-1 0,-2 5-2 0,0-7-3 16,3 2-1-16,-1-3-1 0,2 2-2 0,-2 0 0 16,0 1-2-16,2 2-1 0,0-1 2 0,2-1-4 15,0 4 3-15,3-1-3 0,-4 0 3 0,4 0-2 16,-2 0 1-16,0-2 1 0,3 1-2 0,-2 0 3 15,3 1-2-15,-2 1 1 0,2-2-1 0,-1 1 3 16,0 2-1-16,4-1 1 0,-3 0-1 0,1 1 2 0,0 1 0 16,-1-1 1-16,1-1 0 0,0 2-2 0,-1 1 1 15,-1 0 1-15,1 0-1 0,1 3-1 0,-1-2 0 16,-1 1 0-16,2 0 0 0,-3 1 2 0,2 0-1 16,0 0-1-16,-2 0 0 0,-1 1 1 0,1 1 0 15,-2-2 2-15,1 1-2 0,0 0 0 0,-3-1 2 16,3 0-1-16,-1 1 1 0,0-2-3 0,0 0-3 15,0 0-9-15,-1 1-4 0,3 1-15 0,-2-2-12 16,0 0-9-16,1-1-15 0,-1 1-9 0,-1 0-15 0,3-1-64 16,-2 0 103-16,1-1-57 0,2 0-23 0</inkml:trace>
  <inkml:trace contextRef="#ctx0" brushRef="#br0" timeOffset="875.09">13144 18198 301 0,'0'-6'179'15,"3"1"-76"-15,-2 3-52 0,1-2 35 0,0-1-8 16,1 1-10-16,-3-2-4 0,2 3-1 0,-2-2-5 16,2-1 1-16,-1 3-7 0,1-1-3 0,-1 1-9 15,2 0-4-15,-1 0-3 0,0-1-4 0,-1 3-5 0,-1-1-5 0,1-1 2 16,-1 1-4-16,0-2-5 0,-1 2 0 0,0 2 0 15,-1-2-3-15,1 2-1 0,-2-1-2 0,2 0-2 16,-1 1 0-16,-2 1-1 0,0 0-1 16,1 0 0-16,-2-1-1 0,-1 2-1 0,0 1 0 15,0-1 0-15,-1 0 0 0,0 0 2 0,-1 1-2 0,1 3-3 16,-3-2 1-16,3 0 2 0,0 0-2 0,-2 1 0 16,3 1-1-16,-1-1 1 0,0 1 2 15,-1-1 0-15,3 1 1 0,-2 0-1 0,2 0 0 0,-2-2 0 16,1 2 0-16,1-3 0 0,2 0 0 0,1 2-1 15,-2-2-1-15,1-1 2 0,3 1 0 0,-1 1-1 16,0-2 2-16,0 0-1 0,0 0 0 0,1-1 1 0,0 3 1 16,-2-3-2-16,2 0 1 0,0 0 1 0,4 0-2 0,-3 1 0 15,3-1 0-15,-2-1 3 0,0 1-1 0,3-1 0 16,-4 0 0-16,2 1-2 0,-3-1 1 0,1 0 0 16,3 0 0-16,2 0 0 0,-2 0 0 0,-1 0-1 15,3-1 0-15,-1 0 1 0,1 1-1 0,-1-2 1 16,0 1-1-16,-1 0-1 0,0 1 1 0,2 0-2 15,-1-1 2-15,0 1-2 0,0 0 2 0,1 1-1 16,-1 0-2-16,-1 1 2 0,2-1 0 0,-3 1 2 16,1 0-1-16,-1 0 0 0,1 0-1 0,-2 0 1 0,2 0 1 15,-1 0 1-15,0 2-2 0,0 0-2 16,1-1 0-16,-1 1 2 0,0 0 0 0,0 2 0 16,-1-2 0-16,0 0 0 0,-2 0 0 0,2 1 0 0,-1 1 2 15,-1-1-3-15,0 1 1 0,0-2 0 0,-1 2-1 16,1 0-1-16,0 2 0 0,-2-2 2 0,2 1 0 15,0-1 0-15,-2 1 0 0,0 1 1 0,-1-2 0 16,0 0 0-16,0 2 1 0,-1-2 0 0,0-1 0 16,0 0 1-16,-1 0 0 0,1 0 2 0,-1 0 0 15,-1-1 3-15,1-1-2 0,-1 0-1 0,0 0 1 16,-1-1 0-16,-1 1 0 0,3-2-1 0,-1 0-3 0,2 1 1 16,-4-1 3-16,2 1-4 0,1 0 1 0,1-2 0 0,0 3-2 15,-2-3 3-15,1 1 0 0,2-1-2 0,-2 1 0 16,2-1 1-16,-2 1 0 0,3 0 0 0,-2 0-7 15,-1-1-7-15,1 1-7 0,-3 0-9 0,6 3-33 16,-2-4-19-16,-1 1-27 0,0-1-36 0,2-1 92 16,1 1-68-16,1-2-18 0</inkml:trace>
  <inkml:trace contextRef="#ctx0" brushRef="#br0" timeOffset="1322.84">13276 18176 364 0,'0'-6'227'15,"-1"1"-113"-15,0 3-75 0,-1 0 65 0,1 2-64 16,-2 0 4-16,2-1-14 0,1 2 7 0,0 0 2 16,1 2 1-16,-1 0 5 0,0-1-3 0,2 2-2 0,2 0-3 15,-2 1-7-15,-1-2-7 0,3 2-3 0,-3 0 2 16,1 0-6-16,0 2 0 0,-1 0 0 0,-1-1-1 16,2 2 0-16,0-1-2 0,4 1 1 0,-5 1-1 15,0-3 0-15,1 1 2 0,0 0-2 0,2 1 1 16,-4 0-2-16,0-2 0 0,0-1-3 0,0 3-3 15,2 0 3-15,-1 0-4 0,0-1 0 0,-1-1 0 0,1 2 1 16,-1 0-2-16,0 0 1 0,0-2 4 0,1-1-3 16,-1 3 1-16,0-3 1 0,0 1-2 0,0-2 1 15,0 2-3-15,1-2-4 0,-1 2-7 0,0-2-5 0,0-1-18 16,0 2-8-16,0 0-12 0,0-3-10 0,2 2-30 16,-1-2-12-16,-1-2-11 0,0 1-18 0,0-1 81 15,-1-1-55-15,1-1-7 0</inkml:trace>
  <inkml:trace contextRef="#ctx0" brushRef="#br0" timeOffset="1822.05">13214 18159 152 0,'0'-2'99'0,"1"-1"-34"0,1 3-27 0,0-1 37 15,3 1 2-15,-1 0-4 0,-1-2 5 0,1 1-4 0,2-1-1 0,2 2 4 16,1-2-7-16,-2-1-17 0,3 3-9 0,-1 0-4 16,6-1 2-16,0 0-9 0,1 1 2 0,-2-1-6 15,-2 1-3-15,1 0 2 0,0 0-3 0,-1 0-1 16,2 0-10-16,-2 2 2 0,-1 1-2 0,-1-1-2 15,-1 0 0-15,2 3-5 0,-2 0 0 0,0 0 2 0,-4 2-3 16,0-1 2-16,-1 3-3 0,1 0-1 0,0-1 2 16,-2-1-3-16,1 2 0 0,-2 1 0 0,1-1 4 15,-3-1-4-15,2 2 1 0,-2 0 4 0,1 0-5 16,-1-1 4-16,0 1 1 0,-3-2 0 0,2 3-3 16,-3 0 1-16,0 0 1 0,3 0-3 0,-5 1 3 15,2-1-2-15,2-1-2 0,-5 2 1 0,3-1 2 16,1 0-2-16,-3-2 1 0,-3-1 1 0,2 2-1 15,-3 0 0-15,-1-1 1 0,2-3 0 0,2 1-1 16,-3 2 2-16,3-4-1 0,1-1-1 0,-3-2 3 16,0 1 1-16,-2-2 2 0,2 1-3 0,-2 0 4 15,2-3 0-15,0 1 1 0,-1-1 0 0,1-1 0 16,4 2-3-16,-2-2-2 0,3-1-3 0,-2-3-15 16,0 3-10-16,1-3-10 0,1 2-12 0,1-1-39 15,-1-2-22-15,1 1-28 0,-1 2-37 0,4 1 108 16,-2 0-77-16,2-1-20 0</inkml:trace>
  <inkml:trace contextRef="#ctx0" brushRef="#br0" timeOffset="3155.72">13874 18325 121 0,'1'-6'137'0,"0"1"-19"0,0 0-44 16,-3 1 32-16,-1 1-5 0,2-1-6 0,1 1-7 16,-1-1-9-16,-3 2-3 0,2-1-8 0,2-2-17 15,-3 3-9-15,2 0-6 0,-5 0-7 0,3 1-14 16,-1-1-3-16,0 0-4 0,1 1-1 0,-2 1-6 16,1 0 4-16,-3 3 2 0,2-2 2 0,2 0 2 0,-5 2 1 0,3 0 5 15,-3-1 1-15,-1 3 0 0,3-3-1 0,-1 1-1 16,-2 3 1-16,0 0-3 0,1-1 0 0,-2 0-5 15,5 3-3-15,-3-2 2 0,2 2-1 0,-1 1-1 16,5-1-2-16,-2 0-1 0,1 1 0 0,2 0-2 16,-1 1 3-16,1 0-1 0,1-2 0 15,1 0-2-15,1 1 3 0,0-1-2 0,3 1 3 0,-2-2-1 0,1-2 0 16,2 2 1-16,-1-1 1 0,1-2 0 0,0 1-1 16,1-3 4-16,-1 2-3 0,0-2 1 0,4-1 2 15,-3-1-1-15,2 1 1 0,2-1-1 0,-3-1 1 16,0 0 0-16,-1-4-1 0,1 4 2 0,0-2-2 15,0 0 0-15,2-2-1 0,-7 3 1 0,3-2-2 16,0-1-1-16,-1 3-2 0,1-4 1 0,-2 1-3 16,-2 0-1-16,-4-2 1 0,4 2-1 0,-2-4-2 15,-2 1 2-15,-1-1-3 0,0 1 0 0,-1-1 3 16,3-1-2-16,-4 2-2 0,0-1 3 0,0 2-1 16,1 1 1-16,-6-1 1 0,6-2-1 0,-5 4 1 15,2 2-1-15,2-3 1 0,-4 2-2 0,1-2 2 16,3 4 0-16,4-1 0 0,-6 1 0 0,1-3-1 15,4 2 1-15,-3 1-1 0,4 1 1 0,-1-2-1 16,-1 2-1-16,0 0-1 0,0 1 0 0,3 0-3 0,-2-1 2 16,0 1-3-16,2-1 3 0,0 1-3 15,0 0 1-15,4 1-1 0,-2-1 2 0,3 0 1 16,-1 1 0-16,-1 0 1 0,1 0-3 0,1 0 3 16,-2 2-1-16,6-1 0 0,-3 0-1 0,2 1 0 0,3 0 2 15,-3-1-1-15,1 0 0 0,2 2 1 0,-4 0 1 16,0 0 0-16,2 0-1 0,-6 1 3 0,6-1-2 0,0 2 1 15,-3 1 1-15,1-3 0 0,-1 1-1 0,2-1 1 16,1 2 0-16,-4 0 0 0,0 0-1 0,-1-1 1 16,1 0-1-16,0 0 0 0,0 0-1 0,1 1 2 0,-2-3-3 15,2 3 1-15,-1-1 3 0,1-1-1 0,-3 1-1 16,3 1 0-16,-2-2 0 0,0-1 0 0,-1 3 1 16,1-3 0-16,-2 1 1 0,2 2 0 0,-1-2-1 15,0-2 2-15,0 3 0 0,-2-2 0 0,2-2 2 16,0 1 0-16,-2-2 0 0,1-1-1 0,-2 1 5 15,0 0-1-15,0 0 0 0,2-2 1 0,-2 1 0 16,0-2 1-16,-2 1-2 0,1-1 1 0,1-1-1 16,-1 0-1-16,1-3 0 0,-1 3 0 0,-3-2-1 15,4 2-4-15,-2-2 3 0,2 0 0 0,-1-1-1 16,-2 0 0-16,0 0-2 0,1 0 1 0,1 0 0 16,0-1 0-16,-2 2-1 0,1-1-1 0,-1 0 0 15,2 2-1-15,0 1 1 0,0-2 0 0,1-1-2 16,-1 2 2-16,1 0 0 0,0 1-1 0,1 0 1 15,0-2 1-15,0 3-1 0,2-1-1 0,-1-1 0 0,-1 1-2 16,2-2 1-16,1 2 1 0,0-2-2 0,1 0-1 16,0-1 2-16,0 1 2 0,2 0 1 0,-1 0 2 15,1-1 2-15,0 1 1 0,1-1 4 0,0 2 4 16,-2-2-3-16,2 1 4 0,0 0-3 0,-1 0 2 16,1 0-2-16,1 2 1 0,-2-1-4 0,3 1-1 15,0 2 0-15,-2 0-3 0,3-3-3 0,0 5 0 16,-4 0-2-16,2 0 0 0,-1 0-1 0,-1 1 1 15,2 0 0-15,-2 2 0 0,-2-1 2 0,3 0-1 16,2-1 1-16,-5 1-2 0,3 0-4 0,-2-1-8 16,0 3-7-16,-2-2-9 0,3-1-10 0,-6 3-15 0,-2-2-48 15,6 0-27-15,-4 2-37 0,2-3 108 0,0 2-81 0,-1 2-55 16</inkml:trace>
  <inkml:trace contextRef="#ctx0" brushRef="#br0" timeOffset="5507.85">14823 18198 86 0,'-1'-3'107'0,"-1"1"-10"0,2 0-36 0,-2-1 22 0,4 1-6 15,-2 0-3-15,0-1-11 0,0 0-7 0,0 1-4 16,0 0-5-16,0-1-7 0,0 1-1 0,0-3 1 15,0 2-3-15,0 1-6 0,-2-2-2 0,2 1 3 0,2-1-2 16,-2-1-4-16,0 1-1 0,0 3-1 0,0-3-1 16,1 0-1-16,0 2-2 0,-1 0-4 0,0 0-4 15,1 1-2-15,-2-2-2 0,2-1-4 0,-3 4-2 16,1-2 0-16,1 1 3 0,-4-3-3 0,1 0 1 0,1 0 4 16,-2 0 1-16,3 3 4 0,0-3-1 0,-3-2 0 15,4 4-2-15,-1-1 2 0,0 2-1 0,1-2-3 16,-2-1-2-16,2 1-3 0,-4 1 2 0,2-2 0 15,1-1 2-15,-3 1-2 0,4-3 2 0,-2 4-1 16,-1-3 2-16,-4 3 1 0,1 0-1 0,2 0-1 16,0-1-1-16,0 0 0 0,-3 3 1 0,0-2-2 15,4-1-2-15,0 3 2 0,-4-3-2 0,0 5-1 16,2-1-1-16,-2 1 1 0,0-1-1 0,4 0 0 16,-3 1 0-16,-2-1-2 0,2 2-1 0,1-2 3 15,-2 0 1-15,-1 4-1 0,2-1 0 0,-1 1 0 16,0 2 3-16,1 0 3 0,-2 1 3 0,2-2-1 15,0 1 3-15,0-3-1 0,0 4 4 0,-1-3-1 16,3 0 1-16,-1 3-1 0,0-4-1 0,0 4-1 16,0-1 0-16,1 0 1 0,-1-1-3 0,-1 2 3 15,2-3-4-15,2 0 1 0,-3 2-3 0,3-2 0 16,-1 2-2-16,2 2 1 0,-1-4-1 0,1 0-2 0,1 2-2 0,0-1 1 16,0 0 2-16,3-1-2 0,-2-1 1 0,2 1 0 15,-2 1-2-15,2 0 2 0,1-2 1 0,0-1-2 16,0 2 0-16,1 1 2 0,-1-3 0 0,0 1 1 15,0-1 0-15,1 0 1 0,0 0 1 0,-1 0 0 0,0-1 0 16,1 1-1-16,1-1 0 0,1-1-1 16,-2 0 0-16,3 0 1 0,-1 0 0 0,-2 0 1 15,3 0-2-15,-2-2 2 0,0 1-2 0,3 0 3 16,-2 0-2-16,0 0-3 0,3-1 2 0,-2-3-4 16,-1 2 4-16,4 1-3 0,-6-2 1 0,2 3-1 0,1-1-1 15,-2-1 1-15,-1 2-1 0,2 0 2 0,1-2-2 16,-5 2 0-16,3-2 0 0,-1 0 1 0,-2-1 0 15,2 0 0-15,0 2-1 0,-3 0 0 0,2-2 0 16,-2 3 0-16,-1 0 0 0,0-1 0 0,1 2-2 16,-1-2 1-16,-1 1 1 0,0-1-2 0,0 2 1 15,0-2-3-15,0 1 1 0,-1 0 0 0,-1 1 1 16,1 1-1-16,1 0 0 0,-1 1 3 0,-1 0 0 16,1 1 0-16,0 0 1 0,1 2 1 0,-3-3 0 15,1 2-1-15,-2 2 2 0,2 0-1 0,-2 2 0 16,2-1-1-16,0-1 3 0,-4 2-3 0,4-1 3 15,0 1 1-15,0 2 0 0,-1-2 0 0,0-1 4 16,-1 2 3-16,1 0-4 0,2 0 6 0,-4-1 0 16,3 0-2-16,0 0-1 0,-1 0 1 0,0 2-4 15,0-1 2-15,1 0-2 0,-1 1 0 0,0 0-2 0,2-2 2 16,0-1 0-16,0 0 0 0,-1 1-1 16,1-2-1-16,-1-2 3 0,2 1-2 0,0-2 1 0,2 1-2 15,-2-3 2-15,0 1-2 0,1-1 2 0,-1-1-1 16,0 2-1-16,0-2 2 0,-1-2-1 0,1 1 0 0,0 1-8 15,0-1-5-15,0 0-10 0,0-1-10 0,2 0-12 16,0-2-45-16,0 0-28 0,2 1-31 0,-4-2-42 0,3 1 118 16,0 0-89-16,0-2-25 0</inkml:trace>
  <inkml:trace contextRef="#ctx0" brushRef="#br0" timeOffset="6192.5">15019 18097 544 0,'-3'-2'250'0,"0"2"-142"0,-1 0-63 0,1 1 31 15,0 3-7-15,1-3-1 0,-3 3 1 0,2-1-14 0,0 1-4 16,-1 1 0-16,1 0-4 0,0-2-17 0,0 2-4 16,0 2-4-16,1-3-3 0,0 0-4 0,0 1 1 15,1-3-6-15,1 3-1 0,0-3 1 0,0 0-1 16,1 0-3-16,-1 1 1 0,0 1 0 0,0-1 1 16,2 0-3-16,-2-1 1 0,0 1-3 0,1-1 2 15,1 1 1-15,2-2-3 0,-1 0 2 0,-1-1-1 16,1 3 2-16,-2-3-1 0,4 0 1 0,-3 0-1 0,1 0 0 15,-1 0-1-15,2 1 1 0,-1-1-1 16,0 0-1-16,-1 1 1 0,4 0-2 0,-5 0 0 0,2 0 0 16,1 1 1-16,-2-1-1 0,1 3-2 0,-1-3 2 15,3 1 0-15,-2 0 1 0,-1-1 0 0,1 0 0 0,1 3 0 16,1-2 1-16,-3 0 2 0,2 1-2 0,0-1 1 16,-1 2-1-16,1 0 2 0,-2 0-2 0,2 0 0 15,-4-1-2-15,6 1 2 0,-5 2-2 0,1-2 0 16,-1 2 0-16,0-2 0 0,0 2-1 0,0-2 2 15,0 1 3-15,-1 1-2 0,0-2 2 0,1 3 0 16,-1-1 1-16,0 0 0 0,0-2 1 0,0 3-2 0,-1 0 1 16,0 0-1-16,0 0 0 0,-1-2 0 0,1 2 0 15,-2 0 2-15,0 1 0 0,0-1 4 0,1-1 0 16,-1 2 2-16,0-3 0 0,0 1 1 0,0-2-2 16,0 0 0-16,-3 2-1 0,2-2-3 0,0-1-1 15,0 1-2-15,0-2 0 0,-1 2-1 0,-1-1 1 16,1-1-2-16,2-1 4 0,-2 0-2 0,-1 0 2 15,0 0-2-15,-2-2 1 0,1 0 1 0,1-1 1 16,-2 1 1-16,-2-5-4 0,3 4 0 0,-1-2-1 16,-2 0 1-16,4 1 1 0,-3-1-3 0,-1 0-7 15,3 2-2-15,-3-1-5 0,4 1-1 0,-2 0-16 16,-2-1-9-16,6-1-10 0,-3 2-8 0,2 0-20 16,2-2-19-16,4 2-15 0,-6-1-19 0,5-1-89 15,0 1 149-15,-3-1-92 0,3 2-41 0</inkml:trace>
  <inkml:trace contextRef="#ctx0" brushRef="#br0" timeOffset="6574.58">14997 18093 413 0,'1'-7'223'0,"3"3"-88"0,-3 0-66 0,3-1 46 15,1 0 1-15,-1-3-10 0,-1 4-29 0,2-3-6 0,-1 4-3 16,1-2-8-16,2 0-6 0,-4 3-20 0,2 0-5 16,0 2-5-16,0 0-2 0,-1 0-5 0,1 0-3 15,0 0-2-15,-1 1-3 0,2-1 4 0,0 2-3 16,-1 0-1-16,0-2-1 0,1-1-1 0,-3 2 0 15,2-1-1-15,1 2 0 0,-2-2-2 0,2 0 0 16,-2 3 1-16,1-3 0 0,1 1-1 0,-1 1-1 16,2-2 1-16,-2 0 1 0,1 0-1 0,-2 0 0 0,1 1-5 15,0 1-8-15,1-1-3 0,-2-1-8 0,0 1-4 16,1-1-7-16,1 3-18 0,-1-2-10 0,-1 0-11 16,0-1-5-16,0 4-16 0,-1 1-66 0,-1 0 105 15,-2 0-68-15,1 0-17 0</inkml:trace>
  <inkml:trace contextRef="#ctx0" brushRef="#br0" timeOffset="6994.76">15218 18611 784 0,'4'5'295'0,"-4"-5"-227"0,0-5-58 0,2 1 6 16,1 1 6-16,1-1 3 0,-3 3 3 0,2-5 12 15,1 0 4-15,2 4-1 0,-3-1 1 0,3 2-6 16,-3-4-9-16,7 1-8 0,-4-3-3 0,1 5-5 16,-2-4-3-16,-3 0 1 0,6-1 0 0,-3 1-4 15,-2-2 0-15,2 1 1 0,0 1-1 0,-4 0-4 16,2 2 1-16,6 1 0 0,-7-5 0 0,2 5 0 16,0-1 0-16,-4 0-1 0,4 2-1 0,3-5 1 15,-5 4-3-15,-2-2 0 0,3 2-1 0,-3 0-3 16,1 0-2-16,0-2-4 0,-1 3-2 0,0 0-5 0,0 1-5 0,-1 1-17 15,-1-1-10-15,2 0-9 0,0 1-14 0,0 1-16 16,-2-1-82-16,2 1 118 0,0 1-75 0,0-2-23 16</inkml:trace>
  <inkml:trace contextRef="#ctx0" brushRef="#br0" timeOffset="7557.84">15489 18182 97 0,'0'5'109'0,"-3"3"-11"15,-1-2-33-15,2 2 27 0,0 0-1 0,0-1-9 16,0 1-5-16,-2 1-3 0,2 0-4 0,0-3-15 0,0 1-9 16,0-1 10-16,0 1-5 0,0-1-9 0,2-1-1 15,-1-1-1-15,0 2 2 0,0-2-3 0,1 2 1 16,-2-3-12-16,2 1-3 0,0 0 1 0,0-1-2 15,0-1-2-15,-1 0-6 0,1 1 0 0,0 0-2 16,0-1-4-16,0 1 5 0,0-1-3 0,1 1 0 16,-2-1 0-16,2 0-1 0,-1-1 2 0,0 1 0 15,2-2 1-15,-2 2-4 0,1-2-1 0,0 1 1 16,2 1-1-16,-1-2-1 0,-1 1-2 0,2 0 1 16,-2 1 0-16,0-1-1 0,1 0 2 0,-1 1-2 15,2-1 1-15,-1 1 2 0,1 0 1 0,-1-1 0 16,3 0-1-16,-2 0 1 0,1-1 0 0,1 1-2 0,0 0 1 15,0-1-1-15,0 1-2 0,0-1 0 0,-1 0 0 0,3-1 1 16,-1 0-2-16,0-1 0 0,-2 0 1 0,2 0 0 16,-1-1-2-16,0 2 0 0,-2-2-2 0,3 2 0 15,-4 0-10-15,1-1-4 0,0 0-9 0,-1 1-8 16,2 0-27-16,-2 1-15 0,1-1-21 0,1 1-22 16,-3-1-91-16,2 0 143 0,0 0-91 0,0 1-41 15</inkml:trace>
  <inkml:trace contextRef="#ctx0" brushRef="#br0" timeOffset="7891.29">15610 18112 377 0,'-2'-3'214'0,"1"5"-92"0,-3 1-56 16,2 0 26-16,-2 3-2 0,1 0 2 0,2 1-5 16,-2 2-2-16,-1 1-6 0,2 0-1 0,0 1-7 15,0 0-7-15,1 1-5 0,0-1-7 0,-2 0-11 0,1 1-7 0,1 1 2 16,0 0-4-16,0 0-10 0,-1-1 0 0,1-1-3 16,-2 3 1-16,1-1-2 0,1 1-2 0,0-2-5 15,-1 0-2-15,2 0 0 0,-2 2-1 0,1-3 2 16,1 1-5-16,-3 1-1 0,2-3-1 0,1 3 1 15,0-4 0-15,0 1-4 0,0 0-5 0,-1 0-10 16,1-1-7-16,0-1-33 0,0 1-18 0,2-4-26 16,-2 1-32-16,3 4 83 0,0-3-65 0,0-3-17 0</inkml:trace>
  <inkml:trace contextRef="#ctx0" brushRef="#br0" timeOffset="8425.91">15858 18178 330 0,'-9'-2'202'0,"0"2"-85"16,4 5-60-16,-3-1 36 0,0 0-11 0,2 3-9 15,-1-2-2-15,3 5-7 0,-5-2-3 0,5 1-3 0,-4-1-3 16,2 0-4-16,0 1-1 0,3 0-9 0,-3-1 0 16,-1 0-1-16,5-1 1 0,-5 3-5 0,3-2 0 15,-3 2-2-15,4 0-4 0,0-1-4 0,-2 2-5 16,6-3-2-16,-1 5-4 0,-1-5-2 0,3 2 0 16,6-1-2-16,-6 0-1 0,3-1-2 0,-3 1 0 15,0 0 1-15,0-3 0 0,4 1-3 0,0 0 0 0,-1-2 3 16,0 1-2-16,2-4 0 0,0 0 0 0,1 0-2 15,1 1 2-15,-2-3 2 0,0 0-2 0,0 2-1 16,-4-2 3-16,4 0-1 0,-1 0-1 0,-2 0 0 0,2-2 1 16,-2 0-2-16,2 0 2 0,-3 0-3 15,1 0 0-15,0-1 0 0,1 0 0 0,-4-2-1 16,2-1-1-16,-3 2 0 0,0-2-2 0,0 0 1 0,0 0-1 16,-1 0 0-16,1 0 0 0,-2 0 0 15,0-1-1-15,0 2-1 0,1-2 2 0,-6 1-1 0,3-1 1 16,-5 2-1-16,-1-1 1 0,2 3 1 0,-2-2-1 15,-3 2 1-15,4 1-2 0,-2 1 0 0,5 1-1 16,-1-1 0-16,-6 1-3 0,5 2 1 0,1 0 2 16,-2 0-1-16,2 3 1 0,2-2-5 0,-6 1-12 15,9 1-9-15,-1-1-9 0,0-1-13 0,-1 3-42 16,3-2-22-16,-1 1-29 0,2-1-35 0,1-1 112 16,0 1-80-16,3-1-18 0</inkml:trace>
  <inkml:trace contextRef="#ctx0" brushRef="#br0" timeOffset="9409.09">15985 18095 189 0,'-2'-2'117'0,"1"1"-47"0,0 1-33 0,-2 2 38 15,2 1 4-15,0 0-7 0,-1-1 2 0,0 1 2 0,0 0 8 16,-1 2-2-16,1-2 0 0,0 0-17 0,1 0-8 16,-1 2 2-16,1-2-3 0,0-2-5 0,1 2-9 15,0-1-3-15,0 0-1 0,0 0-4 0,1-1-3 16,-1-1-6-16,0-1-3 0,3 2-2 0,-3 0-2 15,0-2-4-15,0 1-2 16,1 0-1-16,2-1 1 0,0-2-5 0,0 1 0 0,1 2 0 0,-1-5-1 16,3 1 0-16,-1 0-2 0,0 1-1 0,-2 0 0 0,3-1 0 15,-1-1-2-15,3 2-1 0,-3 0-2 0,1-1 1 16,-1 1-2-16,2 1 1 0,-1-1-1 0,0 0 0 16,-2 1 1-16,-1 1-1 0,4-1 2 0,-2 0-2 15,0 0 3-15,0-1-1 0,0 2 1 0,0-1-2 16,1-1-1-16,-2 1 1 0,-1 1-2 0,2 0 1 15,-1 1-3-15,0 1-2 0,-1 0 1 0,-1 3 0 16,1 0-2-16,-3 0 1 0,1 0 3 0,-1-1-2 16,-2 2 1-16,0-2 3 0,0 1-3 0,-2 1 1 15,1 0 0-15,2-1 1 0,-5 2-4 0,2 0 3 16,-1 0 0-16,0 3-2 0,-1-1 5 0,0-2 4 16,1 3 1-16,-3 2 3 0,3-1 2 0,-2 0 3 15,2 1 0-15,-2-2 1 0,3 1 2 0,-2-1-3 0,2-1-2 0,-1 0 1 16,1 1-1-16,1-1-1 0,0-2 0 0,2 1-1 15,-2-2 1-15,2 1-1 0,0-1 1 0,1-1-1 16,0-2 2-16,0 0-1 0,0 0 2 0,1-1-2 16,1-1-8-16,1 0-1 0,1 0-5 0,0-2-6 15,3-1-13-15,-2 1-8 0,2-3-5 0,0 1-4 16,1 0-10-16,0 0-3 0,1-1 1 0,-2 3 1 16,0-2 7-16,0 1 7 0,0 1 4 0,-2 1 4 15,1-1 13-15,-4 0 7 0,1 1 2 0,2 0 4 16,-3 0 3-16,0-1 0 0,0 1 1 0,2 1-1 15,-4 0 1-15,1 0-1 0,-1 0-2 0,0 0 3 0,0 1 1 16,-1 0-2-16,-3 1 1 0,0 0 3 0,1 1 8 16,-1-1 1-16,0 0 3 0,0 1 3 0,-2 1 4 15,2-1 3-15,-2 1 4 0,2 0-1 0,-4 0 3 16,2 1 1-16,-2 2 2 0,0 1-3 0,2-2 0 16,-1 3-1-16,0-1-2 0,-1 2-1 0,0 2-7 15,-1 0-1-15,4 0-5 0,-3 0 1 0,2-1-4 16,2 2-4-16,0 3-1 0,0 0 0 0,0-3 0 15,2 1-3-15,1 2 3 0,0 1-3 0,1-1 2 16,-1-1-2-16,1 0 3 0,0-3-2 0,1 2 0 16,-1-2 0-16,2-4-1 0,-1 4 1 0,3-5 1 15,-1 3 3-15,0-2-4 0,2 1 6 0,-1-4-2 16,1 3 2-16,1 0-1 0,0-8 3 0,1 1-2 16,1-1 1-16,-1-1 3 0,1-1-5 0,1-2 3 0,1 1 0 15,1-1 0-15,-3-3-3 0,2-1 2 0,1-3-1 16,-1-2-2-16,1 1 1 0,0-4 1 0,-2-2-2 15,-2 1 0-15,2-1 3 0,-2 1-2 0,-2-2-1 16,1 0 1-16,-3 2-1 0,-1 1-7 0,-3 2-3 0,1-2-17 16,1 0-13-16,-1 4-15 0,-2 3-13 0,-1 1-19 15,-2 0-58-15,3 4-39 0,-1-2-45 0,-2 4 147 16,-2 2-128-16,0 0-51 0</inkml:trace>
  <inkml:trace contextRef="#ctx0" brushRef="#br0" timeOffset="22185.64">17478 14376 27 0,'3'0'27'0,"-2"-2"-10"0,2 0 18 0,-3-2-9 15,2 3 11-15,-1-2 8 0,1 2 4 0,0 1 3 16,-1-2-5-16,1 0 6 0,-2 1-1 0,0 1-3 16,0-2-1-16,0 1-8 0,0 0-7 0,0 0-4 15,2 1-6-15,-2-1-7 0,0 0-4 0,0 2 0 16,0 0-2-16,0 0 1 0,0 1 3 0,0 0 2 16,0-2 1-16,0 4 3 0,0-3 2 0,0 0 0 15,0-1 1-15,0 1-1 0,-2 0-1 0,2 1 1 16,0-1-1-16,0 2 0 0,0-1-4 0,0 2 0 15,0-1-3-15,0 1-2 0,0-2 0 0,-1-1-3 16,1 3 0-16,0-1-4 0,0-1 1 0,-1-1-2 0,1 2 2 16,0 0-2-16,0 2 1 0,0-1 1 0,0 1 1 15,-1-1 1-15,1 0 1 0,0 0 2 0,0 1 0 16,0-1 4-16,0 0-1 0,0 0 1 0,-2 0 2 16,2 2 2-16,0-1-2 0,-1 3-1 0,1-2 1 15,-1 1-5-15,1 1 0 0,0-2-2 0,-1 2-2 16,1 0-2-16,0 1 1 0,0 0 0 0,1 2-2 15,-1-2 3-15,0 3-1 0,1-1 3 0,0 1 0 16,1 0 1-16,-1 0 0 0,0-2-1 0,-1 1 3 16,1 0 1-16,1 2-2 0,-1-2 2 0,-1-1-2 15,1 0 2-15,-1-3 0 0,1 5 1 0,0-2-4 16,-1-3 0-16,0 2-2 0,1-2 0 0,-1 3-3 16,3-1 0-16,-3-1-2 0,1-4-2 0,-1 4 3 15,0-4-2-15,2 1 1 0,-2 1-2 0,-2-3 3 0,2 2-2 16,0-1 1-16,0 0 1 0,0 0-2 0,0-1 3 15,-1-1 0-15,1 0-2 0,0 1 1 0,0-2-3 0,0 2 4 16,0-3-1-16,0 2 0 0,0-1-1 0,-1 0 0 16,-1 1 1-16,1 0 0 0,1-1 1 0,0-1-3 15,-1 1-3-15,1 1-9 0,0 0-4 0,-1-1-8 16,1-1-9-16,0 1-31 0,0 0-17 0,0 1-22 16,0-2-26-16,0 0 82 0,0 0-63 0,0 0-13 0</inkml:trace>
  <inkml:trace contextRef="#ctx0" brushRef="#br0" timeOffset="22828.44">17370 14679 93 0,'-3'0'47'0,"1"-2"-22"0,-1-1-11 0,1 3 5 16,2 1 11-16,-2 0 5 0,2-1 16 0,0-1 5 16,-3-1 4-16,2 1 4 0,1 1 13 0,-3-5 1 0,2 3-3 15,1 0-5-15,-1 0-9 0,1-1-3 16,1 3-5-16,0-1-3 0,0 1-14 0,2-3-4 0,-2 1 0 16,1 1-4-16,0-1-7 0,-1-2-4 0,1 2-1 0,1-1 2 15,-1 3-2-15,1 1-1 0,-1-1-1 0,2 0-2 16,0 0 6-16,-3 1 1 0,2-1 2 0,1 0-2 15,0 0 4-15,0-2 1 0,3 2 1 0,-4 0-1 16,3-2-1-16,-2 0-1 0,0 1-2 0,2 1 0 16,-1 0-5-16,0-2 1 0,2 0-5 0,-1 1 2 15,0 0-3-15,1-1-2 0,0-2 0 0,0 1-1 16,1 1-2-16,0 1 0 0,-2-1 1 0,3 1-1 16,0-3 1-16,-1 4 0 0,2-2-1 0,-1 1 0 15,-2-1 1-15,0 0-1 0,2 2-2 0,1-3 1 16,-4 3-3-16,1 0 0 0,3 0 2 0,-5 0-1 0,2 0-2 15,-3 0 0-15,3 1 3 0,-5-1-3 0,2 0 1 16,-2 0 2-16,2 4-4 0,3-3 3 0,-6-1 0 16,5 2 0-16,-4-2-2 0,5 0 0 0,-3 1 0 15,0-1 2-15,-2 0 0 0,0 0-2 0,1 0 1 16,1 2 0-16,-2-2 1 0,0 3-1 0,-2-3-5 16,1 1-6-16,-1-1-3 0,0 2-8 0,0 0-18 15,2 0-14-15,-1 1-14 0,-2 1-16 0,0-2-57 16,1 1-38-16,3 2 116 0,-1-2-87 0,-2 0-25 0</inkml:trace>
  <inkml:trace contextRef="#ctx0" brushRef="#br0" timeOffset="23362.28">17886 14446 258 0,'0'-3'147'0,"-1"-2"-60"0,0 2-42 15,1 0 16-15,0 1-1 0,0-1 3 0,0 1-2 16,0 0 0-16,0 1-3 0,0-1-2 0,0 2-2 16,0-1 0-16,0 1-5 0,0 0-5 0,0 0-9 15,0 0-3-15,-2 1-2 0,1 1-2 0,0 0-1 16,0-1-1-16,0 2 3 0,1 1 0 0,-1 0 3 16,1 1-1-16,-2-1 2 0,0 1-2 0,2 1-5 0,-2-1-2 15,0 2-2-15,0-1 0 0,1 2-8 0,-1-1 0 16,2 0-6-16,-1 2 1 0,1 1 0 0,-1 0 0 15,1-3-3-15,0 3 0 0,-1 0 2 0,1 0-2 16,0 0 2-16,0 1 0 0,0 0-2 0,0 0-1 16,2 2 0-16,-1-2-1 0,-1 1-2 0,2 0 2 15,0 0 0-15,0-1 0 0,1-1 2 0,-2-1 0 16,2-2 1-16,-2-1-1 0,0 1 2 0,1-2 0 16,1-1-1-16,-1-1 0 0,-1 2-2 0,2-1 0 15,-1 2-5-15,0-6-6 0,1 3-6 0,-2-3-5 16,1 0-6-16,0 2-17 0,-1-2-7 0,1 2-8 15,-1-3-9-15,3 1-22 0,0 1-11 0,-3-1-17 0,3 1-20 16,-2-3 85-16,0-1-56 0,1 0-11 0</inkml:trace>
  <inkml:trace contextRef="#ctx0" brushRef="#br0" timeOffset="23815.71">18112 14419 424 0,'0'-6'158'0,"0"3"-121"0,-1 1-30 0,0-1 0 15,-3 3 4-15,3 0 7 0,-3 3 10 0,4-1 15 16,-1-1 5-16,2 2 4 0,-2 1 6 0,0-1 9 15,0 1-4-15,-3 1-5 0,3 0-4 0,0-1-13 0,-2 3-6 16,0 0 3-16,0-3-5 0,1 3-10 0,2-2-2 16,1 3 1-16,-2 0 3 0,1 3 3 0,0-3-1 15,-2 1-2-15,1 1 0 0,2 1 5 0,-1-3-1 16,-3 3-1-16,4-3-4 0,-1 1-3 0,1 1 0 16,2-2-2-16,-1 2-2 0,-2-1-6 0,2 0 0 0,-1-1-4 15,-1 1 1-15,0 1-3 0,0-1-1 0,2 2-2 16,-2-4-1-16,0 3 2 0,2 0-2 0,0-1 3 15,2 2-2-15,-4-5 0 0,0 2 1 16,1 2 1-16,0-2 1 0,0-3 0 0,0 1 1 0,-1-1-3 16,0 1 3-16,1-1 1 0,-2-1-3 0,1-1-1 15,0 1-2-15,1 0-5 0,2 0-5 0,-3-1-5 0,0 0-24 16,2 0-15-16,1-1-17 0,-2 1-17 0,0 0-24 16,-1 0-96-16,2 0 141 0,3 2-93 0,0-2-27 0</inkml:trace>
  <inkml:trace contextRef="#ctx0" brushRef="#br0" timeOffset="24097.83">18344 14847 1103 0,'-4'-8'420'0,"0"0"-293"0,-2 1-83 16,3 0-2-16,-1 1-5 0,1 0 2 0,2 1-2 0,-1-1-2 15,-1 2-3-15,3-2-6 0,0 2-7 0,-1 0-1 16,0 1-2-16,0-1-4 0,-1 1-4 0,1 1-2 16,1-1-4-16,0 0-1 0,0 2-9 0,0-1-7 15,3 3-7-15,-2 0-11 0,1-1-33 0,0 2-21 16,-1 0-24-16,0 1-32 0,2 1-39 0,-1-2 112 0,0-1-104 15,1 4-43-15</inkml:trace>
  <inkml:trace contextRef="#ctx0" brushRef="#br0" timeOffset="24933.89">18510 14459 527 0,'2'-2'197'0,"-1"-1"-150"0,-1 2-40 16,0-1-2-16,-1 1-5 0,1 1 0 0,-2 0 2 15,2 1 4-15,0 1 6 0,-1 0 8 0,1-1 6 0,-1 0 3 0,1 2 12 16,-1 1 2-16,-2-2-3 0,2 0 0 16,-2 0-2-16,3 2 2 0,-3 2-4 0,0 0 0 0,1 0-7 15,-1-1-2-15,1 2 1 0,2 1 0 0,-1 0-1 16,-1-1-5-16,-1 1 2 0,2-2-2 0,-1 1-3 15,2 2 2-15,-1-2-5 0,-1 2-2 0,1-1-2 16,0 0 0-16,1 1-3 0,0 1-2 0,0 0 1 16,0 0-3-16,1 0 2 0,0 1 0 0,-1-1-3 15,2-1 0-15,-2 1 0 0,0-1 1 0,2-3-2 16,-1 2 2-16,0 0 1 0,2-1-2 0,0 3 3 16,0-3-1-16,0 2-1 0,1 0 0 0,0 0 1 15,0 0 0-15,1-2-1 0,-2-3-3 0,3 2 2 16,-1 2 0-16,-1-2 1 0,1-1-1 0,2 1-1 0,0 0 2 15,2-1-2-15,1 0 3 0,-1-2-1 0,0 2 1 16,-1-2-1-16,0-1 1 0,1 3-2 0,0-3-1 16,0 1 2-16,-4-1-4 0,2-2 0 0,-3 0-2 15,5 1 0-15,-6-2-2 0,1-1 2 0,-1-1 0 16,0-1 0-16,-1 0 0 0,1 2-1 0,0-4 0 16,-2 2 0-16,1 0 1 0,-1-4-2 0,2 1 3 15,-5 0-3-15,1-2 2 0,1-2 0 0,0 2 1 16,-1-2 1-16,1 1 1 0,-2 2-1 0,-1-1-2 15,3 1 3-15,-2 1-2 0,-2-1 0 0,3 1 0 16,-1 1 0-16,-3-1-2 0,1 3 0 0,1-2 2 16,-4 3-2-16,4 1 0 0,-1 1 0 0,-3-1-1 15,5 2-1-15,-1 0 2 0,-3-1-2 0,2 2-2 16,-1-1 1-16,-2 1 0 0,1 0-1 0,0 1 2 16,-1 1-1-16,2-1 0 0,-3 3 0 0,1-1 2 15,0 1 0-15,5 1 2 0,-4 0 1 0,2-2 0 0,-1-1 0 0,-1 5-2 16,4-3 2-16,-1 1 1 0,0-1-1 0,-1-1 2 15,0 1-3-15,3 1-1 0,0 0 1 0,-1 0 1 16,1-2 1-16,-1 0-1 0,2 2-1 0,3 0-1 16,0 1 3-16,-3-1 0 0,3-1 0 0,1 0-1 15,-1 0 0-15,2 1-13 0,-3-1-8 0,3-1-7 16,-1 1-13-16,2 0-32 0,0 1-19 0,-2-1-24 16,3-1-27-16,0 1 90 0,0-1-65 0,2-1-13 15</inkml:trace>
  <inkml:trace contextRef="#ctx0" brushRef="#br0" timeOffset="25731.33">18773 14558 382 0,'-7'0'160'0,"5"0"-127"16,-1 0-30-16,-1 1-5 0,1 0 0 0,3 0 3 15,-2 1 4-15,-2-1 8 0,1 0 15 0,2-1 9 16,1 1 2-16,0-1 1 0,0 0 1 0,0 2 1 16,0-4-8-16,2 2-2 0,-1 0-13 0,-1-1-4 15,1-1 1-15,1 1 3 0,2-1 1 0,-3 1 1 0,3 0 3 16,-2 0-1-16,1-3 0 0,1 2-2 0,-1-2-3 16,1 0-2-16,-2 1-4 0,0-2-1 0,1 1-1 15,1 0-3-15,-1 1-2 0,1 1-3 0,0-4-1 0,0 4-1 16,0 0 0-16,1-1-2 0,0 1 1 0,-1 0-1 15,1 0 0-15,1 2 2 0,-3 3 1 0,2-2 1 16,-1-1 1-16,0 1 3 0,0 3-4 0,0-1 5 16,-2 1 0-16,2 1 2 0,1 0 0 0,-3 1 0 0,3 0 2 15,-3 1-1-15,1 0 1 0,-1 0-1 0,2 2 2 16,-2-2-3-16,-2 3 1 0,3-2-1 0,-2 2 0 16,0 0 0-16,-1 0 0 0,2 3 0 0,-2-3-3 15,0 2 1-15,0-4 0 0,-2 3-1 16,1-2 0-16,-2 2-2 0,0 1 2 0,-1-4 1 15,3-1-1-15,-4 2 0 0,3 0 0 0,-2 0 2 16,2-6-1-16,0-2 2 0,2 1-1 0,-4 5 1 0,0-3 2 16,0 1-1-16,1-1 2 0,-1-2-1 0,-1 0 0 15,1-1 0-15,1-1 0 0,-1 0-2 0,2 0-2 16,0-1-1-16,1 0-5 0,-2-2-5 0,0 1-2 16,1-2-3-16,0 2-2 0,1-2-3 0,-2 0-3 15,2-1 1-15,1 1 1 0,-1-1 2 0,-1 3-1 16,2-3 1-16,-1-1-1 0,1 3 4 0,1-1 1 15,1-1 1-15,-2 3 2 0,2-1 2 0,-1 1-2 0,1 0 1 16,1-1 2-16,1 1-1 0,-2 2-1 0,1-3-1 16,-1 0 1-16,2 2 0 0,-1-3 3 0,1 2-4 15,-2 2 2-15,2 0 2 0,-1 0 0 0,-1 0 0 16,1 0-2-16,1 2 3 0,-1 0-1 0,-2 0 2 16,1-1-1-16,3 2-2 0,-1 0 3 0,-1 0-1 15,1-1-5-15,-2 0-18 0,3 0-7 0,-1-1-11 16,0-1-10-16,-3 2-33 0,2-2-20 0,-2 0-20 15,2 0-20-15,-2 0 92 0,0 1-64 0,2 1-34 16</inkml:trace>
  <inkml:trace contextRef="#ctx0" brushRef="#br0" timeOffset="26714.95">18963 14448 201 0,'-3'-2'123'0,"1"0"-55"0,-1 1-44 0,1 0 12 16,-1 1-2-16,1 0-11 0,0 0-3 0,0 1-2 16,0-1 0-16,0 1 6 0,-1 0 9 0,1 0 4 15,-1 0 3-15,1-1 4 0,0 1-5 0,1 0 0 16,-2 0-3-16,2 0 1 0,-2 1-7 0,2-1-2 16,0 1-1-16,0-1-2 0,0 0-2 0,1 1-4 0,0 0 1 15,0 1-4-15,0-1-4 0,2 1-2 0,0-2-4 0,1 2-1 16,1 0-2-16,-2-1-1 0,1-1 0 0,1 1-2 15,-3 0 0-15,3 0 1 0,3 0 0 0,-4-1 0 16,4 0 2-16,-3 1 0 0,5-1-2 0,-3 1 1 16,3-2 1-16,1 2 1 0,-2-2 0 0,-1 2-2 15,2-2 2-15,0 0-1 0,-4-2 1 0,3 2-1 16,-2-1 0-16,0 1-1 0,1-2-2 0,0 0 3 16,-5 1-3-16,5 0 3 0,0 0-2 0,-1-2 3 15,-2 2-2-15,0 1-1 0,1 0 2 0,-4 0-3 16,4-1 2-16,-4 1-3 0,-1 2 0 0,0 0 0 15,2-2 1-15,-2 0 0 0,-2 0-2 0,5 2 2 16,-3-2-3-16,-3 1 3 0,3-1 2 0,-2 0-1 0,1 2-1 16,-1 1 4-16,2 1 2 0,-4-1 2 0,1 0 2 15,2 0 3-15,-2 2 0 0,3-1 4 0,-4 0 5 16,1-1-1-16,-4 1 2 0,4 1-1 0,-3-2 0 16,-1 2-3-16,2 1 0 0,-2-1-3 0,1 1-3 15,2-1-2-15,2 2-3 0,-4 0 0 0,3-1 0 16,-1 1-1-16,-1-2-2 0,2 2 2 0,0 0-4 15,-2-1 1-15,0 0 1 0,2-2-2 0,1 0 0 0,-1-1 0 16,3 3-3-16,-2-4 4 0,2 1-3 0,0-1 0 16,0-3-2-16,0 3-2 0,1-2-4 0,1 0-1 0,0 0 1 15,2 0-4-15,-3 0-1 0,2 0-1 0,0 0 2 16,-2 0 2-16,5 0-2 0,-4 0 3 0,2 0-1 16,0 0 0-16,-1 0 2 0,1 2 2 0,-2-1 0 15,2 0-1-15,-4-1 3 0,1 0 0 0,-1 1-1 16,0 0 0-16,1 1 1 0,2 1-1 0,-3 3-1 15,0-2 2-15,0 1 1 0,1 1-1 0,1 1 3 16,-1-1-1-16,-4 1 3 0,3-1 1 0,0 3 3 16,2-2-2-16,-2 0 4 0,0 1 0 0,-2 0 0 15,1-2 0-15,1 0 0 0,0-2-2 0,0 2-2 16,0-2 1-16,-1 0-1 0,1 1-1 0,5 0-2 0,-4 1 1 16,4-1 0-16,-1 2-1 0,-2-2 0 0,1 1 1 15,2-2-1-15,-1 2 0 0,0-3 4 0,4 2-1 16,-6-2-1-16,3-1 2 0,-1 0 2 0,3 0-2 15,-2 0 2-15,-1-2-1 0,2 0-1 0,-3-1 2 16,0 1 2-16,2-1-2 0,-3-1-1 0,1 0 3 16,0-3-1-16,-3 2 0 0,-1 0 0 0,1 0-2 15,0-4 1-15,-1 0 0 0,1 3 0 0,-2-4-1 16,0 3-1-16,0-2-1 0,1 0 0 0,-4-3-2 16,4 3 1-16,-2 1-3 0,-3-3 1 0,5 3-7 15,-3-1-5-15,1 2-7 0,-2 0-8 0,1 4-27 16,0-1-19-16,-3-1-19 0,4 2-30 0,-4 1 79 15,0 0-59-15,1 8-15 0</inkml:trace>
  <inkml:trace contextRef="#ctx0" brushRef="#br0" timeOffset="30565.5">8785 14764 161 0,'0'-4'110'0,"-2"-1"-47"0,2 1-41 15,-1 2 22-15,1 0-24 0,0 0-3 0,0-1-10 0,1 0-5 16,-1 1 4-16,0 1 1 0,1 0 1 0,-1 0 0 16,-1-1 0-16,1 1 0 0,0-3 0 0,0 4 2 15,0-1-1-15,0-2 0 0,0 2 5 0,1 0 6 16,0 2 6-16,-1-1 2 0,0 0 11 0,0-2 4 16,2 2-1-16,-1-1 1 0,0-2-3 0,-1-2-3 15,2 4-7-15,-2 1 0 0,1-1-9 0,-1 1-1 16,0-1-4-16,2 1-2 0,0 4 1 0,-2-3 0 15,0 2 2-15,2-3-2 0,-2 0-1 0,0 3 0 16,2-2 2-16,-1 2 1 0,-1-3-3 0,2 0-1 16,1-1-1-16,-2 2 2 0,0 0 4 0,1-1 1 15,0 1 0-15,-1-1 3 0,0 0 0 0,-1 0 0 0,0 1 3 16,1-1-1-16,1 0-4 0,-2 0-2 0,1 0-1 0,-1 2-1 16,3 2 0-16,-2-2 0 0,0-2-2 0,1 1 0 15,-1 0-1-15,1-1-1 0,1 0 0 0,-1 0-1 16,0-1-2-16,1 1 0 0,3 1 0 0,-5-1-2 15,3 1-1-15,0-1 1 0,0 0-1 0,0 0 1 16,0 0 0-16,0 0 0 0,-1 0 0 0,4-1 0 16,-4 1 3-16,2 0 0 0,-2-3 0 0,1 3 4 15,1-1-2-15,-1 0 1 0,2 1 0 0,-3-3-1 16,2 1-1-16,3 2-1 0,-4-2-1 0,2 0-3 16,0 1 2-16,-1-2-5 0,0 0 1 0,2 2-1 15,-2-1 2-15,1 1-1 0,-1 0-1 0,2-1 0 16,-2 1 1-16,0 1 0 0,-1-2-3 0,0-1 3 15,1 2-2-15,-3 0 0 0,5 0 1 0,-3 1-2 16,-1-1 0-16,-1-1-1 0,1 2 0 0,-1-1 2 16,-2 1-1-16,5 0-1 0,-4 0 0 0,-1 0-5 15,3 1-3-15,-2-1-5 0,2 1-6 0,-2 0-7 0,-1-1-12 16,1 0-28-16,0 0-22 0,2 0-20 0,3 0-37 16,-4 1-50-16,0-1 125 0,4 3-91 0,-2-1-21 15</inkml:trace>
  <inkml:trace contextRef="#ctx0" brushRef="#br0" timeOffset="31781.16">7343 14705 175 0,'-2'-5'76'0,"1"2"-49"16,-2-2-19-16,3 4 4 0,-1 0 7 0,-1-1 9 16,2 0 1-16,0 1 13 0,0-2 2 0,0 1 5 15,1 1 4-15,-1-3 5 0,0 1-5 0,1-3-2 16,0 5-2-16,-1-1-8 0,0-2 1 0,0 2 1 15,1-1-2-15,-1 2-3 0,2-1 0 0,-1 2 2 16,-1-4-3-16,1 3-6 0,0 1-5 0,-1 0-5 0,0 0 2 16,0 1-8-16,0 1-1 0,0 0-8 0,0 1 1 15,0-1 0-15,0 1 2 0,0 2 1 0,2-3 1 16,-2 4 4-16,1-1 2 0,-1 0 1 0,0 1 3 16,0-1 3-16,-1 1 0 0,1 3 1 0,-2-2-1 15,2 2-4-15,0 1 3 0,0-3-1 0,0 5 1 16,0-1-2-16,0-2-1 0,0 1 0 0,0 3 2 15,0-5-1-15,0 5 1 0,2-1-1 0,-2-4-5 16,0 3 0-16,0-4-1 0,0 4-2 0,0-2-5 16,0-1 4-16,0 2-5 0,0-3 1 0,0 3-3 15,0 0 1-15,0 0-4 0,0 0 3 0,0 1-2 16,0 1-2-16,0-2 0 0,0 1 1 0,0 1 0 16,0-1 0-16,0-3 1 0,0 3-1 0,0-2 3 15,0-1-2-15,0-1 2 0,0 1-2 0,0-1 4 16,0-2-1-16,1 1 1 0,0-1 0 0,-1-2 2 15,1 1 0-15,-1-1 0 0,1 0 2 0,0-1-7 0,1-1-1 0,-1 1-11 16,-1-4-7-16,3 1-11 0,-2 0-11 0,1-2-12 16,0 0-38-16,0-1-20 15,-1 2-18-15,0 1-22 0,2-5 90 0,0-1-69 0,1 0-14 0</inkml:trace>
  <inkml:trace contextRef="#ctx0" brushRef="#br0" timeOffset="32266.53">7663 14751 825 0,'-4'-13'328'0,"2"0"-234"0,1 2-71 0,-2 2-2 15,-2 3-2-15,5 0 1 0,-2 2-3 0,2-3-4 16,1 6 2-16,2 1 5 0,-1-2 11 0,0 1 3 16,3 1 2-16,-4 0 1 0,0 0-1 0,1 0 2 15,-2 0-5-15,-3 0-2 0,-1 2-9 0,5 3 0 16,-4-4-1-16,3 8-3 0,2-3-1 0,-4 3-4 0,4 2 0 15,-2 0-1-15,1-1-2 0,-1 3-2 0,-1-2 1 16,3 1 0-16,-2 0 0 0,0-3 1 0,1 1 0 16,-1-1 2-16,-1 2-3 0,1-1 2 0,-2 0 0 15,2 0-1-15,0 0 0 0,-6-1 0 0,6 1-3 16,0 1 0-16,2 0 2 0,-2-3-4 0,-3 1-2 0,2 0 3 16,0 0-2-16,1 2-2 0,0-1 1 0,-4-2-1 15,3 3-1-15,0-3 1 0,0 2 0 0,-2-2 0 16,3-1 1-16,-2 1-1 0,3 1 1 0,4-1 0 0,-4-1-1 15,-1 0 1-15,1 1 1 0,-1-4-3 0,0 4-1 16,0-4-16-16,0 0-14 0,4 3-14 0,-3-3-17 16,4 1-65-16,-1 0-42 0,-4 3-62 15,6-2 147-15,0 4-132 0,-3-1-57 0</inkml:trace>
  <inkml:trace contextRef="#ctx0" brushRef="#br0" timeOffset="32530.83">7777 15176 800 0,'-5'-3'388'0,"-2"-1"-210"0,3-2-110 16,0 2 46-16,3 0-48 0,-3 2 5 0,4-1-6 15,0 1-7-15,0-1-6 0,0-1-5 0,0 0-4 0,0-1-4 16,0 1-4-16,1 0-5 0,-1-2-14 15,0 2-3-15,1 1-4 0,1-1-3 0,0 1-4 0,-2-1-5 16,2 3-14-16,1-1-9 0,-1 2-13 0,1 0-14 16,0-1-15-16,0 1-60 0,3 0-41 0,-2 4-57 15,2-3 153-15,-3-1-108 0,4-1-69 0</inkml:trace>
  <inkml:trace contextRef="#ctx0" brushRef="#br0" timeOffset="33331.07">7998 14744 686 0,'1'-9'252'0,"-1"1"-190"16,-1 3-50-16,-3 1-4 0,3 1-3 0,1 0-1 0,-1 3 1 16,1-1 4-16,1 1 3 0,0-1 4 0,1 1 1 15,0 0 5-15,-2 0 2 0,0 0-1 0,0 0 0 0,1 2-6 16,-1-2 3-16,0 3-4 0,-3-2-1 0,3 2-1 15,0-1 3-15,-1 3 6 0,0-1 1 0,-1 0 4 16,1-1-6-16,-1 2 4 0,0 1-1 0,1 0-1 16,-2-1-4-16,2 2-4 0,-2-2-5 0,3 2 2 15,-3 1-1-15,0 0-2 0,1-2 1 0,1 1 0 16,0-1 1-16,-2-1 5 0,2 3 1 0,0-3-2 16,-2-1 1-16,2 2-1 0,-1 0 2 0,0 1-4 15,2 2 1-15,-2-3-4 0,1 0-2 0,0 1 1 16,1 0-2-16,0 1-1 0,1-1-3 0,0-1 3 15,1 1-4-15,-1 0 1 0,1 1 0 0,0 0-3 16,1-1 3-16,-1 0-2 0,0 1 1 0,1 0-2 16,2 0 2-16,-2 1 0 0,1 0 0 0,-1-2 0 0,3 1-1 15,0 1 2-15,-1-1 1 0,1-3 0 0,-1 1 1 16,2 0-1-16,-1-2 2 0,0 0-2 0,-1-1 3 16,-1-1-2-16,2 1 2 0,-3-3-2 0,4 3 1 15,-3-3 0-15,3 0-1 0,-3 1 0 0,2-1 1 16,0-3-1-16,-6 1-2 0,7 1 1 0,-5-1-2 15,1 0-1-15,0 0-1 0,1-4 0 0,-1 4-4 16,4-1-2-16,-5 0 4 0,2 0-4 0,-2-1 2 0,2-2 0 16,-3 3 0-16,1 0-1 0,-2-2 4 0,0-1-1 15,1-1 1-15,-1 2 0 0,1-1 0 0,-1 2 0 16,0-2 2-16,1 2 0 0,-1-4 0 0,-3 4-2 16,0-3-1-16,-2 4 0 0,0-1 0 0,3-1-1 15,-4 2-1-15,4 2 0 0,-2-1 0 0,0 2 0 16,2 0-1-16,1-1 0 0,0 1-1 0,-3 0 0 15,-1 1-1-15,-1 0 0 0,2 1 0 0,1-1 3 0,-1 2-1 16,-4 2 2-16,2-2 0 0,3 0 0 0,0 1 2 16,1 0-1-16,-3 2 0 0,3-1-1 0,-2 0 2 15,3 0 0-15,-3-1 0 0,2 3 0 0,0-2 0 16,1 2 0-16,-1-2 0 0,2 1-13 16,-1-1-8-16,1 2-12 0,1-1-9 0,-1 1-28 0,2 0-18 15,-1-2-18-15,1 2-21 0,2-2-73 0,-1 2 134 16,0-2-84-16,1 1-32 0</inkml:trace>
  <inkml:trace contextRef="#ctx0" brushRef="#br0" timeOffset="34049.32">8238 14784 484 0,'-4'-6'219'0,"0"-1"-131"15,3 4-56-15,1 2 13 0,0-1-5 0,1 2-9 16,-1-3-4-16,-1 1 1 0,1 1-1 0,0 0 2 16,0-2 3-16,0 3 3 0,0-1 0 0,0-3-2 15,2 3 0-15,-2-4-5 0,2 3-2 0,2 2 0 16,0-5-1-16,0 4 1 0,0-3-1 0,1 3-1 0,-2 0-6 16,3-1 2-16,-3 1-2 0,1-2-7 0,1 1-1 15,-1 0-5-15,-1 2-3 0,2 0-1 0,0-1 0 0,-1 1-3 16,2 3-2-16,-2 0 1 0,2 3-2 0,-2 0 3 15,1-1 2-15,-1 0 0 0,-1 2 0 0,2-1 1 16,-3 0 4-16,0-1 1 0,0 1 2 0,1-1-1 16,0 2 1-16,-2 0 0 0,1 1 2 0,-2 0 1 15,1-1-1-15,0 2-2 0,-1-2 0 0,0 1 2 16,-1 1-2-16,0-1-1 0,1 1 1 0,-2-3-1 16,0 3 1-16,-1-1-2 0,1-1 1 0,0 0-1 15,-2-2 0-15,1 1 2 0,-1 0-2 0,0-1 1 16,0-2 0-16,1 0 4 0,0 2-3 0,-2-4 4 15,2 2-1-15,1-1 1 0,-4-2 0 0,2 1-2 16,1-1-6-16,-3 0-3 0,2-3-4 0,0 2-6 16,0-1-6-16,1-2-2 0,1 2-2 0,0-1 0 0,-2 1 4 15,4-1 1-15,0 1 3 0,0-1 1 0,-1 0 4 16,1 0 1-16,1 2 0 0,0-3 1 0,2 1-1 16,-1 1 2-16,0-2-1 0,1 2 4 0,1 0 1 15,0 0 0-15,0-2 7 0,1 0-1 0,0 1 1 16,1 0-1-16,-2 0 1 0,2 0-3 0,-1 1-1 15,0-1 0-15,1 3-4 0,-2-1 0 0,1 1-2 16,-1 0 2-16,0 0-1 0,2 1-3 0,-3 0-2 16,0-1-1-16,1 0-5 0,-1 2-18 0,0-1-6 15,0 0-12-15,1 0-9 0,-2 1-35 0,0 0-20 16,2-1-27-16,-2 0-26 0,0 0 106 0,0 0-75 16,0-1-15-16</inkml:trace>
  <inkml:trace contextRef="#ctx0" brushRef="#br0" timeOffset="34882.41">8441 14601 725 0,'-3'-2'227'0,"-2"0"-176"0,1 0-42 0,1 2-3 16,0 0 3-16,2 0 5 0,-1 1 8 0,2 2 3 0,-1-2 11 16,0 2 1-16,1 0 5 0,0-2-1 0,-2 0-3 15,2 3-6-15,0-1-8 0,0-2-4 0,0 3-11 16,0 0-2-16,0 2-3 0,0-2 0 0,2 1-1 16,-1 0 0-16,-1 3-2 0,1-3 2 0,-1 4-1 15,1-2-1-15,-1-3 0 0,2 1 0 0,0 5 0 16,0-3 1-16,0-1 1 0,0 2-1 0,1-6 4 15,2 5-1-15,-2-2 0 0,3 1-1 0,-2-3 2 16,-1-2-2-16,4 3 3 0,-1-2 0 0,1-1-2 16,-2 0 2-16,2-1 1 0,0 0 1 0,-1 0-1 15,2 0 1-15,-2-2 0 0,1 0-2 0,-4 0 2 16,3 0-1-16,-1-2 0 0,0-1 0 0,0-1-2 16,-1 2 3-16,1-2-3 0,-1-3 1 0,-1 2-2 0,0-1 1 15,1 0 3-15,-3 1-3 0,-1-2 0 0,0 1 0 16,-2-2-1-16,2 4 0 0,0-2-1 0,-2 0-2 15,-2 2-2-15,0 0-1 0,1 1-1 0,1 1 2 16,0 1-3-16,-2-1 2 0,0 2-2 0,2 0 3 16,-1-1-1-16,2 2 1 0,-1 0 0 0,-1 0-1 0,3 1 1 15,-2-1-2-15,2 1 2 0,0 0-1 0,0-1 1 0,-2 0-3 16,2 0-1-16,0 1 3 0,0-2-1 16,0 0 1-16,2 2-1 0,-1 0-2 0,-1 2 0 0,1-1 2 15,-1-1-2-15,2 1 1 0,0 0-1 0,-1 1 0 16,-1 0 2-16,2 0 0 0,4 0 0 0,-2-1 0 15,0 2-1-15,0-2 1 0,0 1-1 0,3 1 2 16,-2-1-2-16,-1 0 3 0,-1 0-3 0,1 0 3 16,4 1-1-16,0 0 1 0,-4-1 1 0,2-1-1 15,-3 0 0-15,3-1 0 0,2 0 0 0,-2 0 2 16,-5 0-1-16,1 0 0 0,2-1-1 0,3 1 0 16,-2 0 0-16,-1 2 0 0,-1 1-1 0,1 0 0 15,2-1 1-15,-3 1 0 0,2 0-1 0,-4-2 1 16,3 3-3-16,-1-2 4 0,-3 2-1 0,0-4 3 15,0 5-2-15,-1-1 4 0,-1-1-1 0,1 4 2 16,-4-3 1-16,2 2-1 0,2-2 1 0,-5 5 0 16,2-5 3-16,0 5 0 0,0 0 5 0,2-4 0 15,-1 2 3-15,0-2 1 0,-5 3 0 0,5-4-1 0,-3 4-4 16,-3-3-1-16,4 4-2 0,-4-1-3 16,2 0-2-16,2-1-2 0,1 2-2 0,-5 0-2 15,5-1 1-15,-3-1 1 0,-1 1-2 0,0 0 1 0,0 1 0 16,-1-2 2-16,2-1 0 0,-1 1 1 0,-1 1 1 15,3-2-5-15,0 1 2 0,2-1-12 0,-2 1-7 16,4 1-11-16,-1-2-9 0,2 0-36 0,1-1-21 16,3 2-21-16,-2-3-29 0,5 0 91 0,0 0-68 15,-1-2-13-15</inkml:trace>
  <inkml:trace contextRef="#ctx0" brushRef="#br0" timeOffset="35254.24">8623 14919 369 0,'0'-4'260'0,"0"0"-96"0,0 1-93 0,0 2 28 15,-1-2 6-15,1 2-12 0,-4-1-15 0,4 2-24 16,-3 0 1-16,2-1-2 0,-2 1-4 0,-1 0-3 16,1 0-14-16,1 1-5 0,2 3-3 0,-2-2-4 15,1 1-10-15,0 1 1 0,-3 0-5 0,2 0 0 16,1 2 0-16,-1 0-2 0,1 3 0 0,-1-1 1 16,0 0-2-16,1 2-2 0,-1-2 3 0,0 2-3 15,2 1 0-15,0-2-1 0,0-1 1 0,1 3-1 16,0-3 0-16,4 3 3 0,0 0 1 0,-1-2 0 15,3-3-1-15,-6-3 1 0,6 3 1 0,-5-1 0 16,4 1 0-16,1-3-1 0,-4-1 0 0,3 1 2 0,0-1 1 16,2 0 1-16,-3 1-2 0,0-3 4 0,0 0 0 15,-1-1 1-15,0-1-1 0,-1-1 2 0,-1 0-1 16,1-3 0-16,-1-2 2 0,0 1-2 0,0-2 0 16,-1-2-1-16,-1 0 2 0,-2 0-5 0,2-1 0 15,-3-1-1-15,-2 2 0 0,1-1-1 0,1 1-3 16,-3 0 0-16,4 3-1 0,-2-1 0 0,-3 2-1 15,5 0-7-15,2 2-7 0,-4 1-16 0,1 0-11 16,0 1-12-16,0 1-19 0,0 1-58 0,3-1-49 16,-3 2 120-16,2 0-86 0,-2 5-51 0</inkml:trace>
  <inkml:trace contextRef="#ctx0" brushRef="#br0" timeOffset="38968.05">6433 14873 7 0,'0'0'8'0,"0"-1"2"16,0 0 7-16,-2 0 7 0,2 0 5 0,0 0 2 15,-1 1 11-15,1-2 5 0,0 2 2 0,0 0 2 16,0 0 2-16,0 0-4 0,0-1 2 0,0 0 1 16,0 0 2-16,0 0 1 0,-1-1-2 0,1 1 0 15,0-1-5-15,0 0 2 0,0 1-6 0,-2 0 0 16,2 1-8-16,0 0-5 0,0 0-4 0,0 0 0 16,-1 0 2-16,1 0-1 0,0 0 3 0,0 1-4 15,0-1 4-15,0 0 0 0,0 0 2 0,0 0-3 0,1 0-3 16,-1 0-4-16,2 1 0 0,-1-1 0 0,0 2-6 15,1-1-3-15,-2 0-1 0,2-1-1 0,-1 0-4 16,-1 1-1-16,2-1-1 0,0 0-2 0,-1 0 2 16,1 0 1-16,1 0-1 0,0 0 3 15,4 0 1-15,-4-2 1 0,2 1-1 0,-3-1 1 0,5 1-2 16,0-2 1-16,1 3-1 0,-3-1-3 0,4 0-1 16,-3 1 1-16,3 0-2 0,1-2 1 0,0 2-2 15,-2 0 1-15,-1 0 0 0,2-1-1 0,-1 0 0 16,0-1 0-16,1 2 1 0,-2 0-4 0,0 0 2 15,1 0-1-15,0 3-1 0,1-1 2 0,-3 0-1 16,2 0 0-16,-4 0 0 0,1 1 2 0,1-2 0 16,-3 0 0-16,2-1 0 0,-3 1-1 0,-1 0 0 15,2-1 2-15,0 0 0 0,0 0-1 0,-1 1 0 0,-2-1 0 0,0 1 0 16,0-1 2-16,-2 0-3 0,1 0 1 0,1 1-3 16,-2-1-14-16,2 1-9 0,0-1-9 0,1 1-12 15,1 1-35-15,0-1-16 0,-1 0-27 0,0 2-30 16,0-1 96-16,-1 0-65 0,-2 1-15 0</inkml:trace>
  <inkml:trace contextRef="#ctx0" brushRef="#br0" timeOffset="39418.87">6397 15130 274 0,'-3'2'186'16,"1"0"-65"-16,1 0-59 0,-3 0 47 16,0 0-27-16,1-1 8 0,0 1-3 0,3 0-1 0,-3-2-4 0,3 1-10 15,2-1-1-15,-2 0 1 0,2 0-5 0,-2 0-19 16,1 0-6-16,0 0-7 0,4-1 2 0,-2-2-3 15,-1 2-4-15,2 0-7 0,-1-1 1 0,2 0 3 16,1 0 0-16,0-3-1 0,-1 3-3 0,1 0 2 16,0-1 0-16,0-2-1 0,2 1-3 0,0-1-4 15,-1 1-2-15,1 1 0 0,3 1-4 0,-3-3-2 16,0 3-1-16,1-4-2 0,1 4 1 0,-2 0-1 16,-1-1-1-16,1 2 2 0,0-4-4 0,-1 2 0 0,1 2-1 15,-1 0 2-15,0-1-2 0,-1 0-1 0,0-2 0 16,1 4 0-16,0-2 1 0,-1 1 0 0,-2 0-2 0,2 0 0 15,-1 1 2-15,3 0-2 0,-6 0 1 0,1-2-4 16,2 2-7-16,2 1-6 0,-1 1-6 0,-3-2-5 16,3 1-7-16,-1 0-19 0,2 1-10 0,-2 0-8 0,-3 1-8 15,1-1-38-15,2 1-23 0,-1 0-45 0,1 2 116 16,-2 0-92-16,1 3-41 0</inkml:trace>
  <inkml:trace contextRef="#ctx0" brushRef="#br0" timeOffset="41250.58">19804 14666 155 0,'-2'-4'118'0,"1"1"-45"0,0 2-40 0,-2-2 21 15,2 3-3-15,1 0-6 0,-1 0-14 16,1-1 5-16,-1 1 3 0,1 0-2 0,-1 0 3 0,0 0 5 16,1 0-4-16,-2 1-3 0,1-1-4 0,1 0-1 15,-1 0-1-15,-1 0 1 0,1 0 0 0,0 0 3 16,1 0 1-16,0 1 3 0,-1-1 2 0,1 0 4 15,0 1-1-15,0-1-1 0,0 0-1 0,0 0-5 16,0-1-1-16,0 1-2 0,0 0-4 0,0-1-9 16,0 1-1-16,1 0-2 0,-1 0-2 0,1-1-3 15,0 1-6-15,2 0 1 0,-2-1-1 0,1-1-4 16,-1 2 1-16,1 0-1 0,2-1-3 0,-2 1-1 16,1-1 4-16,1 1-3 0,0 0 1 0,0 1-2 15,1 0 1-15,-1-1-1 0,2 0 3 0,1 1-1 16,-4-1-1-16,2-1 0 0,1 1 3 0,0-2 0 15,0 0 1-15,3 2 1 0,-2-1 3 0,0 1 1 16,2 0 2-16,1-2 0 0,0 1 1 0,0 1 0 0,0-2 0 16,1 0 0-16,4-1-4 0,-2 0 0 15,2 1 0-15,4 1 0 0,-5-2-2 0,0-1-1 0,3 2-1 16,-2-2-2-16,-5 1 2 0,4 0-2 16,-5 0-1-16,1 0-1 0,2 2 2 0,-5-3 0 0,-2 2-2 15,0 0 1-15,5 0 0 0,-6 0 1 0,2-1 0 16,-2 2-3-16,0 1-13 0,1 0-7 0,-2-1-7 15,3 1-11-15,-6 0-29 0,3 1-12 0,0 2-16 16,-2-2-14-16,1 0-52 0,-1 2-29 0,3 0 119 16,-5 1-86-16,1 1-36 0</inkml:trace>
  <inkml:trace contextRef="#ctx0" brushRef="#br0" timeOffset="41721.41">19567 14933 580 0,'-7'-2'231'0,"1"-1"-153"0,2 2-47 0,-4-2 7 16,6 3 1-16,0 2 4 0,2-2-5 0,0 1 1 15,3 1 0-15,0-2-1 0,0 2 2 0,1-2 0 16,-1 2-2-16,1-2 1 0,2 3-5 0,-1-1-2 16,-1-2 0-16,4 3 1 0,-1 0 1 0,4-2-2 15,-4 1-2-15,2 0-1 0,-1-1-1 0,1 1-2 16,4-1-2-16,-6-1-2 0,3 1-3 0,2-1 0 15,-2 1-1-15,3-1 0 0,-6 0-3 0,2-1-1 0,1 0 0 16,-1 0 0-16,-1 1-5 0,1-2-1 0,1-2 1 0,1 4-2 16,0-2-2-16,0 0-2 0,-1 0 2 0,-1 0 1 15,3-1-3-15,-3 0 2 0,3 0 0 16,-2 0-2-16,2 0 0 0,-1 1 3 0,2 1-5 0,1-1-2 16,-3 0-8-16,0 1-4 0,1 0-5 0,1-1-4 15,-5 2-13-15,2-1-11 0,-2 1-8 0,0-1-11 16,0 1-32-16,-4-1-23 0,0 1-29 0,-2 0-40 15,4 2 122-15,-2 1-85 0,-4 0-22 0</inkml:trace>
  <inkml:trace contextRef="#ctx0" brushRef="#br0" timeOffset="48025.85">3858 15199 101 0,'1'-3'61'0,"-1"0"-23"15,2-1-19-15,-1 0 18 0,-1 0-1 0,0 0-3 0,-3 0-1 16,5 0 6-16,-2-3 2 0,2 4-1 0,-1-3-2 15,-1 3-2-15,0-1-2 0,0-1-1 0,2 2 1 16,-2 2-8-16,4-2 0 0,-4-2 5 0,0 2 1 16,2 0-1-16,-2-1-1 0,0 4 0 0,0-3 3 15,-2 2-3-15,-2 0 0 0,4 1-6 0,0 0 1 0,2 2-1 16,0-1 1-16,1-1 2 0,-3 1-3 0,3 1 2 16,-3 1 1-16,0-3-2 0,0 4 3 0,0-4-2 15,0 2-2-15,0-1-2 0,0 0 2 0,0 0-1 16,0 1 0-16,1 1 2 0,-1-3 1 0,3 1 0 15,-2 1 1-15,0-2 2 0,1 0-2 0,0 1 0 16,0-1 0-16,3 0-2 0,-3-2-1 0,1 0 0 16,2 2-2-16,-1-3-3 0,-1-1-1 0,2 1-1 15,-1-1-4-15,1 1 2 0,1-1-5 0,1 0 0 0,0-1-2 16,0 2 2-16,-1-1-3 0,2-2 2 16,0 3-2-16,-2-2-1 0,1 0-2 0,-1 3 1 15,1 0 1-15,-3-2-2 0,2 2-1 0,-2 0-1 16,1-1 1-16,0 1 1 0,-2 0 0 0,2 0-2 0,-2-2 0 15,1 3 1-15,1-1 2 0,-2 0-2 0,1 2 1 16,0-2-2-16,-1 2 0 0,0-1 1 0,1 2-11 16,-2-1-10-16,1 1-9 0,0 2-13 0,1-2-15 0,-2 1-52 15,2 1-44-15,-1 2-59 0,3-2 143 0,-5 0-101 16,2 1-69-16</inkml:trace>
  <inkml:trace contextRef="#ctx0" brushRef="#br0" timeOffset="49142.91">4462 14921 165 0,'-4'-1'158'0,"-2"-1"-32"16,3 0-55-16,-3-2 39 0,1 1-4 0,1 0-20 16,0 1-6-16,2-1-6 0,-2 0-5 0,3 0-11 15,-2 1-3-15,2 1-8 0,-1-2-3 0,1 1-5 16,0 0-6-16,0 1-4 0,-1-1 1 0,1 0-8 16,0-1 1-16,1 1-1 0,1 1-2 0,0 1-3 15,1-1 0-15,-2 0-1 0,1 1-1 0,1-1 0 16,-2 1-1-16,2 0-1 0,-2 0 3 0,0-1 0 15,0 1 1-15,1 0 2 0,-1-1 0 0,4 1 0 16,-4-1 0-16,4 1 0 0,-1-2 0 0,2 1-3 0,-1 0-5 16,2-1 2-16,1 2-1 0,-1-2-3 0,-1 1-2 15,1 0-2-15,1-2-1 0,3 1-2 0,-1 0 3 16,-1 2-3-16,0-1 0 0,1 0 0 0,-2-1-2 16,3 1 2-16,-2 0-2 0,1 1 0 0,0 0-1 15,-4 0-2-15,2 1 2 0,0-1-1 0,-2 2 0 16,0-1 0-16,1 2 2 0,-4-1 0 0,1-1-1 15,0 2 1-15,-1-2 2 0,-2 1 0 0,0 0 2 0,0 1 2 16,0 1 1-16,-1-1 0 0,-1 0 1 0,-3 1 0 16,3 0-2-16,-2 1-1 0,-1 0 0 0,-1-1-2 15,0 2 1-15,1-1-1 0,0 1-3 0,-1-2 1 16,0 0 1-16,0 1 0 0,0 0-2 0,3 3 1 16,-3-3-1-16,1 2 1 0,0-2 1 0,0 2-2 15,1 1 0-15,-1-3 0 0,2 1 1 0,0-2-1 16,0 1 0-16,-1 0 0 0,3-1 0 0,0 1 1 15,0-1-1-15,1 0 1 0,-2-1 1 0,2 1 1 16,0-1-2-16,0 2-1 0,2-1 0 0,-2-2 2 16,1 1 1-16,2 1-3 0,3 0 0 0,-3-1 0 15,0 0 3-15,2-2-3 0,0 2 2 0,2 1-2 16,-2-1 0-16,1-1 0 0,-1 0 2 0,2 1-2 16,-1 0-2-16,2 1 3 0,0 0-1 0,-2-2-1 15,2 4 1-15,0-1 0 0,-2-3 0 0,1 5 0 0,0-2 1 16,0 1-1-16,-2-2 0 0,0 4-1 0,-1-4 1 15,1 3-1-15,-1 2 0 0,-2-2-2 0,0-2 2 16,1 2 1-16,-2 1 0 0,-1-1 0 0,0 0 0 16,0 0 0-16,-1-1 2 0,-2-1-1 0,1 3 1 15,0-3 1-15,-4-2-2 0,2-1 8 0,0 3 1 16,-1-3 2-16,-1-1 0 0,-1 0 6 0,1-1 2 16,-2 1-3-16,1 1 3 0,-1 0-4 0,0-2-1 15,2 3-2-15,0-3-1 0,-3 1-4 0,3 0-2 16,-1 3 1-16,-1-1-1 0,2-1-4 0,-1 1 1 15,2 0-2-15,0 0-1 0,-1 2 0 0,3-3-3 16,-1 2-8-16,2-2-6 0,1 1-20 0,-2 1-11 16,3 0-14-16,0 0-17 0,0 0-65 0,1 1-43 15,3 0 123-15,-1 1-90 0,1-2-28 0</inkml:trace>
  <inkml:trace contextRef="#ctx0" brushRef="#br0" timeOffset="49410.28">4916 15279 815 0,'-4'-7'349'16,"2"1"-212"-16,2 2-82 0,-2-2 21 0,0 3-3 15,0 0-9-15,0 0 6 0,2 1-5 0,-3-1-10 16,-1 2-3-16,-2-2-4 0,1 1-5 0,0 0-7 15,0 1-5-15,-1 0-14 0,0-1-6 0,1 2-4 16,-1 0-3-16,5 2-1 0,-1-2-2 0,-3 3-13 16,3-2-8-16,2 3-14 0,0 1-13 0,0 0-39 15,0-1-23-15,0 0-29 0,2 0-45 0,4 1 117 16,-4 0-83-16,0-1-16 0</inkml:trace>
  <inkml:trace contextRef="#ctx0" brushRef="#br0" timeOffset="50292.54">4846 14953 449 0,'-3'-8'208'0,"3"3"-124"15,0 0-52-15,-1 2 11 0,1 0 2 0,0-2-13 16,0 3-2-16,0-1-3 0,1 2-2 0,1 0 1 16,2-1 0-16,1-1 0 0,-3 1-3 0,2 1-5 15,0-1-3-15,0 2-3 0,0-2-4 0,-4 0-2 16,1 0-1-16,2 1-2 0,-1 0 2 0,-1 1 0 0,-1-1-3 16,0 0 2-16,2 1 0 0,4-1 1 0,-5 1 1 15,-1 0 3-15,1 0 2 0,3-1 2 0,0 0 2 16,-1 0 4-16,-1 0 1 0,3 0 1 0,1-1 1 0,1 1-1 15,-2 1-1-15,1-1-2 0,1 1-1 16,0-1-6-16,-2 0-2 0,2 1-1 0,0-1-2 16,0 1-2-16,0 0-1 0,2 0-2 0,-2 0 2 15,0 1-2-15,2 1 1 0,-3 0-1 0,2 1 0 0,-2 0 0 16,1 0 1-16,1 2 0 0,-3-1-1 0,1 1 2 16,0 0-3-16,0 1 1 0,-1 0 0 0,-3 0 0 15,3 1-1-15,-3 1 0 0,1 0 0 0,-1 0 2 16,0 2-1-16,-2-4 0 0,0 5-1 0,0 0 2 15,2 0 1-15,-2-2-3 0,-2 2 1 0,-1-2 0 0,1 3 2 16,-1-1-1-16,-1-1 1 0,1 1-3 0,-2 1 1 16,0-3 2-16,2 6-1 0,-2-4 1 0,-2 2-1 15,0-2 0-15,0 0 2 0,1-1 1 0,1 1 1 16,-4-3 1-16,4 1-1 0,-2 1 0 0,3-5 3 16,-1 2 0-16,0-2 1 0,1 2 0 0,0-6 2 15,0 3 0-15,0-2 1 0,1-1-1 0,1-4 0 16,0 3 0-16,0-3-2 0,-1 0 0 0,2-2-8 15,-1 0-2-15,1 1 0 0,1-2-2 0,0 1-6 16,-2-2 1-16,2 2-2 0,2-2-1 0,-2 5 1 16,1-2 3-16,0 0-2 0,1 2 0 0,-1 1 3 15,1 0 0-15,-1-1-2 0,0-1 3 0,1 1 0 16,0 2-2-16,0-1 0 0,1 1 0 0,0 0-2 16,-1 0 1-16,2 0 0 0,0 1 0 0,-1 0 1 15,1 0 3-15,0 1 1 0,0 0 2 0,0 0 0 16,0 1 2-16,-1 2 2 0,0-3-2 0,0 0 4 15,1 2-3-15,-1-1 1 0,-1-1-1 0,0-1 0 0,0 2-2 0,-1-3 1 16,2 1 1-16,-2-1-2 0,0 1 1 0,0-1 0 16,0 3-3-16,1-2-7 0,0-1-4 0,-1 2-10 15,-1-1-24-15,1 1-11 0,-1 0-16 0,0 4-17 16,2-3-75-16,-2-1 115 0,0 3-73 0,0-1-28 16</inkml:trace>
  <inkml:trace contextRef="#ctx0" brushRef="#br0" timeOffset="50826.51">5227 14889 692 0,'8'-9'268'0,"2"0"-185"16,-9 0-55-16,2 5 5 0,-3-2-3 0,0 2 1 16,1 2 2-16,2 1 11 0,1-1-1 0,-4 1 1 15,3 0 1-15,-3 1 0 0,0-1 1 0,0 1-4 16,0 0-5-16,-1 1-14 0,-1 1 1 0,-5 1-4 16,3 0 0-16,3 1-1 0,-3 0 0 0,-1 0-3 15,1 0-1-15,3 2 1 0,-4-2-5 0,4 1-1 16,-2-1-2-16,0 0 0 0,-1 1-4 0,2-1 0 15,0 0 1-15,1 2-3 0,-1-2 1 0,2 2 0 16,-1-1-1-16,1 1-1 0,-1-1 2 0,-1 1-1 0,1-2-2 16,0 2 3-16,1-2-1 0,0 1 1 0,0 0-1 15,0-1 1-15,0-1-2 0,0 4 2 0,0-3-3 16,2 1 0-16,-2-2 3 0,0 1 0 0,6 0-2 16,-4-1 2-16,1 1-1 0,1-1 0 0,-3-1 3 15,1 0-1-15,2 1-4 0,-1-2 1 0,0 2 0 16,2-2 0-16,0 1 1 0,1 1 0 0,0-3-1 15,0 3 2-15,2-2 2 0,-3 1-1 0,0 0 0 16,2-1-1-16,-1-1 2 0,-1 0-1 0,3 1 1 16,-5-1 1-16,2 1-3 0,-2-1 2 0,4 0 0 15,-2 0 1-15,-1 0-1 0,4 0-4 0,-5 0-1 16,2-1-8-16,0 1-1 0,-3-1-6 0,2 1-6 0,-1 0-18 16,-2 0-7-16,1 0-7 0,2 0-9 0,-2 0-32 15,3 0-19-15,-1 0-20 0,0 0-29 0,-1 0 104 16,2 1-71-16,-1 0-16 0</inkml:trace>
  <inkml:trace contextRef="#ctx0" brushRef="#br0" timeOffset="51193.16">5456 14830 311 0,'-3'-4'142'0,"1"0"-85"0,2 1-32 16,-1 1 18-16,1 2-7 0,-1 1 6 0,-2 1 17 16,3 1 7-16,-2 2 8 0,1-2 6 0,-1 4 5 15,-1 0-5-15,-1 0-3 0,2 2-5 0,-2-1-20 0,2 0-4 16,-1 3-7-16,1-1-5 0,0-1-9 0,1 3-3 0,-2 1 0 16,-1-1-2-16,3 1-3 0,-1 0-4 0,1-1 1 15,-2 3-4-15,1-1-3 0,-2-1 3 0,3 0-4 16,1 1-1-16,-2 2-2 0,-1 0 1 0,3 0-2 15,0 1 1-15,0-1-1 0,0 1-2 0,0-1 0 16,0-1 3-16,0-1 1 0,0-2-1 0,0-1 0 16,0-2 3-16,0-1 1 0,0-1 1 0,3-1 2 0,-2-1-4 15,1-1-4-15,-2-1-4 0,1 1-6 0,0-1-23 16,3-2-13-16,-3 0-14 0,1 3-19 0,1-4-61 16,-1 1-49-16,4-1 125 0,-3-4-91 0,4 2-51 15</inkml:trace>
  <inkml:trace contextRef="#ctx0" brushRef="#br0" timeOffset="52342.99">5646 14805 204 0,'0'-5'114'0,"1"2"-60"0,-1 2-37 16,0-1 12-16,-3 2-3 0,3 1 0 0,1-1 4 15,-1 1 15-15,0-1 7 0,1 0 7 0,-1 0 11 16,0 3 12-16,0-2 1 0,-1-1-1 0,0 0-4 15,1 0-12-15,-2 0-7 0,0 2-3 0,1-2-8 16,1-1-11-16,0 0-3 0,0 1-4 0,0 1-4 0,-1 0-9 16,1-1 0-16,-1 0-4 0,1-1-1 0,0 2-3 15,0-1-5-15,0-1 1 0,0 1 2 0,0-1-4 16,0 1 1-16,0 0 1 0,0 0-1 0,0 0-1 16,1 0 1-16,0 0 2 0,-2 0-3 0,0 0 2 15,1-1-1-15,0-3-3 0,0 3 1 0,-4-1 2 16,0 2 2-16,1-2-2 0,1 0-2 0,1 2 0 15,-3 0-1-15,2 1 4 0,-1-1-4 0,0 1-1 16,2 2-1-16,-2 0-1 0,1 0 1 0,-2-1 2 16,1 0 0-16,0 1-1 0,0 0 1 0,0 1-1 15,-1-2 2-15,2 3-1 0,-1 0-1 0,1-1 0 16,1 1 0-16,-1-1 0 0,0 0 0 0,2 2 0 16,0-2 0-16,2 2 0 0,-1-2 0 0,0 2 3 0,0-2-3 0,3 1 3 15,-2 0 0-15,1-2 3 0,1-1-2 0,-3 0 0 16,2 2 3-16,3-3-2 0,-3 0 4 0,1 1-3 15,0-1 3-15,1 0 0 0,0 0 1 0,1 0-1 16,-1-1 1-16,-1 0-1 0,0 0 0 0,2-2-1 16,3 1 0-16,-5-1-1 0,2-1 0 0,-2-1 2 15,1 0-5-15,1 2 2 0,-4-3 0 0,1 2 0 16,-2-1-2-16,4-1-1 0,-2 1 1 0,-1-1-3 16,0 0 3-16,1 1-2 0,-2-2 0 0,0 3 0 0,4-1 0 15,-4-1-2-15,4 2 0 0,-5 0 0 16,3-1-2-16,0 1 0 0,-2 0-3 0,5 0 0 0,-6-1 1 15,0 2-2-15,3 1-2 0,0-1 2 0,-2 0 0 16,2 1 0-16,-2-1-1 0,-1 0 1 0,-2 2-3 16,-1-2 4-16,4 2 0 0,-1 0 0 0,0-1 1 15,0 1 0-15,4 0 1 0,-2 0-2 0,-1 1 4 16,-1 0-1-16,2-1 0 0,-1-1 0 0,2 2 2 16,-3 0-2-16,1 0 0 0,0 2 1 0,2-3 0 15,0 2-1-15,1 0 2 0,-3-1 0 0,3 0 0 16,-1 0-1-16,2 0 1 0,0 0 1 0,-3-1-2 15,1 0 1-15,1 0 0 0,-3 1 0 0,3 1 0 16,-2-2 0-16,0 0 0 0,-1 0-1 0,-1 1-1 16,3 0 1-16,-3 0-2 0,2-1 1 0,-2 0-1 15,-2 0 0-15,2 2 1 0,-1-1-3 0,1 0 4 16,1 1-1-16,0 0 0 0,0-1 1 0,0 2 1 16,0 0 0-16,-1 0-1 0,-2-1 1 0,0 1 1 15,-2 0 0-15,3 3-1 0,-4-1 1 0,3-1-1 0,1 3 2 16,-3 1 0-16,0-1 1 0,2 0 0 0,-6 2-1 0,3 3 7 15,-3-1-5-15,-2-1 5 0,2 2-3 0,-2 0 2 16,1 3 1-16,0 4 0 0,3-1 0 0,-3-1-3 16,2 0 0-16,-1 4-2 0,1 3 1 0,0-2 1 15,2-5-5-15,0 2 3 0,-2 0 1 0,2-5-1 16,1 2 2-16,1-4-1 0,-1-1 2 0,1-1-2 16,0-1 3-16,3 0 0 0,0-3 1 0,0 1-5 15,0-3-4-15,0 1-20 0,1-2-13 0,2 1-16 0,1 0-21 16,1 0-77-16,2-1-53 0,0 0 134 0,1 0-102 15,0 0-59-15</inkml:trace>
  <inkml:trace contextRef="#ctx0" brushRef="#br0" timeOffset="52710.34">5791 15191 595 0,'-6'-6'279'0,"0"1"-156"0,5 1-72 16,-3 0 22-16,1 1-11 0,-1-1 5 0,1 4-8 15,1 0-2-15,2 4-2 0,-2-4-2 0,-2 1-5 16,1 1-6-16,-2 1-5 0,2 0-5 0,1 2-13 16,0 0-2-16,-9 0-2 0,8 1-4 0,-2 0-2 15,1-1 1-15,0 2 0 0,-1 0-1 0,0-2 0 0,3 2-2 16,2 0-2-16,2-1 1 0,-3 0-2 0,2 0-1 16,-2-1-1-16,1 3 0 0,0-2-1 0,0 0 1 15,0-1 0-15,-1 1 0 0,1 0 1 0,2-1-1 16,2 0 1-16,0 0 1 0,0-2 0 0,1 1 2 15,-1-1 1-15,1 0 0 0,0 0-1 0,1-2 3 16,-5 0 1-16,5-1 1 0,-1 1 0 0,0-1 0 16,1 0 0-16,-2-1-1 0,-1-2 0 0,0 1 1 15,2-3 0-15,-1 1-1 0,-2-2-3 0,1 0 2 0,-1 0-2 16,-1-1 1-16,4 0-3 0,-4-1 1 0,2 2-3 16,-1-2-12-16,-2 1-9 0,-1 2-12 0,1-4-15 15,0 5-45-15,0-1-28 0,-4 0-42 0,1 2-57 16,-1 2 143-16,2 0-103 0,-8 3-29 0</inkml:trace>
  <inkml:trace contextRef="#ctx0" brushRef="#br0" timeOffset="54281.96">4711 15406 151 0,'1'-1'99'0,"-1"0"-39"0,0-1-35 0,2-1 25 15,-2 3-15-15,0 0-5 0,0 0 11 0,0 0-2 0,0 0 2 16,0-2 1-16,0 2 5 0,-3 0 4 0,3-2-6 16,0-1 0-16,-1 1-8 0,-1 0-3 0,2-2-1 15,0 1-3-15,0 1-2 0,0 0 0 0,0 1-2 16,0-2-1-16,4 1 1 0,-2 0 2 0,-2 2-1 15,0-1 4-15,1 0 4 0,0-1 0 0,1-1 2 16,-2 2 0-16,0 0 1 0,0 0-2 0,2-1 2 16,0 0-3-16,-1 1-5 0,0-3-2 0,-1 2-1 15,3 1-3-15,-1-1-7 0,-1 2 0 0,0-2-3 16,3 1-2-16,-4 1-5 0,2 0-1 0,-2 0-2 0,1 0-3 16,0-1 1-16,0 1-2 0,0 0-4 0,-1 1 2 15,0 0 2-15,0 0 0 0,2 2 0 0,-3-2 2 16,0 0-1-16,-1 0 4 0,0 3 0 0,0-2 1 15,0-2 1-15,-1 1 0 0,0 1 0 0,0-1-3 0,-1 4 3 16,0-4-2-16,0 0 0 0,3 0 0 16,-4 2-1-16,2-3 0 0,1 2 1 0,1-2 0 15,0 1 0-15,-1 1 1 0,2-2 0 0,3 1 0 16,-3-1 2-16,1 0 1 0,1-1-3 0,0-1 2 16,3 2 2-16,-1-1-3 0,1-1 3 0,0-1 1 15,-2 2-3-15,3-1 1 0,1-1 0 0,-2 1 4 16,0-1 1-16,2 1-1 0,-5-3 3 0,3 3-1 15,-1 0-1-15,-3 0 0 0,-1 1-2 0,3-1-5 16,-2 0-3-16,-2 2-1 0,1 0-3 0,-3 2-4 16,0-1 0-16,-2 1-1 0,3 0 2 0,-5 1 2 15,1-1-1-15,0 3 1 0,1-2 1 0,-1 0 1 0,1 1-1 0,0-2 3 16,-2 0-2-16,1 1-1 0,1-2 1 0,0 1-1 16,0 0 2-16,-1-2-2 0,2 1 1 0,1 0-1 15,1 1 2-15,-1-1 0 0,1 0 1 0,0 0 0 16,1-1-1-16,1 1 2 0,-2-1 0 0,1 0 0 15,1-1 0-15,0 0-1 0,0 1-1 0,3 0 0 16,-3 0-1-16,1-1-12 0,0 1-11 0,1 0-12 16,1 0-18-16,-2 1-71 0,1 0-65 0,0 4 134 15,0-2-102-15,-3 5-66 0</inkml:trace>
  <inkml:trace contextRef="#ctx0" brushRef="#br0" timeOffset="66801.25">20509 14430 64 0,'1'-6'69'0,"-2"5"-9"16,0-2-19-16,-1-1 18 0,2 1 2 0,-2 1 6 15,1-1 0-15,-1-1 0 0,4 2-1 0,-2-1-4 0,0 1-4 16,2 0-3-16,-2-1-5 0,1 1-14 16,-1 1-5-16,0 0-3 0,0 0-5 0,0-1-9 15,-1 1 0-15,2-2-3 0,1 2-1 0,-2-1 0 0,2 1-3 16,-1-1 3-16,3 0 3 0,1 2 1 0,-4-1 0 15,-1-1 4-15,1 0 3 0,3 2-3 0,-2-1 2 16,2 0 0-16,-4 1-3 0,0-1 1 0,2 1-1 16,3 1-2-16,-5-1-4 0,-1 1 3 0,1 0-1 15,0 1-4-15,1-2 3 0,-1 4-2 0,0-2 0 0,-3 2-1 16,3 0 0-16,-1-1-2 0,-2 1 2 0,0 1 0 16,-2 0-1-16,3-1 3 0,-1 2-1 15,3-1 2-15,-3 1-2 0,2 0 1 0,-1 0-1 16,1 1 1-16,-3-3-1 0,2 4 0 0,-3-3-1 0,-2-1-1 15,3 4 3-15,-2-4-2 0,3 4 0 0,-4 1 1 16,4-1-2-16,-2-2-1 0,3 2 2 0,0 1 0 0,-1-2 0 16,-2 1 1-16,2 0 0 0,-1-3-1 0,0 0 1 15,1 2-3-15,1 0 0 0,-2-2 2 0,1 1-4 0,1-1 1 16,1 1 0-16,-2-2-2 0,2 2 0 0,-3 0 3 16,3-2-2-16,0 0-3 0,-2-1 4 0,1-1-4 15,1 0 1-15,0 4-2 0,1-5 1 0,0 0 0 16,0 1-1-16,0 1 0 0,1 1 0 0,2-1 0 15,-1 0 0-15,0-1 0 0,1 2 0 0,-1-1-1 16,2-1 0-16,0-1 1 0,0 1-1 0,-2 0 0 16,4 1 0-16,2-1 0 0,-3-1 0 0,-1 2 0 15,2 1 0-15,3-1 1 0,-1 0 2 0,-2-1-1 16,2 0 0-16,-1 0 0 0,0-1 1 0,-2 0 0 16,-1-1-2-16,-1 1 2 0,6 1-3 0,-2-2 1 15,-5 0 1-15,6 0 0 0,-4 0 0 0,3 0-2 16,-2-2 3-16,-2 0-1 0,2 0 0 0,1 1 2 15,-2-2-1-15,0 2 0 0,-1 1 0 0,1-2 0 16,1 2 0-16,-1 0 0 0,0-1 2 0,0 0-5 16,-1 0-3-16,1 0-3 0,-3 0-2 0,0 0-7 15,2-1-4-15,-1 1-7 0,0 0-4 0,-2 0-2 0,2 0-5 0,-1 3-20 16,2-2-11-16,-3 1-7 0,0 3-17 0,1-1-24 16,-1 0 71-16,2-1-52 0,-1 2-7 0</inkml:trace>
  <inkml:trace contextRef="#ctx0" brushRef="#br0" timeOffset="67257.1">20719 14441 668 0,'-4'-10'311'15,"1"0"-220"-15,0 5-70 0,0-1 14 0,3 1-29 16,-2 1-2-16,2 3 0 0,-2-2 1 0,2 3 1 16,0-2-1-16,0 0 3 0,0 2 3 0,0 0 10 15,0 2 5-15,0 1 5 0,-2 0 1 0,-1 3 7 16,1-1-1-16,0 2 0 0,-1 0 0 0,-2 2-5 16,2 0-2-16,0 1-4 0,1 1 2 0,-3 0-4 15,2 1-1-15,0 0-1 0,-3 1-1 0,2-1-2 16,2 1-1-16,-2 1 2 0,1 0-2 0,0 0-6 0,3 0-1 15,-2 3 2-15,0 0-4 0,1-4 0 0,-1 2-2 16,2 3-2-16,-1-3 2 0,-1-2 0 0,2 3 0 16,-2-6 0-16,1 1 1 0,-2 3-3 0,0-3 1 15,3-1-1-15,-1-1-1 0,1 1 1 0,-3 1-2 16,-1-4-2-16,4 2 1 0,0-1 1 0,-3-2-1 16,3 0 0-16,-2 2 0 0,2-3 0 0,-1 2 1 0,2-1 1 15,-2 0-3-15,1 0 2 0,0-1 1 0,-6 0-1 16,6-1-2-16,-1 1-13 0,-1-2-9 0,0 2-8 15,2-1-11-15,-2-1-44 0,2 2-27 0,2-2-34 16,-2 0-50-16,1 0 127 0,3 0-91 0,6 0-62 16</inkml:trace>
  <inkml:trace contextRef="#ctx0" brushRef="#br0" timeOffset="68104.12">20788 14505 528 0,'-3'-4'222'0,"0"0"-125"0,-2-1-51 15,2 3 36-15,0-2-30 0,2 4 0 0,-2-2 8 16,2 0 0-16,0 1-4 0,-1-1-1 0,1 1 0 16,1-1 0-16,0 0-5 0,-1 0-1 0,1 0-10 15,0 0-2-15,1 0-2 0,0 1-4 0,0-3-10 0,0 2-2 16,1 1-4-16,2-2-2 0,-2 2-1 0,0-2-1 16,1 2-2-16,1 0 4 0,-1 0 0 0,1 0 0 15,-1 0 1-15,-1 0-1 0,3 0-2 0,-3-1-1 16,2 1 3-16,-1-2-3 0,-1 2 1 0,3 0-4 0,0-2 3 15,-1 3 0-15,1 0-1 0,0-1-1 0,1 1-3 16,-1 0-2-16,1 0 1 0,0 0-2 0,-1 0-2 0,-1 1 1 16,3 0-2-16,-2 1-1 0,1 0 2 0,-2 1 0 15,1 0-1-15,0 0 0 0,-2 1-1 0,0 0 1 16,0 0 1-16,-2 1-1 0,0-1-1 0,1 2 2 16,-2 0 0-16,0 0 0 0,-2-1 2 0,1 1-1 15,-2 2 1-15,0 0 0 0,-1-2 1 0,-2 1 0 16,2-1 0-16,-4 2 1 0,3 0-1 0,-2-1-1 15,0 1 0-15,1 0 0 0,-2-2 1 0,3 3-1 16,-3-1 2-16,2-1-3 0,0 1 0 0,1 0 0 16,-2-2 3-16,4 0-4 0,-1-1 1 0,1 2 1 15,0-3 0-15,2 0 0 0,-1-2-2 0,1 1 3 16,0-1-1-16,-1-1-1 0,2 3-1 0,0-3 1 16,0 1 0-16,0 1-1 0,0-2 3 0,3 1-3 15,-2 1 2-15,3-2 2 0,1 1-1 0,-1-3-2 16,0 0 0-16,2 1 0 0,-1 0 0 0,0 0 0 0,0-1-1 15,2 0-2-15,-2 1 2 0,1 2 0 0,-1-2-2 16,-1 0 1-16,2 1-2 0,-1 4 1 16,0 1 1-16,1-2 1 0,-1 2-1 0,-1-2 0 15,2 4 1-15,-2-1-1 0,0 0 1 0,3-1-1 0,-4 1 1 16,-1 1-3-16,1-2 3 0,-1 1-1 16,0-1 0-16,-2 2 1 0,2 0 1 0,-2-3-1 15,0 1 0-15,-2 0 0 0,0 0-1 0,1 2 1 0,-3-1 0 16,0-4 0-16,0 3 0 0,-2-1 1 0,2 0 0 15,-3 0 1-15,1 0-1 0,-4-2 4 0,4 1 1 16,-4 4-2-16,3-3 3 0,-1 0 1 0,-1-2-1 0,1 1 3 16,-2 2 3-16,2-2-5 0,0-2 0 0,1 3 1 0,-2-3-1 15,0 2-2-15,0-1 1 0,3 0-1 0,-1 1-4 16,0-2 3-16,0 1-1 0,1-1-1 0,0 0-2 16,2 0 1-16,-2 0-1 0,4 1-4 0,-1-2-6 15,-1 1-24-15,3-1-9 0,0 1-18 0,1 0-17 16,0 0-74-16,0 1-49 0,0 1 132 0,2-2-100 15,4 4-56-15</inkml:trace>
  <inkml:trace contextRef="#ctx0" brushRef="#br0" timeOffset="68387.36">21142 14919 2060 0,'-2'-2'17'0,"0"2"-8"0,2-3 1 0,-2-1 4 16,1 1-1-16,-1 2-2 0,-1-5 14 0,1 3-8 15,0-1-1-15,-1 0-1 0,0 1-1 0,0 1-6 0,-1 1-3 16,3 0-4-16,-1 1 1 0,-1 0-5 15,1 0-7-15,1 0-6 0,1 2-12 0,-1 0-8 0,-2 1-17 0,2 0-44 16,1 1-27-16,1 0-32 0,0 0-45 0,2 0 127 16,0-1-119-16,3 3-44 0</inkml:trace>
  <inkml:trace contextRef="#ctx0" brushRef="#br0" timeOffset="69320.8">21216 14581 308 0,'-3'-4'132'15,"1"0"-85"-15,0 0-30 0,1-1 6 0,1 3 3 16,-1-1 4-16,1 1-2 0,-2-1 7 0,2 1 1 16,0-1 5-16,0 1 6 0,0 0 8 0,0 0 3 15,2 2 0-15,-2-3 3 0,0 2 1 0,1 0 0 0,-1 0-3 16,0-1-3-16,0 1-9 0,0-2-1 0,0 1-5 16,0 1-4-16,0-1-11 0,3 0-5 0,-3 0-1 15,1 2-4-15,1-3-5 0,0 2-2 0,1-1-1 0,-1-1-3 16,2-1 2-16,-1 3-1 0,3-1 2 0,-3-1-1 15,3 0 4-15,0 0 1 0,0 0 1 0,0 2 2 16,0-1-1-16,1 0 3 0,0 2-3 0,0 0-1 16,-2 0-2-16,1 2-3 0,-1 0-1 0,0 1-3 15,1 3 1-15,-2-1-2 0,1 1-1 0,0-1 1 0,0 3-2 16,0 0 3-16,-1 0 0 0,1 0-1 0,1 1-3 16,-1 0 1-16,-1 1 2 0,-1 0-1 0,2 2 0 15,-2 2-2-15,0 1 0 0,1-2 2 0,-3 0 3 16,1 0-3-16,-2 1-1 0,1 3 1 0,-1-5 0 15,0-1 1-15,-1 1 0 0,1 1 2 0,-3-1-3 16,2-1 3-16,-2-1 1 0,1-1 0 0,-2 2-1 16,-1-4 2-16,0 3-1 0,1-3-1 0,-2 0 3 15,0 2-1-15,1-1 0 0,-3-1 0 0,3-1 2 16,0-2-3-16,-2 2 2 0,1-2-1 0,1-1-4 16,0 1-1-16,-2-2-1 0,4-2-1 15,0 0-6-15,2 1 0 0,-4 0-3 0,-2-1 0 0,1 0 1 16,1 0-3-16,1-1-1 0,3-1 2 0,-5-1 1 15,5 0 2-15,0 1-2 0,0-1 1 0,0 1 2 0,1 0-2 0,0-2 0 16,0 1-1-16,0 1 3 0,1 0-2 0,0-3 2 16,3 2-2-16,0 0 1 0,-1 0 2 0,2 0 2 15,-1 0 1-15,3 1-3 0,-2 1 0 0,0-1 2 16,1 1-3-16,1 0-1 0,-1-1 2 0,1 2-1 16,-2-1-1-16,2 0 3 0,-1 0 2 0,0 1 0 15,0 0 2-15,0 2 3 0,0-1 0 0,-2 1 1 16,0-2 4-16,0 4-2 0,0-3 1 0,-1 0 1 15,0 1 1-15,-1-1-1 0,4 0 1 0,-3 1-1 16,-1 1-2-16,2-2 1 0,-3 1 0 0,2 1-3 16,-1-2 0-16,-1 0 0 0,0 0-2 0,-2 0 2 15,1 1 0-15,1 0-2 0,-1-2 0 0,3 0 0 0,-3 1 1 16,3 1-3-16,-3-2-2 0,0 1-6 0,0 1-4 0,0-1-18 16,-2 1-12-16,2 0-14 0,0-1-16 0,-4 0-57 15,3 2-39-15,1-1 111 0,0 1-83 0,1-1-45 16</inkml:trace>
  <inkml:trace contextRef="#ctx0" brushRef="#br0" timeOffset="69886.89">21623 14504 600 0,'-1'-4'218'16,"1"-2"-175"-16,0 2-38 0,0 2-5 0,0-1 1 16,0 2 3-16,1 1 3 0,-1-1 10 0,-3 1 7 15,3 0 7-15,-1 2 1 0,-1-1 5 0,1 3 1 0,0 0 7 16,-1-1 2-16,2 1-9 0,-2 2-3 0,0 0-4 0,0 1-2 15,0 1-2-15,-2-1-2 0,2 0-7 0,-1-1-2 16,1 0 3-16,0 2 0 0,0 0 2 0,-2-3-2 16,1 1 4-16,2 0 1 0,0 2-3 0,-2-2-1 15,1 0 0-15,-1-1 0 0,1 1-1 0,1-2 1 16,1 1-5-16,-3-2-2 0,2-2-2 0,0 2 2 16,1 1-2-16,-3-3-2 0,4 1-1 0,-2 1-1 15,2 0 2-15,1 1 0 0,-2-3-1 0,0 1 1 16,2 0-1-16,-2-1 1 0,0 1 1 0,3 1-1 15,-3-2-3-15,3 3 0 0,1-1 2 0,0 1-1 16,-4-3-2-16,3 1 0 0,1 0 0 0,-2 0-1 16,1-1 1-16,-2 1-1 0,0-1 1 0,1-1-3 0,4 2 0 15,-5-1 0-15,2 1 1 0,-1-2-1 0,2 1 1 16,0-1-1-16,-2 1-1 0,2 0 1 0,-2 1 2 16,1-1-1-16,0-2 0 0,1 1-1 0,-1 0-1 15,-1 0 2-15,0 0-2 0,3 0 3 0,-1 0-3 16,-2 0 1-16,0 2-1 0,2 0 0 0,-1-1-6 15,-2 2-3-15,1-2-3 0,-1 2-7 0,2 0-15 16,-2-2-10-16,0 1-8 0,-1-2-16 0,2 2-32 16,-1 1-21-16,0 1-30 0,0-2-40 0,0 0 123 0,-1 2-86 0,1 0-51 15</inkml:trace>
  <inkml:trace contextRef="#ctx0" brushRef="#br0" timeOffset="70236.93">21689 14535 540 0,'-3'-3'204'0,"1"-1"-145"0,2 3-41 0,0 0 2 0,0 1 11 15,1 0 2-15,0 0 1 0,-1 1 5 0,0 1 10 16,1 0 4-16,-1 3 4 0,0-1 4 0,-1 2-2 15,-1 0-3-15,2 2-1 0,-2-2-2 0,0 3-6 16,-1 1-3-16,1 1-5 0,0 0-3 0,0 0-6 16,0 1-2-16,-2 2-2 0,2 0-2 0,0-2-6 15,-2 3 0-15,0-1-2 0,1 0-2 0,1-1-5 16,-1-2-2-16,-1 0 1 0,1 2-1 0,1-2-2 16,0-2-2-16,-2 0 2 0,2-2 0 0,-1 1-3 15,3 1 4-15,-1-3 0 0,0-1 1 0,0 2-6 16,1 0-3-16,1-4-8 0,-1 1-9 0,2 0-25 15,-2-1-14-15,3 1-22 0,-2-2-19 0,0-1-65 16,1 1-44-16,4 1 135 0,-3-2-100 0,3 2-49 16</inkml:trace>
  <inkml:trace contextRef="#ctx0" brushRef="#br0" timeOffset="70934.03">21830 14508 818 0,'-5'-8'325'0,"1"2"-227"0,-2-2-69 16,2 2 7-16,-2 4 5 0,2-2-4 0,0 2 0 16,0 0-4-16,1 0-5 0,-1 1-1 0,2-1-2 15,-3 2-4-15,1 0-3 0,-1 2 2 0,2-2-4 16,-1 2-1-16,-1 0-2 0,3 0-1 0,-1 2 1 15,-3-2-6-15,4 1-1 0,-1-2-3 0,1 4 0 16,-2-1-3-16,2 0 0 0,-1 0 3 0,2-1-3 0,1 2 0 16,-2 1 0-16,2-1 2 0,0 0-1 0,0-1 1 15,0-1 1-15,2 2-3 0,-1 0 2 0,1-1 0 16,3-1-1-16,-3 0 2 0,1 0-1 0,3 1 0 16,-2-1 0-16,-2 0 2 0,2-2-2 0,0 2 2 15,0-1-1-15,1 0 2 0,-2-2-2 0,1 0 2 16,1 0 0-16,-1 0-1 0,0 0 1 0,1 0 0 15,0-1-1-15,1-1-1 0,-2 1 2 0,0-2 0 0,1-1-3 16,1-2 2-16,1 1-2 0,-2 1 0 16,2-2 0-16,0 0-1 0,0-1 2 0,3 0-2 0,0 1-1 15,-2 0 0-15,-2 1 0 0,1-2 0 0,-1 2 0 16,0 2 0-16,1-1-1 0,-3 1 0 0,0 1 3 16,0 1-2-16,2-1 0 0,-2 2-2 0,-1-2 1 15,2 2-2-15,-7-1 2 0,2 1-2 0,0 0-1 16,0 0 3-16,0 3-2 0,0-1 1 0,2 0 0 15,-5-1-1-15,4 2-2 0,-1 1 3 0,0-1-2 16,2 1-1-16,-2 1 3 0,-3-2-1 0,2 1 1 16,1 0 2-16,-3 0-1 0,3 1 1 0,0 0 0 15,0-2 0-15,-2 3-1 0,2-3 1 0,-1 1-1 0,1 2 1 16,0-1 0-16,-2-2 0 0,0 2 0 0,-4-2 1 0,5 2 1 16,-2-1 1-16,0 0 1 0,0 0-1 0,-1-1 2 15,0 1 2-15,1 1 0 0,3-1 1 0,-3 3-1 16,0-4 0-16,-4 2 1 0,4 0 0 0,0 0-3 15,1-2 0-15,-2 3-1 0,0-1-2 0,1-1 1 16,0 0-3-16,-1 2 2 0,1-2-1 0,1-1 1 16,-2 0-1-16,2 0-2 0,1-2-5 0,0 0-8 15,1 1-3-15,0-2-6 0,0 0-5 0,0 1-12 16,1-1-5-16,0 0-4 0,-1 0-7 0,2 0-27 16,1-2-20-16,-2 1-28 0,3 0-33 0,-1 0 108 15,2 1-78-15,2 0-24 0</inkml:trace>
  <inkml:trace contextRef="#ctx0" brushRef="#br0" timeOffset="71523.63">22063 14562 159 0,'2'-8'133'16,"1"1"-24"-16,1-1-47 0,-2 1 36 0,1 0-6 16,-1-1 0-16,1 3-3 0,0-2-3 0,-2 2-9 15,-1-1-8-15,2 3-1 0,-2-2-6 0,0 3-17 16,0 1-7-16,-2 1-7 0,2 0-7 0,0 0-12 15,-2 1-2-15,-2 3-3 0,2-1 1 0,0 0 2 16,0 2 4-16,-3 2 8 0,-3 1 6 0,1 0 1 0,-1 0 5 16,1 2 2-16,-2 2 7 0,-5 2-4 0,-1 1-1 15,2-2-6-15,0 1-4 0,-1 4 1 0,-5-1-6 16,3 4-2-16,-2-5-6 0,0 4-2 16,0 0-2-16,0-1-2 0,0 2-2 0,1 1-3 0,-1-2 0 15,-1-3 0-15,4 2-1 0,1-3 1 0,0 0 0 16,3-1 0-16,-1-1 2 0,1-2-1 0,2-1-2 15,1-1-1-15,1 2-6 0,0-2-12 0,2-1-8 16,0 0-10-16,2-1-12 0,0-1-42 16,2-1-16-16,1-1-25 0,0 0-31 0,1-3 100 0,2 1-73 15,4-3-17-15</inkml:trace>
  <inkml:trace contextRef="#ctx0" brushRef="#br0" timeOffset="71784.45">21811 14998 642 0,'-6'4'237'0,"-3"-1"-181"0,1 2-46 0,2 0-6 16,1 1 0-16,2 3 1 0,-1-1 1 0,4 2-1 16,0 0-1-16,3 1-2 0,-1-3 0 0,2 3-1 15,-1-2 1-15,4 0-2 0,0 2 2 0,-2-3 0 16,3 1 3-16,2-3 0 0,-2 3 1 0,3-4 0 15,1 0 2-15,3-3 3 0,-2-2 0 0,3-2 1 16,-1-4 2-16,5-1 4 0,-3-2 1 0,0-2 1 16,2-2-1-16,-2 1-3 0,1 0 1 0,-3 0-3 15,-1 0-6-15,-5 2-10 0,3 1-18 0,-3 4-80 16,-4-1 84-16,2 1-46 0,-3 0-43 0</inkml:trace>
  <inkml:trace contextRef="#ctx0" brushRef="#br0" timeOffset="73443.82">16855 18321 342 0,'-2'0'126'0,"2"0"-81"16,0 3-19-16,0-2 7 0,2 1 2 0,2 2 16 16,-1-3 8-16,-1-1 2 0,3 0 0 0,-2 0-1 0,1 0-4 15,-1 0-5-15,3 0-3 0,-2 0-11 16,2 1-5-16,0-1-2 0,1 1-1 0,0 1-9 15,0-1-1-15,3 1-2 0,-1 1-3 0,4-1-1 16,-3 1-4-16,4-1-2 0,-1 3 0 0,2-1-1 16,1 0 0-16,5 1-2 0,-2-1 1 0,-2 1-2 0,8 0-1 15,-4 3 1-15,2-3 0 0,-1 0 0 0,-2 2-1 16,2-1-1-16,1 1 1 0,-1 3-2 0,-2 2 2 16,0-3 1-16,-3 2 0 0,4 1 2 0,-2 4 3 0,0-4 3 15,-1 5 0-15,3-5 5 0,-2 0 2 0,3-5 1 16,2 0 1-16,0-1 3 0,2-3-1 0,3-2 1 15,0-1-3-15,0 0 2 0,4 0-2 0,-3-4-3 16,-1 3 2-16,1-4-3 0,-4 2 1 0,2 2-2 16,-1-6 1-16,0-3-5 0,0 3 0 0,2-4-1 15,2-2 0-15,3 0-4 0,1-5-1 0,0 0-2 16,3 3 0-16,-1 2-1 0,4 0 0 0,-5 1 0 16,1 1-2-16,-6 0 2 0,-2 2-1 0,4-3 1 15,0 2-1-15,-8 0 1 0,2 1 0 0,4 2 1 0,6-3-1 16,3 2-3-16,-1 1 2 0,-2 1 1 0,2-2-1 15,2-2 0-15,-3-1 0 0,0-2-1 0,-3-2 0 16,-2 3 2-16,0-2 0 0,2 3-2 0,3-2 3 16,-1 0-2-16,4 3 2 0,-1-2 0 0,0-1 0 15,1 0 0-15,-1-6-1 0,-3 0 1 0,-2 2-2 16,-2-3 3-16,-1-1-3 0,-3 1 1 0,2 0-1 16,2 1 2-16,-1 2-3 0,4-1 1 0,-1 2 1 15,0 1-2-15,4 0 0 0,-3 1 1 0,0 0 2 16,-1 1-3-16,-4-2 1 0,1 0 2 0,-1 1 0 15,0-1 2-15,0-1-4 0,2 0 3 0,-2 1-1 16,3 0 2-16,0-1-2 0,2-2 0 0,-1 3 1 16,0-3-2-16,-3-3 1 0,-2 1-2 0,0-2 1 15,-3-2-1-15,1 0 3 0,-2 2-2 0,0-3-2 16,0 2 2-16,0 0 0 0,4 0 0 0,-2 1-2 16,2 0 1-16,2 1 0 0,-4 0 1 0,-1 4-1 0,3 2-1 0,-2-7 0 15,0 4 0-15,-5 3 2 0,0-3-1 0,-1-3 2 16,4 0-3-16,-6-2 0 0,-2 0 2 0,0 2 0 15,-2-1 1-15,4-3 0 0,0 1-2 0,0-1 0 16,-2 5 3-16,1-4-1 0,0 1 0 16,6 0-1-16,-3 1 0 0,-1-1 1 0,1 1-1 0,-2-1 3 15,1 0 0-15,-1 2 3 0,-3-2 2 0,0-2 0 16,0 2 2-16,-1 0 2 0,-1-1 2 0,-1-1-1 16,-1 1 1-16,0-1 3 0,-3 1 0 0,-3 2 3 15,3-1-4-15,-1 3-1 0,-1 0 1 0,0 0-2 16,0 1 0-16,-2 2-4 0,0-2-2 0,1 1 0 15,-2-2 3-15,1 3 0 0,-2-1 1 0,0 3 0 0,2-5 2 16,-2 4-2-16,1-2 0 0,-1 3-1 0,-1-3-1 0,2 2-1 16,-1-3-2-16,2 1-1 0,-4 2-4 0,3-2 2 15,1 0 2-15,1 0-2 0,0 0 0 0,-3 2-3 16,2-2 1-16,0 2 0 0,1-1 1 0,0 2-2 16,-4 1-2-16,4-1-1 0,0 1 0 0,0 0 3 15,-2 1-2-15,3 0 2 0,-3 0-2 0,2-1 4 16,-2 1-1-16,1 2 1 0,0-1 1 0,0 2-1 15,-1 1 1-15,1 0-1 0,-1 1 0 0,1 1-2 16,-6 1-2-16,3-1 3 0,0 1-2 0,1 0-2 16,0 2 1-16,-2 0-1 0,-2-1-1 0,4 3 1 0,2-2-1 15,-4 2 0-15,-1 0-3 0,-2 1-10 0,1 1-12 16,1 0-8-16,3 3-14 0,-4-1-43 0,-2 1-23 16,5 5-38-16,-3-2-51 0,0 4 133 0,0 2-92 15,-12 5-26-15</inkml:trace>
  <inkml:trace contextRef="#ctx0" brushRef="#br0" timeOffset="75508.7">11901 18362 611 0,'-11'-8'282'0,"3"-1"-149"15,4 0-67-15,-5 0 13 0,0 2 3 0,4-2 2 16,-3 1-10-16,3 2-11 0,-2-1-11 0,2 1-7 15,-1-1-13-15,1 2-6 0,-2-1-5 0,4 1-5 16,-1 0-8-16,-1 2-5 0,1 0 0 0,-1-1-2 16,1 2 0-16,1 0-1 0,-1 1-1 0,-1-1-1 15,1 2-2-15,-1-1 2 0,2-1 1 0,-4 2 0 0,0 3-2 16,-2-1 1-16,2 2 0 0,2 0 1 0,-8-1 0 16,4 2 1-16,-2 3 1 0,0-1-1 0,-1-1 0 15,-3 2 2-15,-1-2 2 0,0 1 2 0,1 1 3 16,-3-1 0-16,-4 1-1 0,5-2 0 0,-4 2 5 15,0 0 0-15,-1-2-1 0,-2 3-2 0,-3 0 1 16,-1 0-2-16,3-1 1 0,-1 3 0 0,0-2-1 16,-1 2 1-16,3 0-1 0,-1 0 3 0,6-2-1 0,0-4-2 15,-4 4 2-15,2-1 1 0,0-3-3 0,1 1-3 16,0-2 1-16,-3 4-2 0,-1 1-2 0,-3 0 1 16,5-1 1-16,-1-2-1 0,-4 5 2 0,-4-1 1 0,3 3 1 15,1-4 0-15,-5-1 0 0,3 3 3 16,3-7-4-16,-2 3 0 0,0 3 1 0,2-6-4 15,3 1 1-15,-4 0 0 0,-1 0 1 0,0 4-1 0,-7-1 0 16,3-1 2-16,-2-2 4 0,-4 1 3 0,2 1-2 16,-2-2 3-16,1 1 2 0,2-2 0 0,4 3 1 15,-1-3-3-15,0 2-2 0,3-2-2 0,-2-1 1 16,0 2-5-16,-3-2-1 0,-1-1 0 0,-2 1-2 16,-1 1 1-16,5-2-2 0,0-2 0 0,-3 0 0 15,-1 0-1-15,7 2 1 0,1-2-1 0,3-2-1 0,-6 1 0 16,-1 2 1-16,3 2-1 0,2-3-1 0,-9 0 2 15,2-2-2-15,-5 0 2 0,-1 0 0 0,3-1-1 16,-1 0 2-16,0 1-1 0,1-4 0 0,3 3 1 16,3 1 1-16,-1 0-2 0,-3-1 2 0,-1-5-1 15,0 1-1-15,-4 2-1 0,-2-2 3 0,3 0-2 16,-4-2-1-16,3 1 2 0,1-3-1 0,-1 0 3 16,1 0 3-16,3-2 2 0,-1 0-1 0,11 9 2 15,14 1 1-15,1 1-1 0,-38-10 2 0,-10 7-1 16,2-3-1-16,8-2-2 0,-3 1 2 0,-2-5-3 15,-2 4-1-15,13-1 1 0,0 2-3 0,-2-6-1 16,-2 7 0-16,0-1-1 0,2 1 0 0,0 2-2 16,2-2 0-16,2-1-1 0,1 0 4 0,1-2-2 15,1 1-1-15,-5-3 1 0,-2 0-2 0,1 2 2 16,-4-1 0-16,4 0 2 0,-1 1-4 0,0 0 1 16,5 0 1-16,1 2 0 0,2-1 1 0,-2-1-1 15,1 1 3-15,-4-3-2 0,-1-1 3 0,6 2-1 0,-2-2-2 0,-3 3 0 16,-3-2 1-16,9 2 0 0,3 4-2 0,1-2 0 15,-6 1-1-15,0-2 0 0,0 3-1 0,6-3 2 16,-6-2-1-16,-3-1-1 0,-3-2 0 0,5-3 0 16,6 3 0-16,-6-2 2 0,0-3 0 0,9 5-3 15,-2-1 2-15,1-3 1 0,2 4 0 0,-1-3 0 16,-3 1-2-16,-1 1 0 0,0-2 0 0,-3-1 3 16,4 2-4-16,-1-2 2 0,-1 0 0 0,2 1 0 15,2 1 1-15,0-2-2 0,3 0 2 0,2-3-2 16,0 0 2-16,-4 0-2 0,4-3 0 0,-7 0 0 15,-1-2 0-15,8 3 1 0,-4-1-2 0,-5-2 1 16,3 1 0-16,2 1-2 0,6 2 1 0,1 0 1 0,-2-5-2 16,3 3-1-16,0 2 2 0,4 2 1 0,2 0-1 0,-4-4 1 15,3 2 0-15,1-5 0 0,1 4 0 0,0-1 0 16,-3-3 0-16,0-6 0 0,1 2-1 0,1 2 0 16,-3-1 0-16,-1-2-2 0,4 3 2 0,-2-2 0 15,3 2-1-15,4 3 1 0,-5-5-1 0,4 6-1 16,3 0 2-16,2 0 1 0,0 0 0 0,-3-1-2 15,4-1 2-15,0-3-1 0,0 3 1 0,-1 1 0 16,1-5 0-16,0 4-2 0,-1 0 2 0,0 2 0 16,1 2 0-16,0 2 0 0,-1-1 0 0,1 5 0 0,1 0 0 15,-2-1 0-15,0 2 0 0,2 4 0 0,-1 1 0 16,1-1 0-16,-1 0-1 0,0 1 1 0,2 0 0 16,-2-1 0-16,1 3-1 0,1-2 0 0,1 4 0 15,0-1 0-15,-2 0 0 0,3-1-1 0,-3 4 1 16,4 1-4-16,0-1-5 0,-2-2-7 0,1 4-4 15,2-2-8-15,1 3-22 0,-1 2-7 0,1-2-12 16,4 1-9-16,-2-1-30 0,1 2-18 0,0-1-17 16,2 1-24-16,2-1 108 0,1 0-72 0,-1 0-12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00:35:29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24575,'4'4'0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08T03:36:41.009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C00000"/>
    </inkml:brush>
    <inkml:brush xml:id="br3">
      <inkml:brushProperty name="width" value="0.05292" units="cm"/>
      <inkml:brushProperty name="height" value="0.05292" units="cm"/>
    </inkml:brush>
  </inkml:definitions>
  <inkml:trace contextRef="#ctx0" brushRef="#br0">13852 14545 30 0,'-1'-2'34'0,"1"1"-1"0,-2 0-12 0,1 0 14 16,-2 1-1-16,2-2 2 0,-2 2-3 0,2 0-3 15,-1-1-5-15,1 0-1 0,-1 1-5 0,2-1-5 16,0 1-2-16,-3 0-4 0,6-1-1 0,-3-1 0 16,0 2-3-16,-2 2-3 0,2-2 4 0,-1 0-2 0,-1 0-2 15,0 0 5-15,-1 1-1 0,3 0 1 0,0 0 1 16,0-1 0-16,-1 1 6 0,-1-1-2 0,2 1 1 15,0-1-1-15,-1 0 2 0,-1 0-5 0,-1 0 2 16,-1 0 0-16,1 1-4 0,2 0-2 0,0 1 1 16,0 1 0-16,1-1-3 0,-1 1 1 0,1 0 1 15,2 1-3-15,-1-1 4 0,-2-1 2 0,1 1 0 16,0 1 1-16,-1 0 5 0,-2-3 2 0,2 2-2 16,-2 0 2-16,1 0-3 0,1 1 3 0,0 0-2 15,-1-2-2-15,2 0-1 0,0 2-2 0,0 0 2 0,-2-2-1 16,2 1-2-16,0-1 0 0,2 3-2 0,-2-1-1 15,0 0-1-15,0 0 0 0,1 2-2 0,-1-1-1 16,1 1 1-16,-1 0-1 0,0-2 0 0,-1 3 0 16,0-2 0-16,-1 2 2 0,-3-6-1 0,4 5 2 15,-1-1 3-15,1-1-1 0,1 1 2 0,0 1 1 16,-3-4 2-16,3 5-2 0,0-1 1 0,0-1-2 16,-1 1-2-16,1 0 0 0,0-1 1 0,-4 0-4 15,4 0 1-15,0 0-3 0,-1 1 2 0,1-3 0 16,0 3 0-16,0-3-1 0,-2 2-1 0,2-1 0 15,1 0 2-15,0 1 1 0,0-2-1 0,-1 1 0 0,0 0 4 16,1 0-1-16,-1 0 0 0,0 1-1 0,3-3-1 16,-5 1 3-16,2 2-2 0,0-1 2 0,0-2-3 15,0 1 1-15,2 1 2 0,-2-1 0 0,0 1-3 16,1 0 1-16,0-3-1 0,-1 2 1 0,0 0 1 16,0 1-1-16,0-2-2 0,0 0 0 0,-2 0 2 15,0 0-2-15,0 2 0 0,3-2-2 0,-1 1 0 16,1 0 0-16,1 1 2 0,-2 0 0 0,1-1-2 15,0 2 1-15,-1-1 0 0,0-1 1 0,0 1 0 0,2 0-2 16,-2 1 0-16,0-2-1 0,1 0 2 0,-1 0 0 16,0 1-1-16,0 0 0 0,0-2-1 0,-1 0 1 15,1 3 0-15,0-3 1 0,0 2-1 0,0 0 0 0,2-3 1 16,-1 3 1-16,0-1 1 0,-1 1-2 0,0-2-1 16,0 2 2-16,0-3 0 0,-2 3-1 0,2-1-1 15,-1 0 2-15,1 0-1 0,1 1 1 0,1-2 0 16,-2 1-2-16,0 1 1 0,0-2 0 0,0 1 1 15,-1-1-3-15,1 0 1 0,0 1 1 0,0 1-1 16,0-2 2-16,1 1-3 0,2 3 1 0,-3-4 0 16,1 0 1-16,-1 2 0 0,0-1-1 0,0 0 0 15,3 3-1-15,-3-4 3 0,2 3-2 0,1 0 1 16,-2 0-1-16,2 0 1 0,-2 0-2 0,1-1 1 16,-2 1 1-16,0-1-1 0,2-2-1 0,-1 4-1 15,-1-2 4-15,0 1-2 0,0-2 0 0,0 2 0 16,0-3 1-16,-2 2 0 0,-1 0 0 0,3-1 3 0,0 1-4 15,2-2 1-15,-2-1 1 0,0 3 2 16,1 0-2-16,-1-1-2 0,0-2 1 0,-3 1-1 0,1 2 1 16,0-2 0-16,1-1 0 0,0 0-1 15,1 2-1-15,0-1 2 0,1 2 0 0,-1-1-1 0,0-2 2 16,0 3-2-16,-1 1 0 0,1-4-2 0,-1 1 4 16,-2-1-1-16,3 0 0 0,0 3 0 0,0-1-1 15,0-1 2-15,0 5 0 0,0-5 0 0,0 2-2 16,0 3 0-16,0-4-1 0,0 1 0 0,0 1 0 15,-2-3 0-15,0 0 1 0,0 0-1 0,1 2 2 16,0-1 1-16,-1 1-1 0,1 0-1 0,1-2 1 16,0 1 2-16,0 0-3 0,0 2 5 0,-2-3 2 0,2 0 3 0,0-1 7 15,0 0 3-15,0 1 0 0,-1-2-1 0,-2 0 2 16,3 0-5-16,0 0-3 0,-1 3-3 0,0-2-6 16,1 2-3-16,-1-3-1 0,0 1 0 0,2 0 0 15,-2 0 0-15,1 0 1 0,0-1 0 0,-1 0-2 16,1-1 0-16,0 1 1 0,0-1 0 0,1 2 0 15,0 0 0-15,0-1-1 0,1 3 1 0,-2-2 0 16,2 1 2-16,-2-1 0 0,0-1-2 0,0 1 0 16,1-1 0-16,-1 1 3 0,1 0-1 0,-1-1 1 15,2 0 0-15,-2 2 2 0,0-2 0 0,1-1 1 16,-1 1 3-16,0-1 3 0,0 0 1 0,-1 0 3 16,-1 0-1-16,2 0-1 0,0 1 0 0,-1 0 2 15,1-2-5-15,-1 2-5 0,1-1 0 0,-2 0-2 0,2-1 0 16,-1 0 0-16,1 0-1 0,-2 2-2 0,2-1 0 15,0 1 1-15,0 0-2 0,0 0 0 0,0 0 0 16,0 0-1-16,0 0 1 0,0 1 0 0,1 0-2 16,-1-1 2-16,0-1-1 0,0 1 0 0,-2 0-1 15,2 1-1-15,0-1 0 0,0-1 1 0,0 1 1 16,0 2-2-16,-1-2 1 0,0 4 0 0,1-3-1 16,0-1 2-16,1 2 0 0,0 3-1 0,-1-1 2 15,1 0 0-15,0-1 0 0,3 1 1 0,-4 0 0 16,0 2 1-16,0-3-1 0,0 1-1 0,0-2 0 15,0 2 0-15,0-1-1 0,0-1 1 0,0 0 0 16,1 1 0-16,0 0 0 0,-1-1 2 0,0-1-1 16,-1 1 0-16,0 0-1 0,1-1 0 0,-2 2 0 15,1-1 0-15,1-1 1 0,0 0-1 0,0 2 1 0,0-2-1 16,1 0 2-16,-1 3-2 0,2-4 0 0,-1 2 0 16,-1-1 0-16,-1 0 0 0,1 0 1 0,0 0 0 0,-2 0 0 15,2-1 4-15,-2 2-1 0,2-2-1 0,0 0 2 16,0 0 0-16,0-2-2 0,0 2 1 0,0-1 1 15,0-1-3-15,0 1 0 0,0-1 2 0,0 1-3 16,-1-1 0-16,2 0 0 0,-1 0 1 0,0 1-2 0,2-1 2 16,-3-2 1-16,1 1-2 0,0 0 1 0,0 0-1 15,0 1-1-15,-1-3 1 0,0 2 0 0,-1 0-1 16,2-1 1-16,0 1-1 0,0 0 0 0,0-3 0 16,0 2 1-16,2-1-1 0,-2-4 2 0,1 3-2 15,-1 0 0-15,0-2 1 0,0 1 0 0,0 2 1 16,-1 0 1-16,2-1-3 0,0-1 0 0,-1-1 0 15,0 1 0-15,1-3 2 0,-1-1-3 0,2 2-1 16,-2-2 2-16,1 0 0 0,-1 1 0 0,1 0 0 0,-1 0-1 16,2-1 1-16,-1 1 1 0,-1 1 0 0,1-3-1 15,-1 1 0-15,0-1 0 0,0 3 1 0,0 0 0 16,0-1 0-16,-2 1-1 0,0-1 0 0,1 2 0 16,-2-1 0-16,3 1-1 0,-2-1 0 0,0 1 1 15,2-1-1-15,0 0 0 0,0 0 1 0,0 3 1 16,1-2-1-16,0 2 2 0,-1-1-2 0,0 2 1 15,1-1-1-15,-2 0 0 0,1 0-1 0,0 2 1 16,0-1-1-16,-1 0-1 0,1 0 1 0,-1 1 1 0,1 1 0 16,2-1 1-16,-2 0-1 0,0-1 1 0,1 1-1 15,0 2 0-15,2-3 1 0,-3 0-1 0,1 1 1 16,-2-2-2-16,1 3 1 0,0-1 0 0,-1-1 0 16,-2 1 1-16,3 0-1 0,-1-1 0 0,1 1-1 15,0-1 2-15,0 0-1 0,-3 1 1 0,2-3-1 16,-1 2 0-16,1-1 0 0,-2 1-1 0,3-1 1 15,0 2 0-15,-2-2-1 0,2 2 1 0,1 0 0 16,-1-2 0-16,0 3 1 0,-1-2-1 0,-1 2-1 16,-1-2 1-16,3-1 1 0,-1 2-2 0,1-1 1 0,0 2 0 15,-1-1-1-15,1-2 1 0,0 1 0 0,0 0 0 16,1 4-1-16,-1-3 2 0,0 0-2 0,0 1 1 16,-1 0-2-16,1 1 1 0,0-1 1 0,1 3-3 15,-1-4-1-15,1 4-1 0,-1 0-5 16,0-1-6-16,4 0-28 0,-1 1-16 0,5 1-24 0,-5-1-31 15,4-1 76-15,4 1-62 0,-3-2-18 0</inkml:trace>
  <inkml:trace contextRef="#ctx0" brushRef="#br0" timeOffset="2495.38">13484 15555 86 0,'0'-1'52'16,"0"-1"-23"-16,1 2-16 0,-2-1 9 0,1 1 1 16,-1-4-3-16,-2 3-3 0,3-1-7 0,0-1 2 0,-2 2-2 15,0-1-2-15,1-2 1 0,0 3-2 0,0-2 1 16,1 2 1-16,0 0 4 0,1 0-1 0,0 0 6 15,-1-1 4-15,1 1 0 0,1 1 3 0,-1 0 0 0,-1-2 8 16,-1 0-2-16,-1 1 4 0,2 0-4 0,-1 0 1 16,0-1 0-16,1-1-1 0,1 2-1 0,-1 1-3 15,1-1-3-15,-1 0-4 0,2-1 0 0,-1 2-1 16,-1 0-3-16,0 0 1 0,-1 0-2 0,-1-1-1 16,2 1 3-16,-1 0-1 0,1 0 1 0,-1 0-6 15,0 0 1-15,1 0-3 0,0 0-3 0,-1 0-2 16,1 0-1-16,0 0-1 0,0 3 0 0,-1-1 0 15,1 0 0-15,1 2 2 0,0-2 1 0,1 1-2 16,-2 0 2-16,1-1-1 0,-1-1-1 0,0 0 2 16,-1 1 1-16,0-1-3 0,1 2 1 0,-1-2 1 15,0 3 0-15,-1-1 0 0,2 1 3 0,0 0-3 16,0 0 0-16,0-1 0 0,-3 1 0 0,3 0 1 16,0 0-2-16,0 2-1 0,0-2 2 0,0 2 0 15,1-1 2-15,-1 1 2 0,0 0 0 0,0 0 1 16,-2-1 2-16,2 0 1 0,0-1-1 0,-3 0 1 0,3 1-4 15,-1-1 0-15,1 0 0 0,0 1-2 0,0-1-1 16,0 1 1-16,0-1-5 0,0 0 0 0,0 2 0 16,0-2 2-16,-2-2-1 0,2 1-3 0,-1-1 2 0,1 3 0 15,0 0 0-15,0-2 0 0,0-1 2 0,0 1-2 16,1 3 1-16,-2-3 4 0,-1-2 1 0,2 1 1 16,0 1 2-16,0 1 5 0,0-1-1 0,-1-1 2 15,1 1-1-15,0 1 2 0,-1-1-2 0,2 2-3 16,-2-3 1-16,1 0-4 0,0 0 0 0,1 2-1 15,-1-3-2-15,1 2-1 0,-1-2 0 0,-4 0 0 16,6 1-2-16,-4-2 2 0,0 1-4 0,1 0 0 16,0 1 4-16,-1-2-3 0,0 0 0 0,1 2 0 0,0-2 1 15,2 0-3-15,-1 0 2 0,0 0 0 0,0 0-3 16,0 0 1-16,1-1 0 0,1 2-1 0,-2 0-2 0,0 0 1 16,0-1-3-16,3 2-2 0,-2-1-3 15,1 1-17-15,0-2-9 0,-1 0-9 0,0 0-11 16,-1 0-44-16,2 0-25 0,2 2-34 0,0-1 98 15,-1 0-85-15,3 1-36 0</inkml:trace>
  <inkml:trace contextRef="#ctx0" brushRef="#br0" timeOffset="4027.52">13632 15607 83 0,'0'-3'86'0,"0"0"-14"0,-2 2-37 0,1 0 28 16,0 0-6-16,-1-2-3 0,1 0-6 0,1 3-3 16,0-2-1-16,-1-2-2 0,0 3 4 0,1-2-3 15,-1 2-1-15,1 0-4 0,0 1 1 0,-1-2-8 16,1 2-4-16,0 0 0 0,0-1-2 0,0 0-2 0,-1-2-2 0,1 2 6 16,0-2 0-16,0 1-2 0,0 1 2 0,-2-3 3 15,2 0 0-15,0 1-4 0,0 1 1 0,2 0-9 16,-2 0-2-16,1-3 0 0,0 4-4 0,-1-1-2 15,0 2-3-15,1-2-2 0,-1 1 1 0,0-2 1 16,0 2-2-16,0 0-1 0,0-1 0 0,0 1-2 16,1 0 2-16,-1 0 0 0,1 1-1 0,0-1 0 15,1 0-1-15,-2 1-1 0,1 0 1 0,-1-2 1 16,1 2-3-16,-1-1 1 0,0 1-1 0,0-1 0 16,0 1 0-16,0-1 2 0,3 1 0 0,-2-1-2 15,0 0 3-15,-1 0 0 0,1 0 0 0,0 1-2 16,-1-1 1-16,0 0 0 0,0 0-2 0,0 1 1 15,3 0-1-15,-2 0 1 0,1 0-1 0,-2 0 0 0,2-2 4 16,0 1-2-16,0 1 0 0,1-1-1 0,-2 0 1 16,1 0 0-16,1 0 1 0,-1 0 0 0,0 0-1 15,1-1 0-15,0 2 1 0,-1-2-1 0,0 1-1 16,2 1 0-16,-1-1 0 0,0 0-1 0,1 1 0 16,-2-2-1-16,2 2 0 0,1-1 1 0,-1 0 0 15,0 1 0-15,1 0 1 0,-2 1 0 0,1 0-1 16,3 0 0-16,-5 0 1 0,1-1-1 0,1 2 0 15,-1-1-1-15,0 2-1 0,1 0 1 0,0 0 0 16,-2 1 1-16,0 0 0 0,3 1 3 0,-2 1-2 16,1 0 0-16,0 0 1 0,-1-1 0 0,-2 1 0 15,0 1-1-15,1 2-2 0,-1-1 1 0,-1-2 0 16,0 3 0-16,0 0-1 0,3 1 1 0,-1-1 1 16,-2-1 0-16,0 1 1 0,0-2-1 0,2-1 0 15,-1 0 0-15,-1 0 0 0,1 1 0 0,-1-3-1 0,0 3 1 16,0-3 0-16,-2 2-1 0,2 1 2 0,0-1-2 0,-2 1 1 15,2-1 0-15,-1 1-1 0,1 0 1 0,-3-1-1 16,2-1 0-16,-2 0 1 0,1-1 1 0,-2 2-1 16,-1 0-1-16,1-2 1 0,1 3 0 0,-1-1 0 15,1 2 1-15,-1 0-2 0,0-2 1 0,-1 2 1 16,3 0 1-16,-4-1-2 0,2 0 0 0,-2-1 0 16,1 1 0-16,-1 0 0 0,2-2 1 0,-3 3-2 0,3-3 0 15,-1 1 1-15,0-2 0 0,0 0 3 0,1 1-4 16,0-2 1-16,2-1 2 0,-1 1 0 0,0-1-2 15,1-1 1-15,0 0 2 0,0 0 1 0,0-1 0 16,-1 0 1-16,1 0-1 0,1 0-1 0,-1-1 1 16,0 1 0-16,1-3-3 0,0 0 1 0,-1 0 0 15,1 0-2-15,0-2 0 0,0 1-1 0,0 0 0 16,0-1 0-16,1 2 0 0,0-1-1 0,0-1-1 16,1 2 2-16,-1 0-1 0,2-1 2 0,-1 1-1 15,2-1-1-15,-2 0-1 0,0 0 2 0,1 2 0 16,-1-2 0-16,0 1 0 0,0 0-2 0,-1 1 3 15,2 0-1-15,1 0 0 0,-2 0-1 0,0-1 0 16,2 2-1-16,-1-1 0 0,0 0 0 0,1-1 1 16,-1 2-3-16,0-1 3 0,0 1 0 0,0 1 0 15,1 0 0-15,-2 0-1 0,2 0 2 0,0 0-3 16,-1 0 3-16,2 1-4 0,-1 0 3 0,1 0-1 16,0 2 1-16,0-1 0 0,-1-1 1 0,1 1 0 0,0-2-1 15,-1 2 1-15,1-1 0 0,0 0 0 0,-2-1 0 16,1 0 1-16,2 2-2 0,-3-1 0 15,1 0 1-15,-1 0-1 0,4 0 1 0,-2 0-1 0,1 0 1 16,-2 2 0-16,0-3 1 0,5 3-1 0,-3-2-1 16,0 0 1-16,-1-1 1 0,-2 0 1 0,2 1-3 0,0-1 2 15,1 0 0-15,-5 0 0 0,3 0 0 0,-3 0 1 0,1 0-2 16,2 0 1-16,-2-1 2 0,0 0-3 0,0 1 0 16,2 0 2-16,1 0 0 0,-2 0 0 0,-1 0 0 15,0 0-2-15,0 0 1 0,2 0 0 0,-3 0 0 16,0 0-1-16,0 0 0 0,0 0-1 15,0 0 1-15,0 0 1 0,0 0-2 0,0 0-5 0,1 0-32 16,-1 0-18-16,3 0-27 0,-3 0-35 0,4 0 81 16,0 0-70-16,-2 0-24 0</inkml:trace>
  <inkml:trace contextRef="#ctx0" brushRef="#br0" timeOffset="5224.89">13940 15503 536 0,'-5'1'216'0,"4"-1"-151"0,0-1-49 0,-2 1 7 15,3 0-4-15,0 1-16 0,-1-1-1 0,1 1 0 16,-3-1 0-16,2 0 14 0,1 0 3 0,0 1 5 0,-1-1 1 16,1 1 6-16,-1-1 1 0,1 1-2 0,0 1-1 15,0-1-11-15,-1-1-4 0,1 3-4 0,0 0-1 16,-1-2-3-16,1 2 2 0,-1-2 3 0,-2 1 2 15,-1 3 4-15,1-3 4 0,-1 0 1 0,-1-1 3 16,1 1-1-16,0 2-1 0,-1-4-2 0,4 3-3 16,-2-3-4-16,3 2-2 0,-3 0-2 0,4 1-4 15,-1-3 0-15,1 3-2 0,-1-1 0 0,-1 0-1 16,1-1-2-16,0 0 0 0,0 1-1 0,-1-1 2 16,-2-1-2-16,8 1 0 0,-4 1 0 0,2-2 0 15,-3 0 1-15,2 1-1 0,3 0 1 0,-1 0-1 16,-1-1 0-16,0 0 1 0,4 0-1 0,0 0 0 15,0 2 0-15,1-2 0 0,0 2 0 0,-1-2 3 16,1 1-1-16,-4 0-2 0,2 0 3 0,-3-1-2 0,2 0-1 16,-1-1 2-16,-1-1-1 0,2 0 0 15,-1-1-1-15,-1 1 2 0,1-1 0 0,-2 0 2 16,1 1 1-16,-2 0-1 0,2 0 0 0,-1 0-3 16,0-2 2-16,-1 2 1 0,1 0-1 0,0-1-2 0,0 1 1 15,-1-2 0-15,1 1-1 0,-2 0 2 0,1 1 0 16,-1-4-1-16,1 3 1 0,1 0 0 0,-2-2-1 15,0 2-1-15,0 0 3 0,-2-2-3 0,2 3 1 16,-1 1 0-16,1-1-1 0,-1-2 0 0,1 3 0 16,-2-1 1-16,2-1-2 0,-1 1 3 0,0-2-1 15,1 0-2-15,-2 1 1 0,1-1 0 0,-1 1-1 16,2-1 0-16,-1 2 1 0,0-1-1 0,0 2-1 16,-1-1 1-16,1 1 0 0,1-1 1 0,-1 1-1 15,1 1 1-15,-1 0-1 0,1-1 2 0,0 1-2 0,0 1 0 16,-1-1 0-16,0 0 0 0,1 0 0 0,0 0 2 0,0 0-2 15,0 0 0-15,-2 0 1 0,1-1-1 0,2 1 2 16,-1 1-1-16,0-1 0 0,0 0-2 0,0 0 0 16,2 0 1-16,-2 0-1 0,0 0 1 0,0 0 0 15,1 0-1-15,-1 1 1 0,0-1 0 0,1 0 0 16,0 1 0-16,0 0 0 0,0 0 0 0,-1-1-1 16,3 1 1-16,-2 0 0 0,0 1 1 0,2-2-1 15,-2 0-1-15,2 2 1 0,3 0 0 0,-3-2 0 16,2 1-1-16,-1-1-1 0,0 0 1 0,3 1 2 15,-3 0 0-15,0-1-1 0,0 0-1 0,0 0 1 16,0-1 2-16,-1 0-2 0,0 1 1 0,1-1 0 16,-2 0 0-16,1 0-1 0,-1-1 1 0,0 2 1 15,-1-1-2-15,2 1 0 0,-3 0 0 0,1 0-1 16,-1 0 1-16,0 1 1 0,2-1 0 0,-2 2 0 16,0 0 0-16,0 0-1 0,0 1 0 0,0-2 0 15,0 3 0-15,0-2 1 0,0 1-3 0,0 0 2 0,0-3-2 16,0 4 3-16,0-2 1 0,-2-1-2 0,1 1 0 15,1 0-1-15,0-1 4 0,0 2-2 0,-1 0 0 16,1-1 0-16,-2-1 0 0,2 1 1 0,-1 3 1 0,-1-2-1 16,1 1 0-16,-2 2 2 0,3-2 1 0,-3 2-1 15,0-1 1-15,1 1 1 0,0-1 0 0,-2 3 0 16,0-2-1-16,1 2 1 0,0 0-1 0,-1 2 0 16,1-1 0-16,1 1 0 0,-2 0-1 0,0-1 3 15,1 1-3-15,1 1 0 0,-3-1 0 16,3-2 1-16,-1 1 0 0,0 1 0 0,0 0 0 0,1-1-3 15,0-1 4-15,-1-1-2 0,2-1-1 0,-1 0 4 16,-2 0-4-16,1 0 0 0,1-2-1 0,0 2 1 0,-1 0 0 16,3 1 0-16,-2-3-1 0,2 3-1 0,-1-2-1 15,1 2 1-15,0-3 0 0,1 2 1 0,0-3-2 16,-1-1 0-16,0 4 3 0,0-4-2 0,0 1 1 0,1-1 0 16,0 1-9-16,2-1-14 0,0 1-17 0,1-1-69 15,2-1-53-15,0 0 118 0,2 1-91 0,1 1-72 16</inkml:trace>
  <inkml:trace contextRef="#ctx0" brushRef="#br0" timeOffset="6058.1">14158 15722 788 0,'0'-4'302'16,"-4"-1"-225"-16,2 1-63 0,-2 3-2 0,0-1-8 15,2 2-1-15,1 2-1 0,0 1-3 0,-1 0 0 16,1 1 1-16,-1 1-1 0,-2-2 5 0,2 1 6 16,-2 0 3-16,0-1 1 0,0 1 2 0,1-2 1 15,-1 2-1-15,1-1 1 0,-1 1-4 0,3 1-6 0,-2-1-2 16,1 1-2-16,1-2 3 0,-2 1 7 0,3 2 2 16,-3-3 4-16,0 1 9 0,0 0 4 0,1 0-2 15,-1-1 3-15,1 1-4 0,-1-2-5 0,0 0-3 16,2 1-6-16,-2-1-8 0,2 0-3 15,-2 0 0-15,1 1-2 0,1-1-1 0,0 0 0 0,1 1-1 16,-2-2 3-16,2 2-2 0,0-1 1 0,0 0-2 16,0 0 2-16,0 1-1 0,0-1-1 0,0 0 1 15,0 1-1-15,0 0-1 0,0-1 1 0,0-1 0 16,0 1-2-16,0 0 3 0,3 0-2 0,-1 1 1 16,0-1 1-16,1 0 0 0,0 0-1 0,-2 1 0 0,2 0 1 15,0-1-1-15,-1 1 1 0,-1-1-1 0,3 0-1 16,-1 1 1-16,1-2 0 0,-1 1 1 0,0 0-1 15,2-1 0-15,-1 1 0 0,-2-2 0 0,4 3 0 16,-3-2 0-16,1 0 0 0,1 1 0 0,0-2 1 16,0 0-1-16,0 0 2 0,2 2-1 0,-2-2 3 15,1 0-1-15,-1 0 0 0,1 0-2 0,-1 0 1 16,-1 0 0-16,1-1 0 0,-3 0 2 0,1 0-3 16,1 0 1-16,-2-1 0 0,3-1 2 0,-5 1 0 15,4 1 0-15,-2 0-2 0,-1-1-1 0,2 0 3 16,-1 1 0-16,-2-2-1 0,1 1-2 0,2 1 1 15,-2-1 1-15,0-1-2 0,1 0 2 0,-1 2-3 16,-1 0 2-16,0-2 0 0,0 1 0 0,0 0 0 16,0-1 0-16,-1 3-1 0,-1-2 0 0,2-1 1 15,0 2-1-15,-2 0 0 0,2 1 1 0,-2-2-1 16,2 0-1-16,0 0 1 0,0-1 1 0,-2 2-2 16,2-1 2-16,-1-1-1 0,0 1-1 0,0 1 2 0,-1-1-2 0,1-1 2 15,0 2-1-15,-2-2 0 0,2 1-1 0,0 0 2 16,-2 0-2-16,1 1 1 0,0-1 2 0,-2-3-3 15,1 4 0-15,1-1 0 0,-3-1 2 0,0-2-2 0,2 3 0 16,-2-3 1-16,2 2-1 0,1 2 1 16,-1-1 0-16,-1-1 0 0,2 2-1 0,1 1 0 15,-2-2 1-15,-1 0-1 0,2 0-1 0,-2 1 1 0,2-1 0 16,-1 2 0-16,1 0 1 0,-1-3 0 0,1 3-1 16,0 0 0-16,-2 0 0 0,2 0 2 15,0 0-3-15,-2-1 0 0,0 1 1 0,1 1-1 16,0-1 1-16,-1 0 0 0,0 0-1 0,1 1 1 15,-1 0 0-15,1 0 0 0,-1 0 0 0,3-1-1 0,-3 2 1 16,3-1 0-16,-1 2 0 0,1-3 0 0,0 1 0 16,-1 0-2-16,2-1 1 0,0 1 0 0,0-1-14 15,0 0-16-15,2 0-21 0,-1 2-29 0,0-2 59 16,1 2-45-16,4 5-21 0</inkml:trace>
  <inkml:trace contextRef="#ctx0" brushRef="#br1" timeOffset="32534.26">14474 15948 73 0,'0'0'55'0,"0"0"-18"0,0-1-19 15,0 1 13-15,-2-1-5 0,2 0-9 0,0 0 2 16,0 0-8-16,0 0-5 0,0-2-1 0,0 2 0 16,2-1-3-16,-2 1-2 0,0 1 4 0,1-1-4 15,-1-1 0-15,1 2 0 0,-1 0 4 0,0 0-4 16,1 0 0-16,0 0 2 0,0 0 1 0,1-2 3 0,-1 2 7 15,1-2 2-15,-2 0 0 0,2 0 4 0,-1 2 8 16,-1-2 5-16,0 1 1 0,0 1 0 0,0-2-4 16,0 1 2-16,0 1-1 0,0 0-1 0,0-2-6 15,0 2-3-15,-1 0-3 0,-1-1-1 0,2 1 0 16,0 0-3-16,0-1-1 0,0 1 1 0,0-1 0 16,0 0-1-16,0 1 4 0,0-2-1 0,0 1 2 15,0 0 0-15,0 0 1 0,0-1 1 0,0 1-1 16,0 0-1-16,0 0-1 0,0 1 1 0,2-1-2 0,-2 1-5 0,0-1 3 15,1 1 2-15,-1 0-2 0,0-1 0 0,-1 1 0 16,1-1 1-16,0 0 0 0,0-1 4 0,0 2-4 16,0 0-1-16,0-2-2 0,0 2-2 0,-2-1 0 15,2 1-6-15,0 0 1 0,0-1-3 0,0 1 1 16,0-1-2-16,0 0 2 0,0 1-1 0,0-1 0 16,0 0 1-16,0 1 0 0,2 0 1 0,-2 0 0 15,1 1-3-15,-1-1-1 0,0 0 0 0,0 1 1 16,1 1 2-16,-1-2-3 0,0 0 1 0,1 1-1 15,-1 0 1-15,1 1 1 0,-1-1 1 0,0 1-2 16,0-2 0-16,0 1 2 0,0 0-2 0,1 1 2 16,-1 0 0-16,0-1 2 0,2 2-2 0,-2-3 2 15,1 2-2-15,-1-1 2 0,0 2-1 0,0-1 0 16,-1 1 3-16,-1-1-2 0,2-1 1 0,-1 2-1 16,1 0 2-16,0 0-2 0,0-1 1 0,0 1-2 0,0 0-2 15,0 1 1-15,0-2 0 0,0 1-1 0,-1 2-1 16,1-2 1-16,0 0 0 0,0 0 2 0,0 0 0 15,0 0-3-15,-1 1 0 0,1 0 0 0,0-2 0 16,0 1 1-16,0 0 0 0,0 1-2 0,0-1 0 16,0 1 2-16,0 0 0 0,0-1 0 0,0 0 0 15,0 1-1-15,0 1 0 0,0 1 1 0,0 0-1 16,-1 0 0-16,1 1-1 0,0 0 1 0,0-1 0 16,0 2 1-16,0-2 0 0,1 2-1 0,0-1 0 15,0 0 1-15,0-1 0 0,1 0-1 0,-1 1 0 16,0 0 0-16,1 0 1 0,-1-5 0 0,0 3-1 15,-1-1 2-15,1-1 0 0,-1 1 1 0,0-1 2 16,0-2-1-16,0 1-1 0,0 0 3 0,0 0 2 0,-1-2-4 0,1 2 12 16,0-2 6-16,0 0 2 0,0 0 2 0,0 0 2 15,0-1 2-15,-1 0-2 0,0-2 3 0,1 1-11 16,0 0-6-16,-2 0-4 0,0 1-3 0,2-2-2 16,-2 1-2-16,1-2-1 0,0 4-1 0,-1-3 0 15,1-1-1-15,-1 1 0 0,2 0 0 0,0-2 1 16,-1 1-1-16,0 1 1 0,1-2-1 0,0 2 0 15,0-1 1-15,0 0 1 0,0 1-2 0,0-1 0 16,0 2 0-16,0-3 1 0,0 1-1 0,1 2 0 16,-2-4 0-16,1 2 1 0,0-1 0 0,0 2-1 15,-1-2 1-15,1 1 1 0,1 1-2 0,-1-2 0 16,0 1 2-16,0 1-3 0,0 0 1 0,0-1 0 0,0 0 0 16,0 0 0-16,-1 0 0 0,1 0 1 0,-2 1-3 0,1-2 3 15,1 1-1-15,0 1-1 0,0-1 1 0,0 2-1 16,0-2 2-16,0 2-2 0,3-3 1 0,-3 2-1 15,0 0 1-15,0-1 0 0,0 1 0 0,1 0 3 16,-1 0-3-16,0-3 1 0,0 3-1 0,0-2 0 16,1 1 1-16,-1 1 1 0,0 1-2 0,-1-4-2 15,0 4 3-15,-1 0-1 0,2-3 0 0,-1 4 0 16,1-3 0-16,0 2 0 0,0-4 1 0,0 5 1 0,1 1-2 16,-1-3 2-16,0 1 1 0,0-1-2 0,-1 1 0 15,1 0 0-15,0 1-1 0,-2-1-1 0,0-2 1 16,2 2 0-16,0 0-1 0,0 1 0 0,0 0 1 15,0 0 0-15,0 0 0 0,0 1 4 16,0-1-1-16,0 0 0 0,-2-1 2 0,2 2 0 0,-1-1-1 16,1 0 2-16,-1 0-1 0,1 1-3 0,0 0-1 15,0 0 0-15,0 0-1 0,0 0 0 0,1 0 0 16,-1 1-2-16,0-1 0 0,0 1 2 0,-1 0-1 16,-1 2 1-16,1-2-1 0,0 0 1 0,0 2 0 15,1 0 0-15,0 0 0 0,0-1 0 0,0 1-1 0,0-1 1 16,0 2-2-16,0-1 1 0,0-2 1 0,0 1-1 0,0 1 1 15,0 2 1-15,1-3-1 0,-1 1 0 0,0 1 0 16,0 0 0-16,0 0-1 0,-1 0 1 0,0 0 0 16,1 0-1-16,-1 1 1 0,1-1 0 0,-2 3 0 15,2-3 0-15,0 2 1 0,0-2-3 0,0-1 1 16,0 2 2-16,-1-1-1 0,1-1 0 0,-1 0 0 16,0 1 2-16,1 0-2 0,0-1 1 0,0 2-1 15,0-2 0-15,0 0 0 0,0 1 0 0,0-1 0 16,0 0 1-16,-2 1 0 0,2-1-1 0,0 1 0 15,-1-1 1-15,0 0-1 0,0-1 2 0,1 1-2 16,0-1-1-16,-1 1 1 0,1-1 0 0,-1 0 2 16,-1-1-3-16,2 3 1 0,0-1 1 0,0-2-1 0,0 2 1 15,0-1 0-15,0 0-1 0,0-2 0 0,0 3 2 16,0-3-1-16,-1 0-1 0,0 2 1 0,-1-2 2 16,1 1-3-16,1-1 3 0,0 2-1 0,0 0-2 15,0-1 1-15,0 3-1 0,0-4 2 0,0 1-2 16,-1 0 0-16,1-1 0 0,0 1 0 0,0 0 0 15,0 0 0-15,4-1-1 0,-4 1-7 0,2 0-31 16,1 1-17-16,0 3-21 0,0-5-28 0,-1 1-35 0,1 1-47 16,-2 1 112-16,1-3-85 0,2 3-4 0</inkml:trace>
  <inkml:trace contextRef="#ctx0" brushRef="#br1" timeOffset="33730.55">14338 16054 66 0,'0'-2'47'0,"0"0"-10"0,2 1-12 0,1-1 15 0,-1 1-5 15,-2-2 2-15,2 2 6 0,0 1 2 0,0-2 0 16,1 1-5-16,-3-1-3 0,1 0 2 0,-1-1 2 16,2 2-1-16,0-1-7 0,-1 0 1 0,0 1 0 15,5 1-1-15,-6 0-1 0,3-1 2 0,-1 1-2 16,-2 0 1-16,3-1-1 0,0 1 5 0,-2-1-3 16,0-2 0-16,2 2 0 0,-2 0-2 0,2 0-4 15,0-1 0-15,0 1 0 0,-1-1-6 0,1 2-1 16,-4-3-2-16,6 2-3 0,-4 0-4 0,4 0-2 15,0 0-1-15,-1 0-2 0,-3 0-3 0,3 1-3 0,2 0 3 16,-4-2 1-16,1 1-1 0,1 0 2 0,-1-1 0 0,0 1 6 16,1-1 1-16,-2 0 4 0,1 1 0 0,0 0-3 15,1 1 0-15,-3-1 0 0,0-3-1 0,3 3-6 16,-2-1-1-16,1 0-1 0,-2 0 0 0,0 0-3 16,2-1-1-16,0 3 1 0,1 0 1 0,-3-1-1 15,0 0-1-15,2 1-1 0,0 0-1 16,0 1 2-16,-3-1-1 0,1 1 0 0,2-1 0 0,-3 0 0 15,2 1 0-15,-1-1 0 0,0 0 1 0,0 0-1 16,2 0 1-16,-2 0-1 0,0 0 0 0,-1 0 0 16,3 0 1-16,-1 0-1 0,0 3 0 0,1-2 0 15,0-1 0-15,-2 2 0 0,1-2 0 0,0 2 0 16,0-1 0-16,0 0 1 0,-1-1 2 0,1 2-2 0,-1-2 0 16,1 2-1-16,0 0 0 0,0-2 3 0,0 1-3 15,0 1 0-15,-2-2 0 0,1 1 0 0,-1-1 0 16,0 1 1-16,1 0 1 0,-1-1-1 0,0 1 0 15,1-1 1-15,-1 0 2 0,1 0 0 0,0 2 2 16,-1-1 0-16,0-1 0 0,0 0-1 0,2 0 2 16,-2 0-1-16,0 2-3 0,0-2 1 0,0 0-2 15,0 0 0-15,0 3-1 0,1-2 1 0,-1-1 1 0,0 0-5 16,0 0 3-16,0 0 1 0,1 0 0 0,-1 0-2 16,0 0 2-16,0 0-1 0,0 0-1 0,0 0 1 15,1 1 2-15,-1 0-2 0,0-1 1 0,0 0 0 0,0-1-1 16,0 1 2-16,0 0 1 0,0 1 0 0,0-1-2 15,0 0 1-15,0 0-1 0,2 0 2 0,-2 0 2 16,0 1-1-16,0-1 0 0,-2-1 1 16,2 1-1-16,0 0 0 0,0 0 3 0,0 0-4 0,0 0 1 15,0-2-3-15,0 2 6 0,0 0 1 0,0 0 0 16,-1-1 4-16,0 0-3 0,0 0 2 0,1 1 0 16,-2 0 0-16,2-1-5 0,0 1-2 0,0 0-1 15,-1 0-3-15,1 0 1 0,0 0-2 0,0 0 0 0,0 0 0 16,0 0-1-16,0 0 2 0,0 0 0 0,1-2 0 15,-1 2-1-15,0 0 0 0,0-3 1 0,-1 3 2 16,1 0-2-16,0 0 1 0,-1 0-1 0,1 0 0 0,0 0 0 16,0 2 0-16,0-2 0 0,0 0-2 0,0 0 2 15,0-2-1-15,0 2 0 0,0 0 0 0,-1 0 0 16,1 0 0-16,-1 0-1 0,1 0 2 0,0 0-1 16,0 0 1-16,0 0-1 0,0 0 0 0,0 0 1 15,0 0 0-15,0 0 0 0,-1 0-1 0,1 0 0 16,-2 2 0-16,1-2 1 0,1 0 0 0,0 1 0 15,-1-1-1-15,1 0 2 0,0 0 0 0,0 0 1 16,-2 0-2-16,1 0-1 0,0-1 2 0,-1 1-2 16,1 0 0-16,-1-2-1 0,1 0 1 0,-1 2-2 15,-1-1 2-15,2 0 0 0,0 1 1 0,0-2 0 0,0 2-1 16,1 0 0-16,-2 0 1 0,1 0 0 0,1 0-1 16,-1 0 0-16,1 0-8 0,0 0-10 0,0 0-19 15,0 0-21-15,2-2-110 0,0 1 132 0,0 1-82 16,3 0-59-16</inkml:trace>
  <inkml:trace contextRef="#ctx0" brushRef="#br1" timeOffset="35863.5">14778 15866 65 0,'-1'-1'53'0,"0"0"-13"0,1 1-20 0,-2 0 17 15,2-1-6-15,0 1-3 0,0 0-1 0,0 0 1 16,0 0 2-16,0-1-1 0,-2 1 4 0,2-1-1 16,-1 1 5-16,0-2-1 0,1 1-1 0,0 1 0 15,0-1 1-15,1 1-3 0,0-1 0 0,1 1-1 16,0-1 0-16,-1 1 2 0,0 0 2 0,-2-1-3 16,-1 0-1-16,1 1 1 0,1 0-1 0,0-1 1 15,0 1-2-15,-3 0-1 0,4 0-3 0,2 0-2 16,-1-1 2-16,-2 1-2 0,0-1-1 0,-2 0-6 15,1-1-1-15,1 2-2 0,-3-1 0 0,3 0-3 16,0 1-1-16,4-1 1 0,-2 0-2 0,2 1 3 0,-2 0-3 0,1-3 9 16,-1 3 0-16,-2-2 2 0,-2 0-2 0,3 2-1 15,-1-2-1-15,1 1-3 0,0-1 1 0,1 2-8 16,1-1-2-16,1 0-2 0,-4-1-1 0,1-1-1 16,2 3 0-16,0-2-1 0,-2 1 3 0,0-1-3 15,-1 2 1-15,5-1-1 0,-5 1 0 0,-3-1 1 16,3 0 1-16,0 1-1 0,0-1 1 0,0 1 0 15,0 0 1-15,0 0 1 0,3 0 0 0,1 1-1 16,-3-1-2-16,-1 0 1 0,3 0-1 0,-3 0 1 16,0 0-1-16,0 0-1 0,0 0 0 0,-2 0 0 15,2 0 0-15,0 0 2 0,0 0-3 0,3 0 1 16,-3 0 0-16,0 0 0 0,3 0-1 0,1-1 1 16,-3 1-1-16,0 0 1 0,2 2 0 0,-3-2 0 0,6 1-1 15,-5 0 1-15,2 0-1 0,-2 0 1 16,1 0 1-16,2-1-1 0,-1 2 0 0,0 0 1 0,-1 0 0 15,2 1-1-15,0-1 2 0,-1 1-2 0,-2 0-2 16,2-1 2-16,-2 0 0 0,1 1-1 0,-2 0 1 16,0 0-2-16,2 0 3 0,-2 0 4 0,3 2 0 15,-1-2 0-15,-2 0 4 0,0 1-2 0,2-1 0 16,0 0 3-16,-2 0-3 0,0 1 0 0,-2-1 0 16,-2 0-2-16,4 3-1 0,1-2 2 0,-3 1-4 15,1 0 2-15,-2-1-1 0,0 1-2 0,3 0 1 16,-3-1 0-16,-1-1 2 0,0 2-3 0,1-1 2 15,1 0 0-15,0-1-1 0,-2 1 2 0,-1 0-1 16,2-1 0-16,1 2-2 0,0-3 2 0,-4-1 2 16,3 0-3-16,0 3 2 0,-1-3-2 0,2 2-1 15,-2 0 1-15,3-1-1 0,-4 0 0 0,3 2 0 0,-3-2 0 0,2 0 0 16,1 0 1-16,0-1 0 0,0 0-2 0,-3 0 3 16,3 1-1-16,1-1-2 0,1 0 1 0,-3-1-1 15,0 0 0-15,1 0 0 0,-1 0 0 0,3 0 0 16,0 0-1-16,-1 0 1 0,0 0 0 0,1 0 0 15,0 1 1-15,2 0-1 0,-2-1 1 0,0 1-1 16,1-1 0-16,-1 0 0 0,2 0-1 0,-2 1 1 16,3-1-1-16,-2 0 0 0,0 0-1 0,3-1 3 15,-3 1-2-15,-1-1 1 0,0 0-1 0,0-2 1 16,1 3-1-16,2-2 2 0,-3 0-1 0,0 2-1 0,0-1 1 16,4 0 0-16,-1 0 0 0,2 1-1 0,-3 0 1 15,1 0 0-15,-1 0 0 0,2-1 1 0,-2 1 0 16,0 0-1-16,-1 0 0 0,1 0 1 0,0 0-1 0,1 0-1 15,-1 1 1-15,0 0-1 0,0-1 0 0,-2 1-1 16,1 0 2-16,-1 0-2 0,0 2 1 0,-1-2 0 16,0 1 1-16,3 1-1 0,0 0 1 0,2 1 0 15,0-1 0-15,-5 0 0 0,2 2 0 0,4-2-1 16,-5 1 1-16,-4-2 0 0,4 4-3 0,-1-3 2 16,2 2 0-16,1-1 1 0,0 0 0 0,-2 2 1 15,1-1 0-15,0 2-1 0,0-1 1 0,-1-1 1 0,0 0-2 16,0 3 0-16,0 0 2 0,0-2-2 0,-1 2 2 15,-3-4-1-15,2 2 3 0,-1-1-4 0,1 1 2 16,-2-1 1-16,0-3-1 0,1 2-1 0,3 1 3 16,0-3 0-16,-5 2-1 0,4-2 3 0,-2 0 0 15,-1-1-2-15,1 0 0 0,0 0 2 0,-2 1-3 16,1 0-1-16,1 0 2 0,-1-1-3 0,2 1 1 16,0 1 1-16,-1-2 2 0,1 0-2 0,0-1 1 15,-3 3 1-15,4-1-2 0,-2-2 1 0,0 0-1 16,-3 1 0-16,2 0 0 0,-2-1-2 0,-1-1 0 15,3 1-1-15,-1 0 1 0,2 0 0 0,-1 0 0 16,2 0 1-16,0-1-1 0,1 1 0 0,-2 0-1 0,0 0 2 16,0 0-2-16,1-1 1 0,-1 0-1 0,-1 1 0 0,1 0 0 15,1-1 0-15,0-1 0 0,2 1 0 0,-1 1 0 16,0 0-1-16,1-1 0 0,0-1 1 0,0 1-2 16,0 1 0-16,-1 0 1 0,1 1-2 0,1-1-25 15,-1 0-17-15,0 2-23 0,1 0-26 0,0 3 65 16,2-4-54-16,-1 2-22 0</inkml:trace>
  <inkml:trace contextRef="#ctx0" brushRef="#br1" timeOffset="36763.67">14917 16259 200 0,'0'-2'134'15,"0"0"-49"-15,0-2-41 0,0 2 35 0,1 1-10 16,-1-1-4-16,4-1 1 0,-4-1-1 0,3 2 7 15,-1-1 1-15,2 0-3 0,-4-2-2 0,2 2-10 0,-2 0-6 16,0-1-5-16,1 2-4 0,-1 0-18 0,0 1-5 16,0 0-6-16,3 0-4 0,-2 1-4 0,1 0-1 15,-2 0-3-15,0 1-1 0,1-1 4 0,-1 0-1 16,2 2 2-16,-2-2 3 0,0 2-1 0,0 0 2 16,0 0 0-16,0-1 5 0,1 1-2 0,-1-2 2 15,0-1 2-15,0 1 0 0,0 0 1 0,0-1-1 16,0 1 0-16,0 0-4 0,0-1-2 0,0 1-1 15,0 1-2-15,0-1-3 0,0 0-2 0,0 0 0 16,0 0-1-16,0 0 1 0,0 1-1 0,0 0-1 16,0 0 1-16,0 1 1 0,0-1 1 0,0 0-2 15,1 1 1-15,-1 1 2 0,2-2 2 0,-2 1-1 16,-2-1 0-16,2 0-1 0,-1 1 2 0,1 3 0 16,0-3-2-16,-1-1-2 0,1 0 0 0,0 1 0 15,0 2 1-15,0-2 0 0,0-1-2 0,-2 0 1 0,1-1 1 16,1 1-2-16,0-1 2 0,0 0 0 0,-1 0-3 15,1-1 3-15,0-1 1 0,0 0-1 0,-1 0 3 16,1 1-1-16,0 0 0 0,0-1 0 0,0 1 3 16,0 1-3-16,0 0 0 0,0-2-3 0,0 1 1 15,0-4-1-15,0 3 0 0,0 0 0 0,0-1-1 0,0-2-1 16,0 4 0-16,0-4 0 0,0 0 0 0,0 3 0 16,0-2 1-16,0 0-2 0,-1 1 0 0,1-2 0 15,0 4 1-15,0-4 0 0,0 4-1 0,0-1 0 16,0 0-1-16,3 1-3 0,-3-2-7 0,-1 1-28 15,1 2-19-15,1 0-21 0,0 0-31 0,1 0 74 16,-1 0-63-16,2 1-20 0</inkml:trace>
  <inkml:trace contextRef="#ctx0" brushRef="#br1" timeOffset="37880.11">15019 15967 155 0,'0'-3'85'0,"0"1"-46"0,1 0-23 16,0 0 20-16,2 0-5 0,-2 1-2 0,0 0 12 16,1-2 2-16,0 3 3 0,-1-2 6 0,0 1 7 15,-1 1-3-15,3 0-2 0,-3 0-1 0,0 0-9 16,0 1-3-16,1-1 0 0,-2 1-2 0,1 0-6 16,-3 1 0-16,2 0-3 0,0 0-3 0,-1 0-5 15,0 3-1-15,1-2-5 0,0 1-1 0,0-1-2 0,-1 1-4 0,-1 0-2 16,1-1-1-16,2 1-1 0,-3-1-2 0,0 1 1 15,1 0-1-15,1-1-2 0,-1 0 3 16,0 0-1-16,2 0 0 0,0-1-1 0,0 0-1 0,0-1 2 16,0 0 0-16,0-1 0 0,0 0-1 0,0 0-1 15,0 1 0-15,0-1 1 0,0-1-1 0,0 1-1 16,2 0 1-16,-2-1-1 0,2 1 1 0,0 0-1 16,-1 0 2-16,2 0-2 0,-2 0 1 0,1-2 0 15,-1 2 0-15,1 0 1 0,-2 0-2 0,2 0 1 16,0 0 0-16,0 0 1 0,-1 0 0 0,2 0 0 15,-2 0 1-15,2 0 1 0,0 0 0 0,0 0 0 16,-2 0 0-16,1 0 2 0,-1 1-2 0,3 1 5 16,-2-2-2-16,0 0 3 0,1 1 1 0,-1-1 2 0,2 0 6 15,-2 1-2-15,1 1 1 0,-1-2-1 0,1 0 2 16,-1 0-4-16,0 1 1 0,0 1-2 0,0-1-3 16,1 0 1-16,-1 0-1 0,0 0-2 0,0 1 0 15,0-2 1-15,-1 1-4 0,0 1 1 0,1-1-4 16,0 0 1-16,0 1 0 0,-2-1 0 0,0 1-1 15,2 2 0-15,-1-1 0 0,-1-1-1 0,0 1 3 16,1 1-3-16,0 0 1 0,-1-1 1 0,2 3 0 16,-2-4-1-16,2 2 2 0,-2 1 1 0,1 0-3 15,-1-2 4-15,0 1-2 0,2 1-1 0,-1 0 0 16,-1-1 0-16,0 1-1 0,1-1-2 0,-1 0 1 16,0 0 0-16,0 3-1 0,0-4 1 0,0 2-1 15,0-1 1-15,-1-1 0 0,1 1 2 0,0 0 0 16,-1-1-1-16,-1-2 0 0,1 3 0 0,0-3 1 15,0 1-1-15,-1-1 2 0,-1 2-3 0,1-2 2 16,0 3-1-16,0-1 0 0,0 0 1 0,0 1-2 0,1-2-2 0,-1 0 3 16,-1-1-2-16,1 0 1 0,-1-1 0 0,0-1-2 15,0 1 2-15,-1 0-1 0,1 0 3 0,1 1-2 16,-2 0 0-16,-1 0 2 0,2 2 3 0,3-1 2 16,-4-2-1-16,0 0 5 0,1 0-1 0,0 0 0 15,2 0 2-15,-2-1-3 0,0 1-1 0,-1-1-3 16,3 1 1-16,-1-2-3 0,-1 1-1 0,2-2 0 15,-1 0-1-15,1 1 0 0,-2-2-3 0,0 1 3 16,1-1-3-16,1 3 2 0,0-1-2 0,-2-1 2 16,2 3-1-16,0-2-1 0,-2 1 0 0,1 1 1 15,1-1-1-15,-1 0 0 0,2 1-1 0,-3-3 1 16,2 2 0-16,-1-1 1 0,1 0-1 0,0 2-1 0,1-2 1 16,-1 1-3-16,0 0-1 0,0 1-3 0,-1-3-5 0,2 3-16 15,0 0-10-15,0 0-10 0,0-1-15 0,0 1-39 16,0 0-23-16,0-1-30 0,2 1-31 0,-1-1 117 15,0 0-82-15,0-2-18 0</inkml:trace>
  <inkml:trace contextRef="#ctx0" brushRef="#br1" timeOffset="38548.41">15025 15958 213 0,'-1'-1'118'0,"-2"-1"-56"0,3 2-31 0,0-2 31 15,0-1-2-15,0 0 0 0,0 1-2 0,2 0 7 16,-2-2 0-16,1 1 0 0,-1 0-1 0,0 1-12 16,1 1-7-16,0-3-1 0,-1 1-4 0,0 1-10 15,3 0-5-15,-2 1 1 0,1-3 1 0,-1 1-2 16,1 0 1-16,-1 0-1 0,2 1 0 0,-3 0 7 16,1 0 0-16,1 0 1 0,-1 0-4 0,-1 0 3 15,1 0-2-15,2 1-4 0,-1 0-1 0,-2 1-10 16,4 0-1-16,-4-1-3 0,1 1-1 0,4 0-6 15,-5 0 0-15,3 0 0 0,-3 0-2 0,1-1 2 16,1 1 0-16,1 0 0 0,1 0-2 0,-2 0-2 16,1 0 4-16,-1 0-3 0,4 0 1 0,-5 0 1 15,2 0 0-15,1 0 1 0,-2 1 3 0,1-1 2 16,0 0-1-16,0 0 2 0,-1 0-2 0,-1 1 3 0,2-1-2 0,0 0 0 16,1 0-2-16,-3 0-1 0,2 0-1 0,-1 0-2 15,2-1 2-15,-1 1-2 0,-1-1-2 0,-1 1 0 16,2 0 2-16,1 0-2 0,-1 0-1 0,-2 0 1 0,1 0 1 15,2 0-1-15,-1 0 1 0,1 0 0 16,-2 1-2-16,1 0-1 0,1 0-7 0,-2-1-10 16,1 2-44-16,1 1-27 0,-1-1-38 0,0 1-57 15,1 1 124-15,-2 0-100 0,0 1-31 0</inkml:trace>
  <inkml:trace contextRef="#ctx0" brushRef="#br1" timeOffset="39718.07">15271 15989 281 0,'-1'0'188'0,"1"-1"-72"16,-2 2-62-16,0-2 46 0,-1-1-31 0,2 2-5 15,1-1-6-15,-1 1-5 0,-1 0-9 0,0 0-3 16,2 0-2-16,0 0-4 0,-1 0-5 0,-3 1-5 15,3 2 0-15,1-2-3 0,0 0-5 0,-1 1-2 16,1 0-1-16,0 0-1 0,0 2-4 0,1-1-2 0,-2 1 2 16,0 0-1-16,1-2 1 0,-1 2-1 0,-2 2-1 0,2 0 2 15,-2 0-3-15,2 0 2 0,1 0-2 0,-4-1 0 16,4 3-1-16,0 0 0 0,0-2-1 0,-1 1-1 16,1 0 2-16,0 0-1 0,1 1-2 0,0-1 0 15,-1 0 1-15,1-1 1 0,0 0-1 0,1-1 1 16,2 2-1-16,-1-3 0 0,-1 1 1 0,2-1-2 15,-2-1 2-15,-1 1-2 0,1 0 1 0,-1-2-2 16,1-1 3-16,0 0-1 0,4-1 0 0,-4 2 1 0,1-1-1 16,4-1 1-16,-3 0 0 0,3 1 1 0,-3-2-1 15,1 0 0-15,-2-1 0 0,2 1 1 0,-1-1-1 16,1-3-2-16,-1 1 2 0,-1 0 0 0,1 2 0 16,-2-4-1-16,2 1 0 0,-3-1 0 0,1 2 0 15,-2 0 2-15,5 0-3 0,-5-1 1 0,3 1 0 16,-2-1-1-16,-1 1 1 0,1 0-2 0,3 0 1 15,-4 0-1-15,1-1 2 0,0 0-3 0,2 3 4 16,-3-2-2-16,0 2 1 0,-2 0-1 0,1-3 0 16,-2 2 0-16,0 0 0 0,1 1 0 0,-2 0 0 15,1-1-1-15,2 1-1 0,-1-2 3 0,1 3-3 16,0-1 2-16,-5-1-2 0,5 1 0 0,-2-1 0 16,-1 1 1-16,2-3 1 0,1 2-2 0,-3 0 2 15,3 1-2-15,-3-2 1 0,0 0 1 0,2 0 1 16,-4 0-3-16,3 1 0 0,-4 0 1 0,3-2 0 15,0 1-1-15,-2 0-1 0,0-1 1 0,0 1 0 0,1-2 1 16,-2 2 0-16,1 0-2 0,-2-1 1 0,1 1 0 16,1-1 2-16,1 1-4 0,0 1 1 0,2-2 1 15,-3 3-3-15,5-1 3 0,-2 2-3 0,-1-2 2 16,1 1-3-16,1 0 4 0,-2 2-1 0,0-2-3 16,3-1 2-16,-4 1 0 0,4-2 1 0,-1 2-2 0,-1-1 2 15,2 0-1-15,0-2-2 0,-1 2 4 0,3 1-1 16,-2 0 1-16,1-1-1 0,-3 1 0 0,3 0-1 15,-1 1 2-15,1-1 1 0,-3 1-2 0,2-1 0 16,1 0 0-16,0 0 1 0,0 1 0 0,0 0 0 16,0-1-1-16,0 0-1 0,0 0 1 0,0 0-1 15,1 2 2-15,0-2-2 0,-1 2 1 0,0-2 1 0,2 1-2 16,0 0 1-16,0 0 0 0,-2 1 1 0,0-2 0 16,2 0 0-16,1 1-4 0,-1-1 3 0,0 2 1 15,1-1-1-15,0 0 1 0,-3 0 0 0,5 0-1 16,-2 0 0-16,0 1 1 0,0-2-1 0,1 1 0 15,-1 0 0-15,0-1 1 0,4 2 0 0,-4 0-1 16,0-1 0-16,0 1 1 0,2-1-1 0,-2 0-1 16,3 1 1-16,-4 0-3 0,1-2 2 0,0 2 1 15,-1 0-1-15,3 1-1 0,-3 0 3 0,2 0-2 16,-3 1 1-16,-1-1 0 0,6 1 0 0,-2 1 0 16,-1-1 0-16,-2 0 1 0,0 0 0 0,0 0 0 15,0 0 0-15,3 3 1 0,-4-3-1 0,0 0 1 16,0 0 0-16,2 1 0 0,-2-1-1 0,3 0 1 0,-3 1-1 0,0-1 1 15,2 1 1-15,2 0-1 0,-4-1 0 0,0 1 1 16,2 1 0-16,-2-2-1 0,2 1 2 0,-2-1 0 16,0 2-2-16,-2 0 4 0,-2 0-1 0,6-1-1 15,-7-1 0-15,4 1 0 0,-2 0 0 0,3 0-2 16,0 0 1-16,0-1-1 0,-1 0-1 0,-3 3-1 16,3-1-6-16,1 0-36 0,0 2-24 0,0 2-37 15,-2-4-51-15,1 4 107 0,1-1-86 0,-3-2-33 16</inkml:trace>
  <inkml:trace contextRef="#ctx0" brushRef="#br1" timeOffset="41641.3">13206 16198 12 0,'0'-2'20'0,"-1"2"2"0,1-1-8 0,0 1 9 16,0-2 2-16,0 1 4 0,0 0 7 0,0-1 5 16,0 3 2-16,0-1 3 0,0-1 15 0,-2 1-1 15,2-1 4-15,0 1 1 0,0 0-3 0,-1-2-1 0,1-2 7 16,-1 3-1-16,-1 0-18 0,2-1-2 0,-1-2-6 0,0 2-1 15,1 2-8-15,-1-2-3 0,1 0-12 0,0 0 0 16,0 2 3-16,0 0 1 0,0 0 0 0,0 0 1 16,0-2-2-16,0 2 1 0,0 0-2 0,0 0-2 15,-1-1-3-15,1 1-4 0,0 1 0 0,-1 0-5 16,1 0 1-16,0 0-2 0,0 1-1 0,0-2 1 16,0 3-1-16,0-3 4 0,0 0 0 0,1 0 2 15,0 1 1-15,0-1 1 0,0 0 0 0,0 1-1 16,2 0-1-16,0-1-2 0,-2 0 1 0,1 0-5 15,0 1 1-15,1 0-3 0,-1-1 1 0,0 0 0 16,0 0 2-16,0-2-3 0,3 2 0 0,-3 0 0 16,1-1 1-16,1 0 0 0,-1 0-1 0,2-1-1 15,-1 2 0-15,0 0 0 0,-2-1 0 0,1 1 1 16,1-1 0-16,0 3-1 0,-2-2 0 0,3 0 0 16,-1 3 0-16,-2-3-1 0,0 1 0 0,3 1 0 15,-3-1 1-15,1-1 0 0,2 1 0 0,-5-1 2 0,3 1-2 16,-1 0 1-16,2 1 2 0,-1-2 0 0,-2 2 0 15,2-1 0-15,-3-1 1 0,2 0-1 0,-1 1 1 16,0 0 0-16,1-1-2 0,-2 0 3 0,0 0 3 16,-3 1 0-16,3-1 4 0,0 0 3 0,0-1 4 15,0 0-1-15,-2 1-1 0,1 0-3 0,1 0 2 16,-3-1-3-16,3 2-5 0,-4 0-1 0,2 0-1 16,-2-1-1-16,0 0 1 0,-2 0 0 0,1 2-2 15,2-1-1-15,-2-1 2 0,-1 0 0 0,2 0 0 16,-1 0-1-16,2 0 1 0,0-2-3 0,-1 1 2 15,-2 0-1-15,1-1 2 0,3 1-2 0,-2-1-2 0,0 2 1 16,-2-3 2-16,3 2-2 0,-1 1 0 0,2-1 1 0,-2 1 0 16,1-2 0-16,0-1 2 0,-1-1 1 0,2 4-2 15,-1-1 4-15,0 1 0 0,-2-1-1 0,3 0-2 16,0 0 4-16,-2 2-2 0,1-1-4 0,0 0 2 16,1 0-2-16,2 0-2 0,-3 0 0 0,3 0 1 15,-1 0-3-15,-1 0 1 0,2 0 0 0,0 0-2 16,0 0 0-16,0 1 1 0,0 0 1 0,0 0-3 0,0-1 3 15,0 2-2-15,2-2-1 0,-1 4 3 0,0-4 1 16,1 0-1-16,-1 1-1 0,1 0 2 0,-1-1 0 16,1 2-1-16,2-2 0 0,-2 0 0 15,0 1 0-15,1-1-1 0,0 0 1 0,-1 0 0 0,1 0 0 16,1 0 0-16,-1 1 1 0,0-1-2 0,1 1-1 16,1-1 2-16,-1 1 0 0,-1-1 1 0,2 0-1 15,-1-1 0-15,1 1 0 0,-2 0 2 0,1 0 1 16,1 0-3-16,-1 0 0 0,-1 0-1 0,1 0 1 15,-1-1 1-15,3 2 0 0,-1 2-1 0,-2-5 0 16,1 2 1-16,0-1 0 0,-3 0 1 0,5 2-1 16,-3-3 0-16,1 0 0 0,-3 1 0 0,2 0 0 15,1 1 1-15,-2-1-1 0,2 1 0 0,-3 0 2 0,-2-1-3 0,1 0 2 16,0 1 2-16,0-2-1 0,0 2 0 0,-2-1-1 16,0 0 0-16,2 1 3 0,3 0 0 0,-3 0-2 15,0 0-3-15,-3-1 1 0,3 0 0 0,0 2 0 16,-1-1 0-16,1 0-6 0,-5 0-12 0,4 0-18 15,1 1-26-15,0 1-140 0,-1 0 161 0,1 2-95 16,-2 1-76-16</inkml:trace>
  <inkml:trace contextRef="#ctx0" brushRef="#br1" timeOffset="43748.34">12313 16162 105 0,'-1'-4'81'0,"-2"3"-8"15,2 0-25-15,1 0 27 0,0 1-9 0,-1-2 12 16,0 1-4-16,1 0 2 0,0 0 1 0,-1-2-6 16,1 2-4-16,0-1-6 0,-4 0-4 0,4-1-13 15,0 2-3-15,0-3-7 0,0 0-7 0,1 3-9 16,-1-4-4-16,0 2-1 0,0 0-3 0,0 3-4 16,0-2-1-16,1 2-1 0,-1-4 0 0,-1 3 1 15,1 1 0-15,0 0 0 0,0 0 2 0,0-1 7 16,-1 0 2-16,1 1 0 0,0 1 0 0,0-2 3 15,-2-1 0-15,5 1-2 0,-2 1-1 0,1 0-6 16,-1 0-3-16,-1 0-2 0,2-1-1 0,0 1-4 16,-2-2 0-16,5 3 0 0,-2-1 0 0,0-1-1 15,4 1 1-15,-3 0 0 0,1 0 0 0,-1 0 2 16,-2 0-1-16,2-2 0 0,0 2-1 0,-1-1 3 16,3 1-3-16,2 0 2 0,-2 0-1 0,0-1 0 15,2 1 1-15,-3-1-1 0,1 0 1 0,-2-1-2 0,0 1 2 0,0 0-2 16,1 0 0-16,-2 1-1 0,1 0 1 15,-1 1 1-15,3 0-1 0,-3-1-1 0,2 2 0 16,-3-1 1-16,0-1 1 0,1 1 1 0,2 1-2 0,-1 1 1 16,-3-2 1-16,1 1 1 0,2-1 1 0,-3 1-2 15,3 3 0-15,-4-4 4 0,1 2 0 0,2 2-2 16,1-1 3-16,-2-1 1 0,0 1-1 0,-2 3 2 16,0-3 1-16,2 2-4 0,-3-2 2 0,0 3 1 15,-1-2-3-15,2 2 0 0,0-2-1 0,-2 2 0 16,4 0-2-16,-2-1 1 0,0 0 0 0,0 1-2 15,0 0 4-15,-2-1-3 0,0-1 1 0,-2-1 2 16,-1 1-2-16,0 0-2 0,1-2 2 0,0-2 1 0,-1 5-1 16,0-2 0-16,0-2 1 0,1 3-1 0,-1-2 0 0,1-1 2 15,-1 1-2-15,3 2 0 0,-2-3-2 0,1-1 1 16,2 2 0-16,-1-1 0 0,2 1 2 0,-2-2-5 16,-1-1 3-16,0 1-2 0,0-1 1 0,3 1-1 15,-2-1 0-15,1 0 0 0,-1-1-1 0,2 1 2 16,0 0-2-16,2 0 0 0,-1 0-1 0,-1 0 1 15,0 0 0-15,2 0-1 0,1 0 0 0,3 0 0 16,-2 0 1-16,-4-2-2 0,1 1 2 0,2-1-1 16,-2 0 0-16,6 0 1 0,-5 1 1 0,-1-1-1 15,5 0-2-15,0 2 3 0,0-1-1 0,0 1 0 16,-2 0 1-16,0 0-1 0,-1-2 0 0,0 2 0 16,0 0 1-16,0 3-1 0,-3-3 0 0,3 0 0 15,-2 0 0-15,-1 0 0 0,6 2-1 0,-5-1 0 0,1-1 1 16,0 0 0-16,2 0 1 0,-3 0-1 0,-1 1 0 15,2 1 0-15,-1 0 1 0,-1-1 0 0,1 2-1 16,-3-1 0-16,0 0-1 0,2 0 0 0,-2 0 1 16,3 4 0-16,-3-4-1 0,0 2 1 0,2 2 0 15,3 1 1-15,-6-2 0 0,3 0 0 0,-3 0 0 16,2 0 0-16,1 1 2 0,-1-1 0 0,-2-1-1 16,-2-2 4-16,3 2 2 0,-1 1 2 0,2-1-1 15,-5-1 2-15,1 0-1 0,1 2 2 0,-1-1 0 16,2 2-2-16,-1-2-1 0,0 0 1 0,-1 0 0 15,1 0-1-15,1 2-2 0,1-3 0 0,0 0-2 16,-2-1-1-16,2 1 0 0,1-1-2 0,-2 1 0 16,1-2 2-16,-1 0 0 0,1 1-2 0,-2-2 1 0,3 0 0 15,-3 0 0-15,4 0-3 0,-3 0 1 0,2 0 0 16,-2-2-1-16,3 2 1 0,-2 0-1 0,-1 1-13 16,2-1-9-16,-1 0-4 0,2 0-12 0,-2 1-13 0,-1 0-38 15,2 1-27-15,-1 0-32 0,2 0-36 0,-2 1 118 16,0 1-86-16,2-1-24 0</inkml:trace>
  <inkml:trace contextRef="#ctx0" brushRef="#br1" timeOffset="44481.9">12614 16351 214 0,'0'-4'164'15,"0"2"-30"-15,0-2-52 0,1 2 46 0,-1 0-2 16,0-1-6-16,0-1-1 0,0 0-4 0,2 2-25 16,-2 0-11-16,0-2-5 0,0 1-8 0,0 1-24 15,0 0-4-15,0-2-6 0,0 3-3 0,0-1-3 16,-2 0-2-16,2 1-7 0,0 0-3 0,0-2 0 16,0 3-3-16,0 0-1 0,0 0-3 0,0 0-4 15,0 0 2-15,0 0-2 0,-1 0-1 0,1 0-1 16,0 0 0-16,-1 0 1 0,0 0 1 0,1 0 0 15,0 0-3-15,0-1 1 0,0 1 2 0,0 0-1 16,0-1-1-16,0 1 0 0,0 0 0 0,0-1 0 16,-2 1 0-16,2 1-2 0,0-1 1 0,0 0 1 15,0 0-1-15,0-1-1 0,0 1 0 0,0-1 0 0,2 1-1 0,-2-1 2 16,0 1 0-16,0 0-1 0,0 1 1 0,0 1 0 16,1-1 0-16,-1 0 0 0,0 1-1 0,0 0 1 15,0-1-1-15,0 0 1 0,0 0 0 0,0 1-1 16,-1 0 2-16,1-1 0 0,0 2 1 0,0-1-2 15,-2-1 1-15,2 1-1 0,0-2 2 0,0 1 1 16,0-1-2-16,-1 1-1 0,1-1 1 0,0 1-1 16,0-1 1-16,0 2 2 0,0-2-2 0,0 1 0 15,0-1 0-15,-1 0 1 0,1 0 0 0,-1 0 0 16,0 0-1-16,1 0-1 0,-1-1 0 0,1 1 0 0,0 0-1 16,0-2-4-16,0 2-10 0,0-1-33 15,1 1-21-15,-1 0-26 0,0 0-35 0,0 1-48 0,0-1 112 16,2 2-90-16,-1-2-16 0</inkml:trace>
  <inkml:trace contextRef="#ctx0" brushRef="#br1" timeOffset="45248.39">12676 16048 120 0,'-1'-2'108'0,"1"2"-23"0,0 0-40 0,1 0 48 0,0 0-6 15,-1 0-1-15,0 1-2 0,0 1-6 0,0-2-1 16,0 0-2-16,0 0-7 0,-1 0-21 0,1 1-6 15,-1 1-9-15,1-2-3 0,-1 2-6 0,1 1-2 16,-2-1 0-16,2 0 1 0,-1 0 2 0,0 0-4 0,1 1 4 16,0 1-4-16,0-2-4 0,0 0-2 0,0 0-3 0,0 1 2 15,0-1-2-15,1 0-1 0,-1-1-3 0,0-1 1 16,0 1-2-16,0 0 0 0,0 0 0 0,0-2-1 16,1 2-4-16,-1 1 2 0,2 1-3 0,-2-3 1 15,2 0 1-15,0 0-2 0,2 0 1 0,-2 1 0 16,0-2 0-16,1 0 2 0,-1 0-1 0,2 1 1 15,-2-3-3-15,1 2 2 0,-1 1-2 0,3 0 2 0,-2-1 1 16,1-1-3-16,0 0 2 0,-1 1-1 16,1 1 1-16,0-1-1 0,0 1 1 0,-2-3-1 0,3 3-1 15,-3 2 1-15,3-2-1 0,-3 0 2 0,2 0 1 16,-2 0-1-16,1 0 1 0,1 1 1 0,-3-1 1 16,1 0 1-16,1 1 1 0,-2 0 2 0,2 1-1 15,1 0 2-15,-2 0 0 0,0 0 0 0,-1 0-3 16,0 0 2-16,-1-1-2 0,3 2-1 15,-2-2-2-15,-1 0 3 0,0-1-3 0,1 5 0 0,-1-4 2 16,1 2-3-16,-1-1 2 0,2 2-3 0,-2-1 2 16,0 1-2-16,1 2 0 0,-1-3 3 0,0 1 0 15,0 3 1-15,0 0-1 0,-1-2 2 0,1 1-3 16,-2-2 2-16,1 1 0 0,0-1-3 0,-2 1 0 16,2 0-1-16,1-1 0 0,0 0 0 0,-1 2 2 15,1-3-2-15,-1 0 1 0,1 3 0 0,0-2 2 16,-2-2-3-16,-1 3 3 0,-1-2-2 0,1 0 0 0,0 2-2 15,1-1 0-15,-2-3 2 0,2 3-1 0,0 0 1 16,-1-2-1-16,0 0 0 0,2 0 0 0,-2 2 1 16,0-3 1-16,0 2-1 0,-1-3 0 0,1 3-2 15,-1-3 1-15,0 4 2 0,1-2-1 0,-1-1 0 16,1 0 0-16,0 1-1 0,1-2 0 0,0 0-1 16,-2 1 0-16,1-2-2 0,2 1-4 0,-1 0-2 0,2 0-18 15,-3 0-7-15,0 0-9 0,2 0-10 0,-1 0-13 16,1 1-42-16,1-1-23 0,-1 0-29 0,-1-1-19 15,2 1 108-15,0 0-84 0,-1 0-19 0</inkml:trace>
  <inkml:trace contextRef="#ctx0" brushRef="#br1" timeOffset="45716.86">12682 16096 210 0,'-2'-1'112'16,"1"-1"-68"-16,-1 0-29 0,2 0 14 0,0 0 7 15,0 1 3-15,0 0 1 0,0 1 7 0,0 0 6 16,0 0 6-16,0-1 1 0,0 0-3 0,-1 1-10 16,1-1-3-16,-1 0 0 0,1-2-4 0,-1 2 4 15,1 1-2-15,1-1 0 0,-1-1 2 0,0 2-1 16,1-1-2-16,0-1-5 0,-1 1-1 0,1-1-10 0,0 0-2 15,0 2-3-15,1-1-4 0,-1 0-4 0,0 1-1 0,1-1 1 16,0 1 2-16,0-1-3 0,1 0 1 0,-1-2 4 16,0 3 4-16,2-1-3 0,0-2 1 0,-2 3-2 15,0-2-1-15,1 0 0 0,1 1-3 0,-1 0 0 16,-1-2-5-16,1-1 0 0,1 1 0 0,0-1 0 16,0 1-2-16,1 0 0 0,0-1 1 0,1-2-2 0,-2 3 0 15,0-1 1-15,1-1 0 0,-1 1-1 0,1-1 2 16,0 2-2-16,-1 0-1 0,-2 0 2 0,3-1-2 15,-2 2 0-15,1 0-2 0,0 2 0 0,0-1-1 16,-3-2 1-16,4 3 1 0,-1 0-3 0,-2 0 3 16,2-2-2-16,-3 2 2 0,1 0-1 0,-1-1-1 15,1 1 2-15,-1-1-2 0,0 1-2 0,0 0-9 16,3 0-8-16,-2 1-12 0,-2-1-18 0,2 1-56 16,-1 3-49-16,0-2 108 0,0 1-81 0,-1 0-56 15</inkml:trace>
  <inkml:trace contextRef="#ctx0" brushRef="#br1" timeOffset="47283.36">13044 16023 216 0,'-2'1'119'0,"-1"-1"-63"0,0 1-41 0,1 1 19 16,2 0-10-16,-2-1-2 0,0 3 9 0,1-2 6 16,-2 0 6-16,3 1 7 0,-1 1 9 0,-1-1 1 15,0-1-3-15,1 1-6 0,-1-1-13 0,1 2-4 0,-3-1 2 16,2 1-2-16,2 0-6 0,-1 0 1 0,0-1 0 16,-1 3 0-16,-2-1-1 0,2 1-4 0,0-3-5 15,1 4-1-15,-2-3-2 0,1 3 0 0,0-1-1 0,1 0-1 16,1-1-1-16,0 2 1 0,-1-1-4 0,0 2-3 15,1-2 0-15,0 1-3 0,0 0 0 0,-1-2-2 16,0 3-2-16,1-3 2 0,0 3-1 0,-2-4 2 16,1 2 1-16,-3-1 2 0,2 0 1 0,1 2 1 15,-1-2 3-15,2 0-2 0,-3-2 1 0,3 3 1 16,0-2-4-16,-1 0-2 0,-1 2-2 0,1-3-1 16,0 1 0-16,-1 0-2 0,3-1 2 0,-1 2-2 15,0-2 2-15,0-1-1 0,1-1 1 0,0 1 1 16,0 0-2-16,2 0 0 0,-3-1 2 0,1-1-1 0,1 1-1 15,-2-1 1-15,4 1 0 0,-4 0-2 0,2-1 0 16,2 0 3-16,0 0-2 0,-2 0 1 0,2 0 0 16,-4 0 0-16,3 0 1 0,-3 0 0 0,1-1 0 15,0 1 0-15,2 0-1 0,0-1 0 0,-1 0 0 16,2-1 0-16,-2-3 0 0,2 4 0 0,-1-1 0 16,-1-1 0-16,-1 1 0 0,2-2 2 0,-1 1-2 15,2 1 1-15,-2 0-1 0,-1-2-1 0,3 1 2 16,-3 0-1-16,1-1 1 0,-2 3-2 0,3-1 3 0,-3-2-2 15,1 1-1-15,0-1 1 0,-1 2 2 0,1-2-3 16,-1 0 0-16,-1 1 2 0,0 0-1 0,0 0 1 16,0-1 0-16,-1 1 0 0,0 1-1 0,1-2 0 15,-1 1 0-15,1-2 0 0,0 3-2 0,-1-3 1 16,2 1 0-16,-1-1 0 0,-2 1-1 0,2 1 1 0,-1-1-1 16,1 2-1-16,-2-3 1 0,1 0 1 0,-1 3 0 15,2-1-1-15,-2 1 1 0,1-2-1 0,-2 1 1 16,3 0-1-16,0 2 2 0,-1-3-1 0,-1 0-1 15,0 1 1-15,0 1-1 0,-1-2 0 0,2 4 0 16,-2-4 1-16,-1 2 0 0,4 0-1 16,-2 1-1-16,-1-2 0 0,4 1 2 0,-5 0-1 0,0-2 0 15,4 1 0-15,-5 0 0 0,4 1 2 0,-1 0-2 16,-2 0 1-16,3 0 0 0,-2-1-1 0,3 2 1 16,0 0-1-16,-3-1 0 0,0-3 0 0,2 1 0 15,0 1 0-15,-1-1 1 0,0 0-1 0,3 2-2 16,-3-4 2-16,2 4 0 0,1-1 0 0,-1 0-1 15,0-1 1-15,-2 0-1 0,4 0 0 0,-2-1 1 16,1 1 0-16,0-1-1 0,0 2 1 0,1-1-1 16,2-1-2-16,-1 2 1 0,-2-1 2 0,0 0-1 0,4 0-1 15,-2 1 1-15,5 1 0 0,-7-1 1 0,3 0 0 16,1 1 0-16,-2 0-2 0,-1 1 2 0,2 0-1 16,-3-2 0-16,1 1-1 0,1 0 1 0,1 1-2 15,1 0 2-15,-1 1 1 0,1 0-2 0,2 0 0 16,-2 0 1-16,2 0-1 0,-3 1 0 0,2 0 1 15,-3-1 0-15,1 0 0 0,1 0 1 0,-2 0-1 16,0 0 1-16,0 1 0 0,-1 0 2 0,0-1-1 0,1 0-1 0,3 1-1 16,-4 0 1-16,2-1 1 0,-1 0-1 0,0 0 0 15,2 0-1-15,-2 0 0 0,-2 0 1 0,0-1 1 16,1 0-1-16,-1 1 0 0,1 1 0 0,-2 0 0 16,1 0 1-16,0 1-1 0,0-1 1 0,0 0-1 15,0 1-1-15,0 0 0 0,1 1 1 0,0-2-1 16,-1 3 2-16,0-2-1 0,-1 0 0 0,1 1 0 15,0 0 2-15,-4-1-1 0,2 1-1 0,0 0 1 16,2 2-1-16,-3-2 1 0,1 1-1 0,2 1 0 16,-4 0 1-16,4 0-1 0,0-1 0 0,-2-1 1 15,0 2 0-15,1-2 1 0,-1 1-1 0,-1 0 1 16,3-1-2-16,-1-1 2 0,0 3-2 0,-1-2 1 0,2 0-1 16,0-2-1-16,2 2 1 0,-1-1 0 0,0 0 0 0,1-1-1 15,-2 1 1-15,3-2 1 0,-1 2-1 0,-1-1-4 16,2-1-9-16,2 1-10 0,-4-1-8 0,4 0-35 15,-2 2-22-15,1-1-29 0,0-1-33 0,1 0 94 16,-3 0-72-16,3 1-17 0</inkml:trace>
  <inkml:trace contextRef="#ctx0" brushRef="#br2" timeOffset="68619.73">12203 16624 103 0,'0'-1'86'0,"0"-3"-11"16,-1 4-30-16,0 0 24 0,1 1-13 0,0-1-1 15,0 0-4-15,-2-2-6 0,2 1-4 0,0 0-9 16,0-3-2-16,0 1-3 0,0-1-2 0,0 0-1 15,0 3-1-15,0-2 2 0,0 2-3 0,0 1 0 16,0 0 2-16,0-3-1 0,0 3 0 0,-1-1 1 16,1 0 0-16,0 1-1 0,0 0 3 0,0-1 3 15,-1 1-1-15,-1-1 2 0,2 0-2 0,0 1 2 16,0 0 3-16,-1 0-2 0,1-2 1 0,-1 2-5 0,0-1-4 0,1 2 6 16,-1-1-3-16,0-1-6 0,-1 0-2 0,2 1-2 15,0-1-4-15,-1 1 0 0,1 0 0 0,0-1-8 16,1 0 4-16,-1 1-2 0,0-1-2 0,0-1 2 15,0 1-3-15,2 1 0 0,-1 0 0 0,-1-1 1 16,1 1-2-16,-1-2 1 0,0 1 0 0,0 0 0 16,0 2 1-16,0-2 0 0,0 1-1 0,0-1-1 15,0 1 3-15,0 0-1 0,1 0 2 0,0 1-2 16,-1-1 2-16,0 0-1 0,0 0 1 0,0 0 2 16,0 0-5-16,0 0 2 0,0 0-3 0,0-1 2 15,0 1-2-15,0-1 0 0,0 1-1 0,0 0-1 16,0 0 0-16,0 0 3 0,0-1-3 0,0 1 0 0,0 0 0 15,0 0 2-15,0 0-2 0,3 1 2 0,-3-1 3 16,0 0 0-16,0 0 2 0,1 0-1 0,-1 0 4 16,0 0-3-16,0 0 2 0,0-1-3 0,0 1-2 15,1 1-3-15,-1-1 1 0,0-1 1 0,2 1-3 16,-2 0 0-16,1 0 0 0,0 0 0 0,-1-1 1 16,1 1-1-16,1 1 0 0,-1-1-1 0,1 1 1 15,0 0 0-15,-2-1 0 0,0 0 1 0,0 0-1 16,2 0 0-16,-2 0 0 0,1-1 2 0,0 1-1 15,2 0-1-15,0 1 0 0,0-1 0 0,-2 0 2 16,1 0-2-16,0 0-1 0,2 0 1 0,-3-1-1 16,2 1 1-16,-1 0 0 0,0 0-1 0,1 0-1 15,-1 0 2-15,0 0 0 0,0 0 1 0,0 1-1 16,2-1 0-16,-1 0 0 0,-2 0 1 0,2 0-1 16,1 1-1-16,-2-1 1 0,0 1-1 0,1-1 1 0,1 1 0 15,-2-1-1-15,1 2 1 0,-1-2 1 0,2 2-1 0,-1-1 1 16,0 0 0-16,-2-1-1 0,1 2 0 0,1 0 0 15,-1-1 0-15,0-1 0 0,-2 1 7 0,1 2 2 16,-1-3-1-16,2 0 4 0,-1-1 1 0,0-1 1 16,1 0-2-16,1 2 2 0,-3-2-4 0,4-1-4 15,-1 2 3-15,1 0-4 0,0 0-2 0,-1-3-1 16,2 3 1-16,-2-1-1 0,0 0 0 0,1 0 1 16,0-1-3-16,-1 0 0 0,2 1 1 0,-1 1-1 15,-2-1 0-15,0-2 2 0,2 2-1 0,0 1-1 16,-2-1 0-16,-1 1 0 0,0 0 2 0,1-1 1 0,0 2-1 15,0 0-2-15,-2 0 0 0,0 0 0 0,0 0 2 16,2 0 0-16,-2 1-2 0,0-1 1 0,0 0 4 16,-1 0 1-16,1 0 2 0,0 0 2 0,-1 1 1 0,1-1 3 15,0 0 1-15,0 0-1 0,0 0-2 0,1 0-1 16,-1 0 0-16,0 0-4 0,0-1-1 0,-1 1-3 16,-1-1-1-16,2 1 0 0,-2 0 1 0,0-2-2 15,2 2-1-15,0 0 1 0,0 2-1 0,0-2 0 16,0 0 1-16,4 2-2 0,0-1 1 0,-2-1-2 15,2 0 3-15,-2 1-1 0,-2-1 0 0,3 0-1 16,-3-1 1-16,-3 0 1 0,5 0-1 0,-2 1 2 0,3 0-2 16,-3 1 1-16,0-1 1 0,2 0 0 0,0 0-1 15,-2 0-1-15,0 1 2 0,-4-1-2 0,1-1 1 16,1-1 1-16,2 2-2 0,-1 0 0 0,4 0 0 16,-3 0 0-16,-2 0-1 0,2 1 1 0,0 1 1 15,0-2-1-15,3 0 0 0,-6-1 1 0,3 1-1 16,4 1 0-16,-3-1 0 0,-1-1 0 0,0 1 0 15,-3 0 0-15,1 0-1 0,1 0 1 0,-3 0 0 16,2-1-1-16,2 0 2 0,-1 1-3 0,2 0 2 16,-1 0 0-16,2 0 0 0,1 1 0 0,-3 0 1 0,2-1-1 15,-2 1 1-15,0 0 0 0,2 1-1 0,-2-3-1 16,0 1 1-16,1 0 0 0,-2-2-1 0,1 3 0 16,0-1-1-16,0-2 2 0,0 2-9 0,0 1-12 0,1 0-40 15,1 2-28-15,2-1-33 0,-7 1-65 0,7 1 127 16,-3 0-101-16,1 1-30 0</inkml:trace>
  <inkml:trace contextRef="#ctx0" brushRef="#br2" timeOffset="70001.84">12171 16756 40 0,'0'-3'46'15,"0"2"-14"-15,1-1-13 0,1 2 10 0,-2 0 9 16,1 0-1-16,0-3 1 0,1 3 2 0,-1 2 4 0,-1-2 12 16,1-2 1-16,0 2 6 0,0-1-10 0,0 0 9 15,0 1 0-15,2 0-6 0,-2-2-1 0,1 1-6 16,0-1-4-16,-2-2-3 0,1 2 1 0,0 1-8 15,-1-1-4-15,1 0 0 0,1 1 1 0,-2-1-4 16,2 2-1-16,0-2-3 0,0 1-2 0,0 0-4 16,0 0-1-16,1-1 0 0,-2 1-5 0,1 0-2 15,-1 0 0-15,1 1-3 0,-1-4 1 0,2 3-2 16,-2 1 1-16,0-1 1 0,1 1 2 0,-2-2 1 0,2 2 1 16,-1-1 1-16,1 2 2 0,-1-1-2 0,2 1 0 15,-2 0-2-15,1 1-1 0,-1-2-1 0,0 0 1 16,0-1-3-16,-1 2 1 0,1-1 3 0,0 0 3 15,-1 0 0-15,2 0 6 0,0 2 0 0,-1-1 3 16,-1 0 3-16,2-2-2 0,-1 1-3 0,0-3-2 16,0 3 1-16,0-1-8 0,0 1-3 0,1 0-2 15,-1-1-1-15,0 0-3 0,1 1 1 0,1 0-2 16,-1 0-2-16,0 0 1 0,0 0 1 0,-1 0-1 16,2 3 0-16,-1-1 1 0,-1-2-2 0,2 0 2 15,-2 0-1-15,0 0 0 0,1 0 2 0,-1 0-3 16,-1-2 1-16,1 2 1 0,0 4 0 0,0-3-2 0,-1-1 2 15,1 0-1-15,1 0-1 0,-1 2 3 0,0-2-3 16,0 1 0-16,-1 0 1 0,2 1-1 0,-1 1 1 16,1-2 0-16,0 0-1 0,0 1 0 0,0 0 0 15,0 0 0-15,-2-2 0 0,0 0 0 0,1 4 0 16,-1-2 0-16,0 0 0 0,0-1 2 0,0-1 0 16,0 2 0-16,1-2 0 0,0 0 0 0,0 0 2 15,0-1-1-15,1 1 1 0,-2 0 0 0,3 0-1 16,-3 0 0-16,0 0 0 0,3 0 0 0,-2-1 0 0,0 1-2 15,0-1-1-15,0 1 2 0,1-1-2 0,-1 0 0 16,0 1 2-16,2 0-2 0,-2 0 0 0,0 0 0 16,1 0 1-16,1 0 0 0,-1 0-1 0,2 1 1 15,-3-1-1-15,1 0 1 0,-2-1 0 0,3 0 2 16,-2 0-3-16,1 2 0 0,-1-1 0 0,-1-3 1 16,1 3 0-16,-1-1 1 0,3 1-1 0,-2 0-1 15,-1-1 1-15,3 1 0 0,-2-1 1 0,2 1-1 0,-3 0 0 16,2 0 0-16,-2 0-1 0,2 0 4 0,-2-1-3 15,0 0 0-15,0 1 1 0,2-1 3 0,-1 1 2 16,-1 0 0-16,3 0 4 0,-3-1-3 0,1 1 2 0,-1-1 0 16,-1 0 0-16,-1 0-3 0,2-3 0 15,2 3-3-15,-2 1-3 0,0-2 4 0,0 1-2 16,1 0 0-16,1-1 0 0,0 2-1 0,-2 0 2 0,4-3-2 16,-3 1 2-16,-1 2-3 0,4-1 1 0,-1 1-2 15,-3 0 2-15,5-2 1 0,-5 1-3 0,0 0 0 16,2 0 0-16,-4 0 0 0,2-2 0 0,2 1 1 15,-1 1 1-15,-1 0-1 0,3 1-1 0,0 0 1 16,-5 0 1-16,6-1 0 0,-4 1-2 0,0 0 0 0,4 0 0 16,-3 0 0-16,-1-2-1 0,0 2 2 0,0-2-2 15,2 2-1-15,-2-2 2 0,0 1 0 0,-1 0 0 0,1 1-2 16,3 0 3-16,0 0-1 0,-3 2 2 0,3-2-1 16,-1 0-1-16,-1 2 0 0,2-1 1 0,-1-1 0 15,0 0-1-15,-2-1 0 0,0-1 0 0,0 2 0 16,0-2 0-16,2 3 0 0,-2-1 0 0,-2 0 1 15,2 1 0-15,0 1 0 0,1-1-1 0,0 0 1 16,-1-1 0-16,1 0 0 0,-1 0-1 0,0 0 1 16,4 1-2-16,-4-1 1 0,0 0 0 0,0 0 1 15,-3 0-1-15,1-1 0 0,3 0 1 0,-4 0-1 16,-3-1 2-16,4 2 1 0,2 0-3 0,1 0 0 16,2 0 0-16,-1 2 0 0,-2-1-4 0,2-1-17 15,1 1-9-15,-3-1-13 0,0 2-15 0,0-1-55 16,0 1-39-16,1-1-61 0,0 0 139 0,3 4-120 15,-3-2-54-15</inkml:trace>
  <inkml:trace contextRef="#ctx0" brushRef="#br2" timeOffset="72422.98">12216 16937 160 0,'-1'-1'95'0,"1"0"-52"16,0 1-31-16,0 0 16 0,0-1-8 0,1-1-17 0,-1 2-2 16,1 0-1-16,-1 0 2 0,3 0-1 0,-3-2 3 15,0 2 2-15,1 0 3 0,0-1 8 16,1 0 5-16,-2 0 0 0,2 1 3 0,-2-1 3 15,2 1 4-15,-2-1-2 0,1 0-1 0,-1 1-5 16,0-1-2-16,1 0-1 0,-1 1 1 0,0 0 0 16,0 0 0-16,0-2-2 0,0 2 2 0,0 0 2 15,0 2 1-15,0-2 3 0,0 0-1 0,0 1 3 16,0 0-1-16,0-1 1 0,-1 1 1 0,1-1 0 16,-1 1-3-16,1-1 0 0,-1 1 1 0,-1-1-8 15,1 0 0-15,-1 1 0 0,1-1 0 0,-2 1-5 0,1-1 0 0,0 2-2 16,-1-1 0-16,3 2 1 0,-2 0-2 0,-1-1 1 15,1 0 0-15,0 3 3 0,1-2 0 0,-2 0-1 16,0 2 2-16,0-2-2 0,-1 1 0 0,2 0-4 16,-2 1 1-16,1-2-6 0,0 1 1 0,1 0 1 15,-2 0-3-15,1 1 0 0,1 0-1 0,0 1 2 16,-2 0-2-16,1 1 0 0,2 1-1 0,-3-2-4 16,1 2 2-16,0-3-2 0,0 2 2 0,1 0-1 15,-2-3-2-15,2 2 1 0,0-1 1 0,0 1 1 16,-2-2-2-16,2 1 2 0,-1-1-2 0,1 2 0 15,2 2 2-15,-2-4-2 0,1 1-1 0,-1 0 1 0,2 0 0 16,2 1 0-16,1-2-3 0,-3 2 3 0,3-3-1 16,0 2 1-16,0-5 0 0,1 4-2 0,-1-2 2 15,1-2 0-15,-1 0 1 0,1 0 0 0,2-1-1 16,-1 1 1-16,2-2 0 0,-3 2 0 0,3-3 0 16,-2 0 1-16,-1 0-1 0,2 1-1 0,-2-3 4 15,1 2-2-15,-1 1-1 0,2-3 2 0,-4 3-2 16,1 2-1-16,0-3 2 0,2 0 0 0,-3 2-1 15,1-1 0-15,0 0 0 0,0 0-1 0,0-2 1 16,0 0 2-16,1 2-1 0,-2 0 0 0,-1-3-1 16,2 1 0-16,-1 0 1 0,0 2-1 0,-2-1 0 15,3 0 2-15,-3 0-2 0,1 1 1 0,-1 1-1 16,0-2 2-16,0 1 0 0,0 0-1 0,0 1-1 16,0 0-1-16,0 1 1 0,0-3-2 0,0 0 1 0,0 2 0 15,0 1 0-15,0-2 0 0,-1 1 0 0,1-1 0 16,-3 1 0-16,1-1 0 0,1 2 0 0,0 0-3 15,0-2-3-15,-1 2 2 0,1 0-2 0,-1-2-2 0,0 1 2 16,1 1-1-16,-2 0 1 0,2 0 1 0,-2-1 1 16,-1-1 2-16,1 2 0 0,1 0 1 0,-2 0 1 15,-1-3-1-15,1-1 1 0,0 2 0 0,1 1-1 16,0 1 0-16,-1-1 1 0,-1-1-1 0,1 2-1 16,0 0 2-16,0 2-1 0,0-1 1 0,0-1 1 15,-1-1 0-15,2 2-1 0,-1-1 2 0,1 1-2 0,1-2 0 16,-2-1 0-16,1 2-1 0,2 0 1 0,-1-1 0 15,-1-3 0-15,2 2-1 0,1 0 1 0,-2 1 0 16,0-2 2-16,1 1-1 0,1-2-2 0,-2 1 1 16,2 1 0-16,-1-3 0 0,0 3 0 0,1-1 1 15,0 0-1-15,0 0-1 0,-3 1 0 0,3-1 1 16,0 0 0-16,-1 2-2 0,-1-3 3 0,1 1-2 0,0 1-1 16,1 1 2-16,0-3 0 0,-1 2 0 0,1 1-2 15,0-1 2-15,0 0-4 0,0 1 1 0,0-3 0 16,-1 2-1-16,1 1-1 0,0 0 2 0,0-2-2 15,0 2 1-15,0-2 3 0,0 1-1 0,1 1 1 16,0-1 0-16,0 1 0 0,0-1 1 0,1 1-1 16,-2-2 1-16,1 1-1 0,0 0 1 0,1 0-1 15,-2 0 1-15,0 1-1 0,0-2 0 0,0 1 1 0,2 1-1 16,-1 0 0-16,0 0 1 0,0 0 0 0,-1 0 0 16,2-2 0-16,0 2 0 0,-2-1 0 0,1 1 0 15,-1-1 1-15,2 0-1 0,-2 0 0 0,1 0 0 16,1 0 0-16,-1 0 0 0,0 0 0 0,2 0 1 15,-2-2-1-15,-1 3 0 0,2-2 0 0,-1 1 0 16,1 1 1-16,0 0 0 0,1-3-1 0,-1 4 0 16,0-1 1-16,0 0-1 0,1 0 0 0,0 0 0 15,0 1 0-15,-1-2-2 0,1 2 1 0,0-1 1 16,-1 1 0-16,1 0 0 0,0 0 0 0,-2 0 0 0,2 0-1 16,0 0 1-16,-2 0 0 0,1 2-1 0,1-2 1 15,0 0 0-15,-2 0 0 0,2 1 0 0,-1 1 0 0,0 0 0 16,-2-1 3-16,2 1-2 0,-1 0 4 0,-1-2-2 15,0 2 1-15,1-2 0 0,-1 1 2 0,2-1-1 16,-2 1-2-16,0-1 2 0,0 0-1 0,1 1-1 16,-1 0-1-16,0-1 0 0,1 1-1 0,0 2 0 15,-1-3 1-15,2 2 0 0,-2-2-1 0,1 1 0 16,1 0 2-16,-1-1-2 0,-1 1 1 0,0-1 1 16,0 0-2-16,0 2-1 0,0 0 0 0,0 1 0 0,0-2 1 15,0 0 1-15,0 0 0 0,0 1 0 0,0 0 3 16,0-2 1-16,-1 1 2 0,1 0 0 0,-2 2-3 15,0-1 0-15,1 0 1 0,-1-1-1 0,2 0-4 16,-1 1 1-16,-1 1-1 0,0 0-1 0,2 0 0 16,-2-1 2-16,2-1-3 0,-1 2 1 0,-1-1 1 15,1-1-1-15,0 0 2 0,-1 0-1 0,2 0 0 16,-1 1 0-16,0 1 2 0,-1-2-3 0,2 1 0 16,0-1 0-16,0 1 0 0,-1-2 1 0,0 0 1 15,1 1-1-15,-2-1-1 0,2 1 0 0,-1 2 0 16,0-2 0-16,1-1-1 0,0 3 0 0,-2-2-1 15,2 1 2-15,0-1 0 0,0 2 0 0,0-1-1 16,2-1 1-16,-2 1 0 0,0-1-11 0,0 1-5 16,0 0-12-16,0 1-9 0,1-2-34 0,0 1-25 15,0-2-44-15,2 1 91 0,0 1-78 0,-2-2-36 0</inkml:trace>
  <inkml:trace contextRef="#ctx0" brushRef="#br2" timeOffset="80653.64">12463 16915 51 0,'-1'-1'35'0,"-1"1"-10"0,1 0-8 0,1 0 16 0,0 0 0 16,0-1 2-16,1 1 5 0,-1 0 3 0,0 0 2 16,0 0 4-16,-2-1-3 0,2 0-1 0,-1 1 1 15,-1 0 2-15,-1 0-2 0,2 0 3 0,-2 0-3 16,0 0 1-16,3 0 2 0,-3 0-1 0,3 0-1 15,-1 0-4-15,0-2-1 0,-3 2-10 0,5-1-5 0,-1 1-4 16,-1 0-3-16,1-1-11 0,1 1-3 0,1 0-3 0,-2 1-2 16,0-1-1-16,0 0 2 0,0 0-1 0,0-1-1 15,-3 0 4-15,2 1 3 0,0 0 2 0,3 0 1 16,-2 0 5-16,0 0 1 0,0 0-1 0,0 0-1 16,0 0 0-16,0 0-3 0,4 0-2 0,-7 1 0 15,3-1-4-15,0 1 0 0,2-1 1 0,-1 1 2 16,-1 1 0-16,0-1-1 0,-1 1 4 0,1-2-4 0,0 1 3 15,0 0 0-15,-3 0-2 0,2 0 0 0,1 0-3 16,-1 0 2-16,0-1-2 0,1 3 1 0,-1-3-2 16,1 3-1-16,0-1 2 0,0 0 0 0,0 0 2 15,0 2-2-15,1-1 0 0,-1 0 1 0,1 1 0 16,-1-2 0-16,1 2 0 0,-1-4 0 0,0 3-3 16,0 0 0-16,0-1-1 0,1 0 2 0,-3 1-2 15,2-2 1-15,2 2-3 0,-2 0 1 0,0-1 1 16,0 0 0-16,0 0 1 0,0 1-1 0,1-1 0 15,-1 0 0-15,0 1 0 0,0 1 0 0,2-2 0 16,-1 0 0-16,1-1 2 0,-2 1 1 0,0 0 1 16,0 0-1-16,0-1 2 0,2 0-1 0,-2 0 2 15,0 0 0-15,-2 0-2 0,2 0 0 0,0-1-1 0,0 0-2 0,0 2 1 16,0-2 0-16,0 0-2 0,2 3-1 0,-2-1 0 16,0-2-1-16,0 1 0 0,0 1 0 15,0-2 1-15,0 0-1 0,-3 0 0 0,3 1 1 0,1-1-1 16,-1 1 1-16,-1-1 0 0,1 1 1 0,0-1-2 15,1 1 1-15,1 0 0 0,-2 1-1 0,1-1 3 16,-1 0-1-16,1-1 1 0,-1 0-1 0,3 0-1 16,-3 0 0-16,0-1-1 0,0 0 3 0,0 1-2 15,0-2 0-15,0 2 0 0,0 0 0 0,-3 0 0 16,5 0 0-16,-2 0 1 0,0-1-2 0,0 2 0 16,1-1 1-16,-1 0 0 0,2 3-1 0,2-2 0 15,-6-1 0-15,2 3 0 0,0-3 0 0,-1 0 1 0,0 0-1 16,-1 0 0-16,2-1 3 0,-2 1 5 0,2 0 1 0,0-2 7 15,2 2-2-15,0 0 1 0,-2 0-1 0,0-1 2 16,-2 1-3-16,2-1-4 0,3 1-1 0,-3 0-8 16,1 1 2-16,-1 0-1 0,0 0 0 0,2-1-1 15,-2 1 0-15,0 1 0 0,0-1-1 0,0-1 1 16,0 1 0-16,1-1 0 0,1 0-1 0,2 1 1 16,-1-1 0-16,1 0 0 0,-2 1 0 0,-1-1 1 15,2 0-1-15,0 0 1 0,-2 0-1 0,0 0 1 16,1 0-1-16,1-1 1 0,-1 0 0 0,1 1-1 15,-1 0-2-15,0 0 2 0,1-1 0 0,-1 1-1 16,1 0 1-16,-1 0 0 0,0-2 0 0,2 1 1 16,-3 1 1-16,2 0-2 0,-2-1 2 0,1 1 2 0,-1-2-1 15,2 1-2-15,-2 1 1 0,1-2 1 0,-2 1 0 16,1-1-1-16,1 2 0 0,-1-1-1 0,0 0-1 16,2-1 0-16,-1 2 1 0,0-1 0 0,-1 1-1 15,0 0 0-15,0-1 0 0,1 0 0 0,0 1 1 16,-1 0 2-16,0-2-2 0,0 2 0 0,2 0 0 15,-2 0 1-15,-1 0-1 0,1 0 1 0,-1 0-2 0,0 2 0 16,0-2 0-16,-2 0 0 0,2 1 0 0,-1-1 1 0,1 0 1 16,0 0-2-16,0-1 0 0,0 1 1 0,0 0 0 15,1 0 1-15,-1 1 0 0,2 1-3 0,-2-1 2 16,0 0 1-16,0 1 0 0,0-2-1 0,0 1-1 16,0-1 0-16,0-1 0 0,0 1 1 0,0-1-1 15,0 0 1-15,-1 0-1 0,0 1 0 0,1 0 0 16,0 1-3-16,0-1-1 0,0 2-6 0,0 0-9 15,0 1-26-15,0-2-11 0,0 2-16 0,0-3-18 16,1 2-63-16,-1-1-32 0,0 0 116 0,0 0-87 16,1 0-19-16</inkml:trace>
  <inkml:trace contextRef="#ctx0" brushRef="#br2" timeOffset="81452.67">12575 16886 364 0,'-2'-4'181'0,"2"3"-97"16,-1-1-48-16,1 1 28 0,0 0-7 0,0 1 1 16,0-4 0-16,0 3 1 0,-1-1-1 0,1 1 0 15,0 0 2-15,-2 0-7 0,2 1-5 0,-2 0-7 16,-1 0-4-16,3 0-12 0,-2 0-4 0,1 2-3 16,0 0-4-16,0-1-7 0,1 0 0 0,0 2-2 15,0 0-1-15,-2 1 1 0,0-1 0 0,2 1 0 16,-2-1-2-16,0 3 2 0,2-1-3 0,-2 0 1 15,1 1-1-15,1-2 0 0,0 1 0 0,-2 0 0 0,2 1 2 16,0-2-2-16,-1 0 5 0,1-1-2 0,-1 1 8 16,0 1 0-16,1-1 2 0,0 0-1 0,0 1 2 15,-2-2 0-15,2 2 0 0,-1-1 1 0,0-1-8 16,1 2 2-16,-1 0-3 0,0-2 0 0,0 1-1 16,1 1 2-16,0 0-3 0,0 0-2 0,-2 0 1 15,2-1-2-15,0 2 1 0,2-1 0 0,-2 0-2 16,0 0-1-16,0 1 1 0,-3-3 1 0,3 2-3 15,-1 0 3-15,-1-1-1 0,2 3-1 0,0-3 0 16,-1-1 2-16,1 3-1 0,0-3 0 0,0 2 5 16,0-1 1-16,0-1-2 0,-1-2 2 0,0 0 0 15,0 2 0-15,1 0-2 0,0 1 1 0,0-3-4 16,0 3 0-16,1-4-2 0,-1 2-1 0,1 2 1 16,-1-3-1-16,-1 0 2 0,1 3 1 0,1-2-1 15,-1 2-1-15,1 2 1 0,-1-5 1 0,0 1 0 16,0 0 0-16,1-2-2 0,-1 0 0 0,-1 0 1 0,-1 0-2 0,0-1 1 15,2 1 1-15,0 0-1 0,0 2 0 0,0 3-1 16,0-3 2-16,1-2-2 0,-1 0 2 0,1 1 1 16,-1-1-3-16,0 0 1 0,-1-3-1 0,-1 1 1 15,2 2-1-15,-2 0 1 0,2 0-1 0,0 0 0 16,2 0 0-16,-2 0-2 0,0 1 2 0,1-1 0 16,-1 0-1-16,0 0 1 0,0 0-1 0,2 1 0 15,-1-1 1-15,0 0 1 0,2 0-1 0,-1 0-1 16,-2 0 1-16,3 2-5 0,-3-2-2 0,0 1-2 15,0-2-1-15,2 2-5 0,-2 0 1 0,0-1 0 0,0 2-2 16,1-2 6-16,0 0 1 0,1-1 4 0,-1 2-1 16,-1-1 3-16,1-1-2 0,-1 1-6 15,1-2 0-15,-1 1-6 0,0 1-5 0,0 0-7 0,0 0-20 16,0 0-15-16,0 0-12 0,2 0-14 0,-1 1-78 16,0-1 118-16,0-1-76 0,3 1-33 0</inkml:trace>
  <inkml:trace contextRef="#ctx0" brushRef="#br2" timeOffset="82810.08">12630 16943 79 0,'0'0'85'0,"0"0"-11"0,0 0-32 0,-1-1 27 16,1 1-5-16,0-1-3 0,0 0-6 0,0 1-13 0,0-2-7 16,0 1 2-16,0 0-3 0,0 0-7 0,0 1-1 15,0-1 0-15,1 1 4 0,-1 0 1 0,0 0 1 16,0 0-1-16,1 0 3 0,-1-2 3 0,1 2 0 15,-1-1 2-15,1 1-4 0,-1-1 0 0,2 1 3 16,-2-4-3-16,0 3-2 0,1 0-2 0,-1-1-2 16,1-1-2-16,0 1-3 0,-1-1-1 0,2 3-5 15,0-1-1-15,-1 0-3 0,0-2-5 0,2 3-1 16,-2-2-2-16,2 0-1 0,-3 2-5 0,1-2 1 16,-1 1 2-16,2-1-3 0,0 1 3 0,-1 1-3 15,2-3 2-15,-2 2-2 0,2-1 2 0,-3-2-2 0,2 4 1 16,0 0-1-16,0-3-1 0,-1 3 1 0,0 0-1 0,1 0 1 15,-1 0 1-15,2 4-1 0,-2-4 0 0,0 0 2 16,2 0 1-16,-2 0-2 0,2 1 2 0,-1-1-1 16,-1 1 0-16,0-1 2 0,2 0-1 0,0 0 0 15,-2 0 1-15,2 1-2 0,-1-1-1 0,1 1 3 16,0-1-1-16,-2 1 0 0,1-1-1 0,-1 1 1 16,0-1 1-16,1 1 0 0,-1-1 2 0,0 0-2 15,0 3 2-15,1-2 1 0,-2 1-1 0,2-2-2 16,-1 3 2-16,0 0-1 0,-1 1-1 0,1-1 0 15,-1-1 0-15,0 2-3 0,2 0 3 0,-2-1 0 16,0-1-4-16,0 2 1 0,0 0 2 0,0 0-1 0,1 1-1 16,-1-2 0-16,0 1 0 0,0 0 0 0,0 1 3 15,0 1-2-15,0-2-1 0,0 0 1 0,0 2 0 16,1-1 1-16,-1 2-1 0,0 1-1 0,0-3-1 16,0 2 2-16,0 0 0 0,0 0 0 0,0 1 0 15,0-1 0-15,0 2-2 0,0-4 2 0,-1 4-1 16,0-1 0-16,-1-2 1 0,1 1 0 0,-1 0-2 15,0-3 0-15,0 3 1 0,1 0-1 0,0-2 2 16,0 0-1-16,-1-3-1 0,1 6 0 0,1-4 3 0,-2 1-2 0,1 3 2 16,0-6 0-16,1 4-1 0,-3 1-1 0,0 0 0 15,-1-2 1-15,2-1-2 0,0 0 1 0,0 0 2 16,-2 2-3-16,1-2 0 0,1-1 4 0,-2-1-2 16,2 1 1-16,-1 1 1 0,0-2-1 0,-1-2-3 15,1 0 4-15,-1 1 0 0,2 0-2 0,0 0 1 16,-1-1-2-16,0 0-1 0,0 0 0 0,0 0-1 15,1-1 0-15,0-1-2 0,-1 1 0 0,3-1-5 16,-2-3 2-16,1 3-1 0,1-2-1 0,-2 0 0 16,1 1-4-16,1-1 0 0,0 0-1 0,-1 2 2 15,1-1 1-15,-1 0 0 0,1 0-1 0,0 0 2 16,0 0 1-16,-1 0 2 0,1-1 2 0,0 0-1 0,1 2 1 16,0-4 1-16,0 3 2 0,0 0 1 0,2 1 0 0,-1-2 0 15,0 2-1-15,1 0 1 0,-2-1 0 0,2 1 0 16,-1-1-1-16,1 3-1 0,0-3 2 0,1 1-1 15,-2 0 0-15,2 2 0 0,-2-5 1 0,5 4-1 16,-5-3 0-16,1 0 1 0,1 4-1 0,-1-2 0 16,1 1 0-16,0-1 0 0,0 2 1 0,-1 0 2 15,1 0-2-15,-2 2 0 0,1-2-1 0,-1 0 1 16,-1 0 0-16,3 2 0 0,-2-1 1 0,0 0 0 16,0 2 0-16,0-2 6 0,2 1 3 0,-1 1-1 15,-2-1 1-15,1 1 3 0,-1-1-2 0,0 2 1 16,2-1 0-16,-2 1-4 0,-1-4-2 0,1 5 1 15,1-1-2-15,-1-3-4 0,1 3 3 0,-1-2-1 16,0 1 0-16,1 0-2 0,0 2 1 0,0-5-1 16,-2 2 1-16,0 1 0 0,0-2-1 0,0 0-19 15,0 0-20-15,2-1-33 0,-1 2-55 0,0 0 96 16,3 0-69-16,-3 3-32 0</inkml:trace>
  <inkml:trace contextRef="#ctx0" brushRef="#br2" timeOffset="88122.59">15121 16433 41 0,'-1'-1'30'0,"1"0"-12"0,0 0-12 0,0 0 7 16,1 0-3-16,-1-1-5 0,0-1-2 0,0 2-2 15,-1-1 1-15,1 1-2 0,0 0 2 0,0 0 1 0,0 1-4 16,0 1 0-16,0-1-2 0,0 0 4 0,1 0-1 16,-1 0-2-16,0 0 2 0,0 0-2 0,0 0 1 15,0-1 2-15,0 1 0 0,0-1-1 0,-1 1 0 16,1-1 2-16,0 0-1 0,0 1 15 0,0 0 6 16,0 0 2-16,0-2 5 0,0 1 13 0,0 1 1 15,0 0 2-15,0 0 3 0,0 0-12 0,0-1 0 16,0 0-3-16,0 1-2 0,0-1-7 0,0 1-2 15,0 0 2-15,0-1-3 0,0 1 3 0,-2 0-2 0,2 1 3 16,0 0-1-16,-1-1 6 0,1 1 1 0,-1-1 2 16,1 0 4-16,0 0 4 0,0 0 0 0,0 0-1 15,-2-1 3-15,2 0-5 0,0 1-1 0,2 0 0 16,-2 0-2-16,0 1-6 0,0 0-2 0,0-2-1 0,0 1-3 16,0 0-2-16,0 0-2 0,0-1-3 0,0 1-3 15,0-1-6-15,0 1 0 0,0 0-2 0,0 1-1 16,0-1 0-16,0 0-3 0,0 1 0 0,0 0 4 15,0-1 2-15,1 1 2 0,-1-1 1 0,1 0 2 16,-1 0 0-16,0 1 2 0,0-1 0 0,0 0-1 16,0 0 0-16,0 2-3 0,2-1-1 0,-1 0 1 15,0-1 3-15,0 1 0 0,0-1 0 0,0 0 1 16,2 0 1-16,-2 0 2 0,0 0 1 0,-1 0-3 16,3 0 0-16,-2 0-3 0,2 2 2 0,1-2 2 15,-2 0-1-15,-2 0 0 0,3 0 0 0,-1 0-1 16,1-1-2-16,-1 0-1 0,1 1-2 0,-1-1-2 15,2 0-3-15,0 0-2 0,-1-1 2 0,1 2-4 16,-1 0 2-16,-1 0 2 0,3 0 0 0,-2 0-4 16,0 2 1-16,-3-2-1 0,1 1 1 0,1-1 1 15,-2 2-1-15,5 0-1 0,-4 0 1 0,2-1 1 16,2 3-2-16,-1-4 3 0,-2 0-1 0,1 1-1 0,-3-1-1 16,1 2 1-16,3-2-1 0,-4 0 0 0,1 1 1 15,0 0-1-15,2 0 5 0,-2-1 2 0,1 0 1 0,3 1 1 16,-5-1 1-16,2 0 2 0,-2 0-2 0,3 0 2 15,-1-1-6-15,2 1-3 0,-3-1 2 0,1 0-1 16,1 0 0-16,1 1-2 0,-3 0 1 0,1-1-3 16,-2 1 3-16,4-1-1 0,-3 1-1 0,0 0 1 15,2 0-2-15,1 0 1 0,-3 0 0 0,1 0 1 16,0-1-2-16,-2-1 2 0,2 2 0 0,0 0-2 16,-1-1 1-16,-1 1-1 0,2 0 1 0,-1 1 0 15,0 1-14-15,-1-1-13 0,2 0-16 0,-2 0-18 16,1 2-71-16,-1-3-58 0,6 2 130 0,-6 2-104 15,1-2-63-15</inkml:trace>
  <inkml:trace contextRef="#ctx0" brushRef="#br2" timeOffset="90983.28">15116 16618 127 0,'-2'-2'99'15,"1"1"-21"-15,0 0-35 0,0 1 20 0,1-1 1 16,-1-3-4-16,0 2-7 0,1 0-3 0,0 1-17 16,0-1-7-16,0 2-5 0,0-5-5 0,0 4-9 15,1 1-3-15,0-1-3 0,0 1 0 0,-1-2-1 16,0 2 2-16,1-1 0 0,0 1 2 0,-1 0 4 0,2 0 2 16,-2-1 1-16,0 1 4 0,1 0 1 0,-1 0-1 15,0-1 0-15,0 0-4 0,0 0 0 0,0 1-5 0,0 0 1 16,0 0-2-16,0 0-3 0,0 1 1 0,1 0-1 15,-1 0 5-15,0-1-4 0,0 0 5 0,0 0 4 16,0 0-1-16,0 0 8 0,0-1 3 0,0 0 2 0,0 1-2 16,0 0 5-16,0 0-1 0,0 2-2 0,0-2 0 15,2 0-2-15,-2 1-3 0,1-2-2 0,0 1 0 16,-1 0-1-16,1-1-4 0,-1-3-3 0,1 3 1 16,-1 0-5-16,1 1-1 0,1 0 1 0,-2-1-1 15,0-1-4-15,0 2 0 0,0 0 1 0,2 0 0 16,-2-1-1-16,1 1 2 0,-1-1-3 0,2 1 0 15,-1 0 3-15,0 0-1 0,0 0 4 0,-1-2-3 16,1 2 4-16,-1-1-1 0,0 1 4 0,0 0-2 16,1 0-1-16,1-2 2 0,-1 2-2 0,-1 0 0 0,1 0-1 15,-1 0 0-15,2-1-1 0,-2 1 2 0,0 0-1 16,0 0 3-16,0 0-2 0,1 0 3 0,-1 0 0 16,0-1 0-16,0 0-1 0,0 1 0 0,0-1-2 15,0 1-1-15,1 0 0 0,-1 0-1 0,1 0-1 16,0-1-2-16,0 3 1 0,-1-2 0 0,3 0-1 15,-3 0 0-15,0 0 0 0,1 0-2 0,0 0 2 16,-1 0 0-16,3 0-1 0,-2 0 0 0,0 0 1 0,3 0-1 16,-2 0-1-16,1 0 3 0,-2-1-3 0,0 0 1 15,-1 0 1-15,2 0 1 0,-2 0 2 0,0 1-2 16,-1-1 5-16,1 0-2 0,0 1 3 0,3 0-2 16,-1 0 0-16,-1-3 0 0,1 3 1 15,0 0 0-15,-1-2-3 0,1 2 1 0,2 0-1 0,-1 1-1 16,-1-1-2-16,3 1 1 0,-3-1-2 0,3 1 2 15,-3 1 0-15,4-1 0 0,-5-1-1 0,1 0 0 16,0-1 1-16,-1 1-1 0,3 0-1 0,0 0 0 0,-2 0 0 16,1 1 0-16,-2-1-1 0,2 0 0 0,0 0 1 15,3 1 1-15,-6-1 1 0,0 0 0 0,4 0-1 16,0-2 2-16,0 2-1 0,-3 0 1 0,6 0 1 0,-5-2-4 16,2 2 0-16,4-1 1 0,-4 1 0 0,-3 0-1 15,3-2 0-15,-2 1 0 0,3 0 0 0,-1 3 2 16,0-2-2-16,-3-2 1 0,4 2-1 0,1 0 2 15,-2 1-1-15,-3-1 1 0,0 0-1 0,2-2 0 16,0 2 2-16,-3 0-2 0,5 0 2 0,-5 0 0 16,4 0 1-16,0 2-2 0,-4-2-1 0,0 0 2 0,2 1-2 15,-2-1 1-15,-5 0-1 0,8 0 0 0,-3 0 1 16,2 0 0-16,-1 1 0 0,1 0-1 0,-2-1 0 16,4 0-1-16,-3 3-1 0,-1-3-7 0,0 0-9 15,0 0-11-15,0 0-16 0,2 0-67 0,-2 0-53 16,0 0 118-16,2-2-91 0,3 2-41 0</inkml:trace>
  <inkml:trace contextRef="#ctx0" brushRef="#br2" timeOffset="98036.75">14841 16904 68 0,'-2'-3'55'0,"2"1"-12"0,1-2-21 16,0 3 14-16,-1-2-9 0,0 2-3 0,0 0-4 15,2 0-4-15,-1-1-6 0,-2-1-4 0,3 2 3 16,-1-1 2-16,-1-1-1 0,1-1 1 0,-1 5 4 0,0-3 8 15,1 0-1-15,1 1 5 0,-2 1-4 0,-3-2 0 16,6 2 2-16,-3-1-1 0,1-1 0 0,1-1-5 16,-3 2-1-16,1-2-1 0,-1 1 3 0,1 1 3 15,0 0-2-15,0-2 3 0,0 3-1 0,0-1 3 16,0 1 0-16,0 0 2 0,0 0-1 0,1 0-2 16,-1 1 4-16,0-1-1 0,0 1 0 0,0 1 0 15,1-2 3-15,-1 1 0 0,-2 0 0 0,1-1 2 16,1 0-2-16,-3-2-2 0,3 0 0 0,-1 1-6 15,1 1-1-15,0 0-4 0,0-1-2 0,0 1-3 16,0 1 1-16,0 2-2 0,-1-3 1 0,1 1 3 16,0 0 1-16,-1-1-2 0,0 2 1 0,1 0 1 15,0-1-5-15,0 3 0 0,-2-4-3 0,0 2-2 16,0-1-1-16,0 0 0 0,1 2-1 0,0-1-4 16,0-1 2-16,-2-1 0 0,4 4 0 0,-2-1 0 15,0-1 0-15,-2 0 0 0,3 1 4 0,-1-1 2 0,1 0-4 16,1 2 5-16,-1 0 0 0,0-3 2 0,2 2 0 15,0-1-1-15,-2 0 0 0,-1 2-1 0,1-2 4 16,-1 0 0-16,-4-1-2 0,3 1 0 0,-1 2 1 16,-2 0 1-16,6 0-2 0,-4-1 0 0,-1 1 0 0,4 1-2 15,0 1 1-15,-2-2 0 0,-1 1 0 0,3-2-2 16,-4 0 2-16,4 2 0 0,0-2 0 16,-4-3 1-16,1 2-1 0,2 0 3 0,-1 0-3 0,2 1 2 15,-3-2-2-15,3 0-3 0,0 1 0 0,0 0-2 16,0-1 0-16,0 0-4 0,0-1 1 0,-2 0 0 15,2 0-1-15,-3 0 0 0,2 3-2 0,1-1 0 16,0-1 0-16,-1 0 1 0,2 0-1 0,-1 1 0 0,3 0 1 16,-2-2-1-16,1 2 0 0,-2-2 0 0,0 0 0 0,0 2 0 15,0-1 0-15,0-1 0 0,0 1 1 0,-1-1 1 16,0 0 0-16,1 0-1 0,1 0 1 0,-1 0-1 16,1 1 1-16,-1-2 0 0,0 1-2 0,0 0 2 15,0 0 0-15,-1 0-1 0,0 0 1 0,-2 0-1 16,2 0 0-16,4 1-1 0,-3-1-1 0,0 0-1 15,0 0-3-15,0 0-6 0,0 0-7 0,1 0-22 16,-1 0-12-16,2 0-12 0,-2-1-17 0,2 1-17 16,3 0-24-16,-1 0-78 0,0 0 131 0,2 0-72 15,-4-1-28-15</inkml:trace>
  <inkml:trace contextRef="#ctx0" brushRef="#br2" timeOffset="99537.75">14975 16868 141 0,'0'-1'91'0,"2"-2"-32"0,-1 1-26 0,1 1 15 0,-2-1-3 0,0 0 4 16,2 0-5-16,-1 1-7 0,-1 0-5 0,1 1-1 15,0-2-2-15,-1 0-2 0,1 1 0 0,0 0-6 16,-1 0 8-16,2 1-1 0,-2-2 3 0,0 1 1 15,0 1 5-15,0 0-1 0,-2 0-1 0,2 0 2 0,0 1-3 16,-1-1-1-16,0 1-4 0,1 0-4 16,-1 0-6-16,0 1-2 0,0-1-1 0,-1 0-2 15,1 2-5-15,0-1-1 0,0-1 1 0,1 2 1 0,-2 1-1 16,2-2 3-16,-1 1-1 0,1-2 0 0,0 2 1 16,0 1 2-16,-1-2-2 0,0-2 1 0,1 3 5 15,-1-2-1-15,0 0-1 0,1 3 1 0,0-2 1 16,-2-1-2-16,0 0-1 0,2 1 1 0,0-1-7 15,-2 1 0-15,1 1-2 0,0-2 0 0,1 0-4 16,0 0-1-16,0 0 1 0,-2 1-3 0,2 0 1 16,0-1 0-16,0 2-2 0,1-2 0 0,-1 1 2 15,0-1 1-15,0 0-1 0,0-1 0 0,0 1-1 16,0-1 1-16,0 0 2 0,0 0-1 0,0 0-2 16,-1 0 0-16,1 0 0 0,1 0 1 0,-1-1 0 15,0 1-1-15,2 0 0 0,-2 0-1 0,3 0 1 16,1 0 0-16,-4-1 2 0,1 0-3 0,0 0 0 15,0-1 1-15,0 2 0 0,0 0 1 0,2-1-1 16,-2-1 0-16,0 2 0 0,1 0 0 0,1 0 1 16,-1 0-1-16,1-1 0 0,-2 1 1 0,1 0-1 0,-1 0 0 15,0-1 0-15,1 1 0 0,-2-1 0 0,3 1 0 16,-2 0 0-16,0-1 0 0,0 1 0 0,-1 0 0 16,4 0-1-16,-3 0 1 0,1 0 0 0,0 0 0 15,-1 0 0-15,2 1 0 0,-3-1 0 0,2 1-1 0,0 0 1 16,-2 0 1-16,3 1-1 0,-2-1 1 0,1 0 2 15,0 1 0-15,-1-1 0 0,-1 1 3 0,1-1-1 16,1-1-2-16,-1 3 2 0,1-2 0 0,-1 2-1 16,-1-1 1-16,1 0 0 0,1-1 1 0,-1 3-2 0,-1-1 2 15,0 0 2-15,0 1 0 0,3-1 1 0,-3 1-1 16,0-1 2-16,0 1 0 0,0-2 1 0,1 1 2 16,-1 1-4-16,-1-2 1 0,1 1 0 0,0 0 2 15,0 1-3-15,-1 0 0 0,1-1 0 0,-1-2 0 16,0 5 3-16,0-3-3 0,-1-1 1 0,0 2-1 15,0-2 0-15,2 2-2 0,-2 1 3 0,1-1-5 16,0-3-2-16,0 2 2 0,1 2-2 0,-2-3-1 16,2 0 0-16,0 1-1 0,0-1 0 0,0 1 0 0,-1-1 0 15,0 0-1-15,1-1 1 0,-1 0-1 0,-1 4 0 16,1-5 1-16,0 1-1 0,0 2 1 0,0-1 0 16,0 1 0-16,-1-1 0 0,1 1 2 0,-2-1 1 15,1 0-3-15,1 0 3 0,0 1-2 0,-2-2 0 16,3 1-1-16,-1 1 2 0,0-3-1 0,0 2-2 15,-1-1 3-15,0-1-3 0,1 0 1 0,0 0-1 16,0 0 2-16,1-1-1 0,-2 1 1 0,1-2 0 0,0 2 0 16,1 0 1-16,-3 0-1 0,3-1-1 0,-2 1 1 15,0 0-2-15,0-1 2 0,0 0-1 0,-1 1 1 16,1 0-2-16,2 0 1 0,-2 0 0 0,1-1 0 16,-1 0 0-16,1 0-1 0,0 1 0 0,-1-3 0 15,0 1 0-15,-1 0 1 0,1 1 0 0,0-1 0 0,-1 2-1 16,2 0 2-16,-2-1-1 0,2 1 0 0,-3 0-1 15,2 0 0-15,0 0 0 0,-1 0-1 0,1-1 2 16,-1 1-1-16,1-2 0 0,0 2 0 16,0-2 0-16,-1 1 1 0,2 1 1 0,0-1-2 0,-1 1 0 15,1-1 0-15,-1 0-1 0,2-1 1 0,-1 2 0 16,1 1-1-16,0-1 1 0,0 0 0 0,1-1-1 0,-1 1 0 16,0 0 1-16,0 2-2 0,0-1 2 0,0-2 0 15,-2 1 0-15,1 0-1 0,1-1 0 0,0 1-1 16,0 0 1-16,-2-3 1 0,2 3-1 0,0 0-1 15,2 2-1-15,-1-1 0 0,2 1-2 0,-1-2-13 0,1 2-31 16,-2 0-18-16,3-2-20 0,-2 4-31 0,2-4 77 16,-2 2-67-16,1-2-18 0</inkml:trace>
  <inkml:trace contextRef="#ctx0" brushRef="#br2" timeOffset="100236.81">15001 16888 82 0,'0'-2'105'0,"-1"0"-19"15,-1 1-34-15,2 0 25 0,-1-1-3 0,1 1-4 16,0-1-2-16,0 1-1 0,0-2 1 0,0 1 4 16,0-1-7-16,0 1-1 0,0 1-4 0,0 0-2 15,0-2-16-15,1 1-5 0,1 0 4 0,-1 0-4 16,0 1-5-16,0-2-1 0,-1 0-1 0,0 1 3 16,2-1-2-16,-2 2-1 0,1-3-4 0,0 3-4 0,0 0-4 15,0 0-1-15,2 1-3 0,-2 0-7 0,0 0 0 16,1 0 2-16,-2 0-4 0,0 0-1 0,1 0 0 15,0-2-1-15,-1 1 1 0,1 0 0 0,0 1-2 16,0-1-1-16,1-1 1 0,-1 2-1 0,0 0 1 16,0 0 0-16,-1 0 1 0,3 0-3 0,-3 0 3 15,2 0 1-15,-2 2-2 0,1-2 1 0,0 0 1 16,1 0 0-16,-1 0 0 0,0 0 0 0,1-2 1 0,-2 4-1 16,2-4 1-16,-1 2-1 0,1 0 0 0,1 0-1 15,-1 0-1-15,0 0 1 0,1-1-3 0,-1-1 1 16,2 2 0-16,-1 0 0 0,-1-2 0 0,3 0 0 15,-3 1 1-15,2-1 1 0,-1-1 1 0,1 1 3 16,-2 0-1-16,0-1 2 0,1 2-2 0,0-2 2 0,-2 1-3 16,2 1 3-16,-3 0-1 0,2 0-4 0,-1 2-1 15,0-1 0-15,0 0 1 0,1 0-2 0,-2 0 2 16,0 1-1-16,1 0-3 0,-1-1-1 0,1 0-3 16,0 1-12-16,-1 0-32 0,2-1-18 0,-2 4-27 15,2-3-40-15,-2 1-46 0,1 0 112 0,0 1-112 16,-1 0-51-16</inkml:trace>
  <inkml:trace contextRef="#ctx0" brushRef="#br2" timeOffset="101371.71">15146 17049 111 0,'1'-4'102'15,"-1"3"-15"-15,3-1-29 0,0 2 26 0,-3-2-1 0,3 0 3 16,-3-1-1-16,0 0-3 0,2 1 3 0,-2 1-2 15,0-1-3-15,-1-4 1 0,1 4-6 0,0-1-11 16,1-1-1-16,0 2 1 0,0 1-5 0,1-2-13 16,0 2-4-16,0 1-4 0,-2-4 0 0,0 2-6 15,0 0-5-15,0 0-7 0,0 1-4 0,-2-1-3 16,2 2-3-16,2 0-1 0,-2 0-4 0,1 0 0 16,-1 1 2-16,-1 0-3 0,1 1 3 0,0-1-1 15,-3 1-1-15,-1 0 1 0,3 3 0 0,-4-3 1 16,5 2 0-16,-3-2-1 0,0 1-1 0,1 1 5 15,0-1-2-15,0 2 0 0,0-3 1 0,-1-1-1 16,2 1 0-16,0 3 0 0,0-3 1 0,0-1-6 16,1 0 2-16,-2-1 0 0,2 0-4 0,0 1 1 0,-1 0-1 0,1-1 2 15,0 0-3-15,0 0 1 0,0 1-1 0,0 0 0 16,0-1 2-16,0 0 0 0,0 0-2 0,1-1 2 16,-1 1-2-16,0-1 3 0,0 1 0 0,0 0 0 15,0 0-2-15,0 0 2 0,0 0 1 0,-2-1-1 16,2 1-1-16,0 1 1 0,0-1 1 0,-1 0 0 15,1 2 0-15,0-2 0 0,1 3-2 0,-1 0-1 16,0-2 3-16,0-1 0 0,0 1-4 0,0-1 0 16,0 0 1-16,0 1-1 0,0-1 0 0,0 1 0 0,0-1-1 15,0 0 0-15,0 0 1 0,0 0 1 0,0 0-1 16,0-1 0-16,0 0-2 0,1 1 2 0,0 0 3 16,-1-1-3-16,0 1 0 0,2 0 0 0,-1 0 2 15,0-2-2-15,0 2 1 0,0-2 1 0,-1-2-3 0,1 4 1 16,1-2 0-16,-2 1 0 0,1 0-1 0,0 2 2 15,-1-1 0-15,2 0-1 0,-2 0 0 0,0 1 0 16,0 0 0-16,0-1 0 0,0 1 1 0,0-1-1 16,1 0 0-16,-1 3 1 0,1-1 1 0,-1-2-2 15,0 1 1-15,-2 0-1 0,2 1 1 0,0 0 0 16,-2-1 0-16,1-1-2 0,0 1 1 0,-1 1 0 16,2-1-1-16,-2 0 2 0,2 1-1 0,-1-1 2 0,1 1-2 15,0-1 2-15,-1 2-1 0,0-3 1 0,1 1-1 16,0 0-1-16,-2-1 2 0,2 0-2 0,0 0 0 15,0 0 0-15,0-2 0 0,0 2 0 0,0-2 0 16,0 2 2-16,2-1-2 0,-1-1 2 0,-1 0-1 16,0 0 1-16,0 1 0 0,0 0-1 0,1-3 0 15,-1 2-1-15,0-1-1 0,0 1 0 0,0 1 1 16,1 1-1-16,-1 0-1 0,0-2 1 0,2 1 1 16,-2-1 0-16,2 2 1 0,-2 0 0 0,0-2-1 0,0 1-1 15,0 0 0-15,0 1-16 0,1 0-10 0,2 1-13 16,-3 0-15-16,1 0-17 0,1 0-24 0,-1 1-94 15,2-2 129-15,-1 1-76 0,-1-1-36 0</inkml:trace>
  <inkml:trace contextRef="#ctx0" brushRef="#br2" timeOffset="102672.47">15325 16894 80 0,'-2'-2'100'0,"2"1"-7"0,1 1-37 0,-1-2 30 15,0-1-12-15,0 2 6 0,0 0-7 0,-1-1-7 16,1 1-11-16,1-1 7 0,-4 0-2 0,3 1-5 16,3 1 1-16,-2-3-2 0,2 2-3 0,-3 1 0 0,1-2-4 15,0 2-8-15,-1 0-4 0,0 0-2 0,-1-2-2 16,0 2-9-16,1 0 0 0,1 1-3 0,1 0 1 16,-2 0-3-16,2 0 1 0,-3 1 1 0,1 1-1 15,-1-3 4-15,-1 0 0 0,-1 0 1 0,2 2 0 16,-1-2-3-16,2 0-1 0,-2 0 4 0,0 0-1 15,0 4-2-15,1-2 0 0,1 2-2 0,-3-4 6 16,0 3-2-16,1 0 2 0,0-1-6 0,2 2 2 16,-1-3-3-16,-2 1-2 0,2 2-2 0,-2 0-7 15,0-1 0-15,1 1-3 0,0 0 0 0,-2-1-1 16,1 1-2-16,-1 0 1 0,2-3 0 0,-1 2 1 16,3-1-1-16,0 0 1 0,-3 2-2 0,3-3 0 15,0 1 1-15,-2 0 0 0,2-1-1 0,0 1 0 16,-2-1 0-16,2 1 0 0,2-1 3 0,-4-1-3 15,4 2-1-15,-1-1 1 0,1 0 0 0,-1 0 0 16,-1-1 0-16,3 0 0 0,0 1-1 0,-3 1 1 16,2-2 0-16,-2 0-1 0,2 0 0 0,-2 2 1 0,0-2 0 15,2 0-1-15,-2 0 1 0,1-3 0 0,2 3 0 16,2-1-1-16,-4 1 1 0,4-1 0 0,-3 0 0 16,-2-1-1-16,4 1 1 0,-1 0 0 0,-1 0-1 15,2-2 1-15,-1 2-1 0,1 0 0 0,3 0 1 16,-1 0-1-16,-3 0 1 0,2-1 0 0,-2 2 0 15,-2-2 1-15,3 0-1 0,-2 1 0 0,3 0 0 0,-1-1 0 16,0 1 0-16,-1 0 0 0,-1 0 0 0,4 0 0 16,-5-2 1-16,1 3-1 0,-1 0 2 0,0 0-2 0,3 2 1 15,-1-2-1-15,1 0 0 0,-1 1 0 0,0 0 1 16,3 1-1-16,-3-1 0 0,1 1 1 0,-3-1 1 16,2 3-1-16,-2-1 0 0,1 1-1 0,0 0 0 15,0-1 2-15,1 1-2 0,-1 1 0 0,-1-2 2 16,3 0-2-16,-2-1 1 0,1 4 3 0,-1-4-1 15,0 1 0-15,-1 1 0 0,-1 1 0 0,1-2-1 16,0 1 3-16,0-2-1 0,-1 2-1 0,1 0-1 16,-1-1 2-16,0-1 0 0,0 2 1 0,0 1 0 15,0-2 0-15,0 0 0 0,0-1 0 0,0 2 2 16,-1-1-1-16,1 0-1 0,-1 0 3 0,0-1 1 16,1 0-1-16,-1-1 1 0,0 1 1 0,1 1 0 15,-2 0 0-15,1-2-2 0,-2 1 0 0,2 0-5 16,0 0 2-16,-1 2 0 0,1-1-4 0,-2-2 1 15,1 2 0-15,0 1 1 0,1-2-1 0,-1-1 2 16,2 2-4-16,-2-1 2 0,-1 1-1 0,3 0 0 0,-4-1 0 16,1 0-1-16,2 0 1 0,-3-2 0 15,0 3 0-15,1-3 0 0,3 3 0 0,-3-2 1 0,-1 0-1 16,3 0 2-16,0 1-2 0,1 2-1 0,-2-3 1 16,-2-1-1-16,0 1 0 0,2 0 1 0,-3-1 0 15,3 1 0-15,-3-1-1 0,2 1 1 0,-1 0 0 16,-1-1-1-16,3 0 1 0,0 0-2 0,1 0 2 15,0 2-1-15,-4-2 0 0,3-3 1 0,1 2 0 16,-1 1 0-16,0 0 2 0,-2-1 0 0,2-1-3 16,-3-2 1-16,2 3 0 0,2 1 0 0,-3 0-1 0,2 0 0 15,0-2 1-15,-2 2-2 0,4 0 1 0,-1 0 0 0,-3-1 1 16,2-1 0-16,-1 2 1 0,1-1-2 0,0 1 0 16,-2-1 0-16,1 1 0 0,-4 0 1 0,7 0 0 15,0 0-2-15,-3 0 0 0,0 0 0 0,-1 0 1 16,4 0 0-16,0 0-1 0,0 0-2 0,0 0-1 15,-4 1-2-15,1-1-7 0,1 3-6 0,0-3-8 16,0 0-24-16,0 0-11 0,-2 0-11 0,3 0-16 16,1 2-47-16,1-1-28 0,-4-1-36 0,5 3 122 15,-2-2-100-15,0 1-40 0</inkml:trace>
  <inkml:trace contextRef="#ctx0" brushRef="#br2" timeOffset="103270.35">15273 16903 454 0,'-3'-4'245'0,"3"4"-118"16,0-2-68-16,-2 2 30 0,1-3-17 15,1 2 1-15,0-1-11 0,1 1-5 0,-2 1-1 0,4-4 1 16,-3 0-4-16,1 1-3 0,0 3-4 0,0-5-2 15,1 3-9-15,3 0-2 0,0 0-4 0,-4 0-3 16,2 0-8-16,1-1 0 0,1 0 0 0,0 2-1 16,-5-2-1-16,5 3-2 0,-1-3 1 0,-3 2 3 15,4 0-4-15,-4 1-2 0,1 2-2 0,2 0-3 16,-3-2 0-16,1 0 1 0,1 0-1 0,2 1-2 16,-4-1 2-16,2 0 2 0,3-3 0 0,-3 3 2 15,1 0 1-15,1-1 1 0,-5 0-1 0,4 0 0 16,-1 1-1-16,-1-1-1 0,2 0-1 0,-3-1 0 15,2 1-3-15,1 0 0 0,2 0 1 0,-5-1-2 16,1 0 0-16,-1 1 0 0,1 0-1 0,1 1 0 16,-2 0 1-16,2 0-2 0,1 0 0 0,-1 0-1 15,0 0 0-15,1 0-1 0,0 0 1 0,-2 0-2 16,0 0 1-16,-2 0-1 0,1 0 0 0,0 0 0 16,0 0 0-16,-1 0 1 0,0-1 0 0,1 1 0 0,0-1 0 15,1 1 1-15,-1 0 0 0,0 0-2 0,0 0 0 16,2 1-2-16,-2 0-9 0,2 0-21 0,0 0-13 15,0 0-13-15,-1 0-19 0,0-1-61 0,1 0-47 16,-2 2-68-16,3-1 164 0,0 1-134 0,0-1-61 16</inkml:trace>
  <inkml:trace contextRef="#ctx0" brushRef="#br2" timeOffset="104768.32">15603 16870 443 0,'0'-2'257'0,"-1"2"-110"16,-1-2-80-16,-2 2 32 0,1 0-15 0,3-1-1 15,-3 1-14-15,0 1-20 0,2-1-7 0,-1 0-5 0,0 0 0 16,0 1-5-16,1 0 1 0,-1 0-9 0,-2 2-1 16,1-1-1-16,3 3 1 0,-3-3 1 0,-2 2 2 15,3 1 1-15,0-1-1 0,-1 2 2 0,-1-1 0 16,1-1-3-16,0 2-3 0,2 1-2 0,-2-3-4 15,-1 0-1-15,2 2-2 0,2-2-4 0,-3-1-3 16,2 2 1-16,-1-1-2 0,1 1 0 0,1-2-2 16,0 1-2-16,-1 0 0 0,1 0 2 0,1-1-3 15,0-1 1-15,1 2-1 0,2-2 0 0,-3 0-1 16,2-1 2-16,1 0-1 0,-2 1 0 0,1 0 0 16,0-2 0-16,1 2-1 0,-1 0 0 0,0 0 0 15,0 0 0-15,3-2 0 0,-3 1 0 0,2 3 1 16,0-4 0-16,2 0 0 0,-2 1 2 0,1-1-2 15,0 1 1-15,-1 0 0 0,-1-1 0 0,3 0 1 16,-4 0 0-16,3 2-2 0,-1-2 1 0,-2 0 2 16,3 0-1-16,-3-3 0 0,3 2 1 0,-2 0-3 0,-1-3-1 0,1-1 2 15,0 3-1-15,-2-3 0 0,3 2 2 0,0 1-2 16,-2-3 2-16,-1 2-1 0,0 0 1 16,-1 1 1-16,2-2-3 0,-2 2 2 0,-1-2 0 15,-1 1 0-15,-1 0-2 0,2 0 3 0,-1-1 0 0,2 0-3 16,-2 2 2-16,0-1-2 0,0-1 1 0,-1 1-1 15,1 0-1-15,-1-1-2 0,-3 2 1 0,-1-3 0 16,4 2-1-16,-2 1-3 0,0-1-1 0,0 0 0 0,-1 1 0 16,1 0-1-16,2 2 2 0,-2-3-1 0,0 0 1 15,0 1 3-15,1 0-1 0,-1 1 1 0,0-1-1 16,0-2 4-16,2 3-3 0,-2-1 2 0,0 0-2 16,1 1 1-16,1-1 1 0,-3 1 1 0,1-3 0 15,1 1-1-15,-1 0 0 0,-1 1 1 0,3-1 0 0,-5-1 0 16,5 1 1-16,-1 0-1 0,-1-1 0 0,-1 1 1 15,2 0 1-15,-1 1-2 0,-1-2 0 0,1 0 1 16,3 0-1-16,-4 2-2 0,2-1 2 0,2 1 0 16,-5-2-1-16,5 1 1 0,-1 1 0 0,-2 1-1 15,4-1 1-15,0-1 0 0,-2 1 0 0,0 0-2 16,0 0 0-16,1 1 1 0,1-2 1 0,-1 0-3 16,1 1 1-16,-1 0 2 0,1 0-3 0,0 1 4 0,0 1-2 15,0-3-1-15,0 3-1 0,0-1 1 0,0 0 0 16,1 1 0-16,0 0 1 0,0-1-1 0,0-1 0 15,0 1 1-15,1-1 1 0,0 1 0 0,-2-2 0 16,3 2 0-16,-1-2 0 0,0 1-2 0,1 0 2 16,-2-2-2-16,1 2 1 0,0-1-1 0,-1 0 1 15,1-2 0-15,2 3-2 0,-3-1 2 0,4 1 0 16,-1-1 1-16,0-1 0 0,0 3-1 0,1-1 0 16,-1 0 1-16,0 0 0 0,1 1 1 0,0 1-2 15,1-3 2-15,-1 3-1 0,1 0-1 0,-1 0 1 16,0 1 0-16,-1-1 0 0,1 0 0 0,-1 2 0 15,0 1-2-15,-2-2 2 0,0 1 3 0,1-2-5 0,0 2 1 16,0 0 1-16,-2-2-2 0,2 0 2 0,-2 1 0 0,1 0 0 16,-2 0-1-16,2 1 3 0,-2 0-2 0,0-1 0 15,0 1 0-15,0 0 1 0,0 2-1 0,0-2 1 16,0 1 1-16,0-1-1 0,0 0 0 0,0 1-1 16,0-1 2-16,-2 0-1 0,2 0 1 0,0-1-1 15,0 1-1-15,0 1 1 0,0-1 0 0,-1 0 1 16,1 1-2-16,0-1 0 0,-1 0 0 0,0 1 0 15,-2-1 0-15,3 0 0 0,-1 0 0 0,-1 1 3 16,1-1-1-16,-2 0 1 0,2 1 0 0,-2-1 1 16,0 2 1-16,0-3 0 0,2 1 0 0,-1 0 0 15,-1-2 1-15,0 2-1 0,2 0-1 0,-2-1-1 16,0 1-1-16,2 0 0 0,-1 0 1 0,0 0-3 16,0 1 1-16,1-2-2 0,-1 1 1 0,0-1 0 15,1 1-1-15,0-1 1 0,0 1 0 0,1 0-1 16,0 0-3-16,-1 1-4 0,1-1-11 0,-1-1-25 15,1 0-16-15,0 0-24 0,0 1-27 0,0-2-36 0,0 0-53 16,3 0 125-16,-2 0-88 0,2 0-10 0</inkml:trace>
  <inkml:trace contextRef="#ctx0" brushRef="#br2" timeOffset="105686.29">15799 16715 217 0,'-3'-3'130'0,"3"1"-54"15,-4-2-35-15,4 3 20 0,1 0 2 0,-2 0-3 16,2 1 3-16,-1-3-5 0,0 0 0 0,-2 3 1 16,0-1-1-16,0 1-5 0,-5-2-4 0,5 2-10 15,-3 0-6-15,0 0-1 0,6 2-4 0,-2-2-3 16,-4 0-2-16,5 0 0 0,0 0 1 0,-3 0-1 16,5 1 1-16,-6-2 0 0,1 1 0 0,0 0-2 15,2 0-1-15,0-1-1 0,-3 1-1 0,1 0 0 16,-1 0-2-16,4 2-4 0,0-2 3 0,-5 1-1 15,1 1 0-15,1 1-4 0,3-2 0 0,0 0 0 16,-2-1-1-16,2 0 1 0,-5 1-4 0,5-1-2 16,0 0 0-16,1 2 0 0,-2-2 0 0,2 1-1 15,0 2-1-15,-2 0-1 0,2-2-1 0,1 1-1 16,-1-1 1-16,3 1-1 0,-3-2 2 0,-1 1-2 0,0-1-2 0,3 1 0 16,-2-1 0-16,2 0 2 0,0 0-1 0,-2 0-1 15,1 1 0-15,1-1 2 0,2 0 1 0,-3 0 0 16,1 0 0-16,3 2 0 0,-1-1 0 0,1-1-2 15,-3 1 1-15,6-1 0 0,-3 0 0 0,0 2 0 16,-1-2 0-16,-1 0-1 0,2 0 1 0,-6 0 1 16,3-1 0-16,-2 1-1 0,0-1 0 0,4 0 0 15,-2 0-2-15,-3 1 3 0,4-2-1 0,2 1-1 16,-3 1-5-16,0 0-2 0,0-1 0 0,-3 1-1 16,1 0 1-16,-1 0-4 0,0 0 2 0,0 0 1 15,0 0 3-15,0 1 3 0,2 3 1 0,0-3 2 16,-2 0 1-16,2 1 1 0,-2-2-2 0,0 0 0 0,0 2 2 15,0-2-1-15,-2-1-1 0,1 0-1 0,1 1-1 16,-1 1 2-16,-1 1-1 0,2 0 1 0,-1-2 0 16,1 4 0-16,-3-2 3 0,2 0-1 0,-1-1-1 15,1 0 0-15,-3 0 3 0,4 1-1 0,-4-2 1 16,3 0 1-16,0 2 1 0,-1-2 1 0,1 0 1 16,-1 1 0-16,2 0 1 0,0 1 2 0,0-1-1 15,0 0-1-15,-3-1-2 0,-2 1 0 0,3 0 1 16,0 2-1-16,-3-2-2 0,4 1-1 0,-4 0 1 15,5 1 0-15,0 0 1 0,0 1-1 0,-2-2 2 16,1 0 2-16,-4 3 1 0,3-3-1 0,-1 1 1 16,0-1-1-16,0 3 1 0,1-3-3 0,0 1 0 15,0-1-2-15,-3 0-1 0,2 0-2 0,-4 1-1 16,1-2 2-16,6 1-1 0,-3 1 0 0,-3 0-2 16,5-1 1-16,-6 1 0 0,4-1 0 0,0 2 1 15,-3-2-1-15,3 2-1 0,-1 0 0 0,-1-1 3 0,2 2-3 0,2-1 1 16,-1 0 0-16,2 0-1 0,0 0-1 0,-1 0 2 15,0-1-1-15,-1 0-2 0,1-2 2 0,0 2 0 16,-1-2-1-16,1 1 1 0,1-1-6 0,0-1-10 16,1 2-7-16,-1-2-32 0,3 2-18 0,-2-2-26 15,5 0-31-15,-6 0 80 0,2 0-66 0,6 0-15 16</inkml:trace>
  <inkml:trace contextRef="#ctx0" brushRef="#br2" timeOffset="106491.67">15825 16927 217 0,'-3'-1'171'0,"3"0"-36"0,-3-1-60 16,4 1 48-16,-1-1-8 0,-1-1-6 0,-1 2-6 16,2-2-22-16,-1-1-10 0,0 2-12 0,0 1-8 15,-1 0-21-15,2 1-7 0,0 0-5 0,0 0-4 16,-2 0-9-16,1 0-3 0,1 1 1 0,-4-1 1 16,4 1 3-16,-3 0 3 0,0 3 5 0,3-3-1 15,-2 1 2-15,1 1 3 0,-1-1 1 0,2 2 3 16,-1-1-1-16,1 0-2 0,0 1-2 0,-1-2-1 0,1 1-1 15,-3 0-2-15,3 1-2 0,-4-1-4 0,2 0-1 16,0-1-1-16,0 1-3 0,-1 0 0 0,3-1-1 16,0-1-1-16,0 1-1 0,2 1 0 0,0-1-1 15,1 0 0-15,-4-1 0 0,2 1 1 0,3 1-1 16,-4-1 1-16,2 0 0 0,-2-1 0 0,1-1 1 16,2 1-1-16,5 0 0 0,-5 0-1 0,1-1 1 15,1 0 1-15,-3 0-1 0,5 0 0 0,-3 0 0 0,1 0-1 16,-4-1 2-16,2 1 2 0,1-1-3 0,-2 0 1 0,2 1 1 15,-1-1 2-15,-1 1-3 0,-2-2 3 16,4 2-2-16,-2-2 3 0,-2 0 0 0,0 0-1 16,-1-1 0-16,1 1 0 0,-1-2 2 0,1 2-2 0,-3-2 0 15,1 2-3-15,0-3 1 0,0 2 1 0,2 0 0 16,0-2-2-16,-2 0 0 0,2 0 1 0,-2 1 0 16,-1 0 2-16,2-1-5 0,-1 0-5 0,-5-1-8 15,5 2-12-15,-2 1-38 0,2-1-28 0,-2 3-42 16,2-2-60-16,2 2 130 0,0 1-97 0,5 0-32 15</inkml:trace>
  <inkml:trace contextRef="#ctx0" brushRef="#br2" timeOffset="108065.77">12909 16841 71 0,'0'-3'55'0,"0"1"-2"15,0 1-14-15,0 0 20 0,0-1-2 0,0 2 0 0,1-1 14 16,-1 1 3-16,-1 0 0 0,0 0-12 0,0 0 5 16,1-1-4-16,0-1-8 0,-2 2-3 0,2 0-7 15,-2-1-2-15,2 1-1 0,-1-2-1 0,-2 2-7 16,3-1 1-16,-3 1-2 0,1-2 0 0,2 1-5 16,-3 0-3-16,-1 0-3 0,3 1-2 0,-3-1-3 15,2-2-2-15,-4 3 1 0,7 0-3 0,-2-1-1 16,-1 0-2-16,3 1-2 0,-3-1 1 0,0 1-2 15,2-1 0-15,0 1-2 0,0 0 0 0,0 0-2 16,-1 0-2-16,0 0 3 0,-2 0-4 0,5 1 0 16,-4 0 0-16,-1-1-1 0,1 0 1 0,0 1 0 15,2-1 0-15,-4 1 0 0,1 2 2 0,3-2 2 0,0 1-2 16,-2 0 4-16,-1 0-3 0,1 0 0 0,-1-1 1 16,2 2 1-16,1-1-1 0,-5-1-3 15,5 1 2-15,0 0 1 0,2 1 0 0,-1-1-1 16,-1 0-1-16,2 2 2 0,-1 1-4 0,4-1 4 0,-2 0-2 15,-2 0 0-15,3-1-2 0,0 0 0 0,-2-1 1 16,2 1-3-16,0-1 3 0,-2-2-1 0,3 1 0 16,-1 1-1-16,2-1 2 0,0 1-1 0,-4-2 0 15,5 1 2-15,-3 1-1 0,1-1 0 0,4-1-1 16,-2 1 0-16,-5-1 0 0,4 0 2 0,-2 1 0 16,1-1 0-16,-1 0-2 0,-2 0 4 0,2-1-3 15,0 1 3-15,-1-1-1 0,0 1 1 0,0-3-3 16,-1 2 0-16,3-2 4 0,-5 1-3 0,3 0 1 15,-3 0-2-15,1-2 2 0,1 1-1 0,-1 3 3 16,-1-3-1-16,0 1 0 0,-4 2-1 0,2-3 1 16,2 0 1-16,-4 2 0 0,3-2-2 0,0 0-2 0,-2 1 3 15,1-1-3-15,2 0 0 0,-2 1 1 0,-1 0-2 0,1 0 0 16,-1 1 1-16,0 0 0 0,2 1-3 0,-2-1 1 16,4 0 1-16,-2 0 0 0,0 1 1 0,1-1-1 15,0 0-1-15,1 1-1 0,-1 0 1 0,-1-2 0 16,1 2 0-16,2 2-4 0,0-2 3 0,-2 0-2 15,-2 1 2-15,1 0-2 0,4 0 0 0,-2 2-5 16,2-2-2-16,-2 1 3 0,-1-2-3 0,1 2-7 16,0-2-3-16,-1 2-3 0,1-1-5 0,-1 0 0 15,0 0-9-15,1-1-28 0,2 0-17 0,-1 2-19 0,1-2-23 16,0 0-33-16,0 2 98 0,1 1-75 0,0-2-11 16</inkml:trace>
  <inkml:trace contextRef="#ctx0" brushRef="#br2" timeOffset="108781.23">13098 16847 164 0,'-1'-1'112'0,"1"0"-39"0,0 1-41 0,-2-1 19 16,1 0-9-16,0 0-9 0,0 0-6 0,1 1-18 15,-1 0-3-15,1 0-2 0,-1 0-1 0,1 0-3 16,0 0 1-16,-2 0 1 0,2 0 0 0,0 1 4 15,0-1-1-15,-1 0 2 0,1 0 3 16,-1 0 0-16,0 0 4 0,1 0 5 0,0 0 7 0,-2 0 0 16,1 0 4-16,0 0 1 0,1 0-4 0,0 0 1 15,0 0-4-15,-1 0-5 0,0 0-9 0,1 0-2 16,0 0-3-16,0 0-1 0,0 0-1 0,0 0 1 16,0-1-4-16,-1 1 3 0,1 0 0 0,0 0-2 15,-2 0-1-15,2 1 0 0,-2-1 0 0,0 1 0 16,1 0 4-16,0 0 1 0,0 0 3 0,1 1 2 15,-1 0 2-15,0-1 3 0,-1 1 0 0,1 1 0 16,0-1-2-16,-2-1 1 0,1 1 0 0,0-1-1 16,1 2 1-16,-3 0 1 0,1 0 0 0,0 0 3 0,3 1-1 0,-3 1 1 15,1 0 1-15,-2-1-1 0,2 0 1 0,2 0 1 16,-2 0 2-16,-1 0-2 0,-1 2-2 0,2-3 0 16,0 3-3-16,-1-1 0 0,-2 2-2 0,4-1-1 15,-1 1-5-15,-1 0 0 0,2 0 3 0,-3 1-4 16,-1-1 2-16,5 1-1 0,-6 1 0 0,2-2-2 15,1 2 0-15,1 0 0 0,0 1-1 0,2-1-1 16,-1-1 1-16,-1 0-3 0,-1 1 2 0,1 0-2 16,1-2 1-16,-4 0-1 0,2 0 0 0,1-1-1 0,-4-1 1 15,6 1 1-15,-1-1-2 0,-2 2 1 16,-1-4-1-16,1 3 3 0,2-1-2 0,-2 0 1 16,3 0 0-16,0-1-1 0,0 1 1 0,0-1 1 15,0-1-3-15,0 1 2 0,-2 0-2 0,2-2 1 0,0 2 1 16,0-2-1-16,0 1 0 0,0-1-1 0,0 1 1 15,2 0-7-15,-2 1-12 0,2-3-12 0,-2 0-49 16,0 0-30-16,1 2-40 0,0-3 101 0,3 1-104 16,-1-1-43-16</inkml:trace>
  <inkml:trace contextRef="#ctx0" brushRef="#br2" timeOffset="109415.39">13018 17150 500 0,'-8'1'212'0,"1"2"-143"0,3-1-48 16,3 4 6-16,0-3 0 0,-2 1-10 0,3-2 2 0,-1 0 12 15,1 4 4-15,0-3 4 0,-2-2 0 0,2 2 4 16,-1 0-1-16,1 0-8 0,0 1-6 0,0 0-13 15,0-2-5-15,4 1-6 0,-4-2 1 0,1 0-3 16,2 3-1-16,-1-2-1 0,3 1 0 0,-3 3 0 0,1-3 0 16,1 1 0-16,0-1 0 0,0 2 0 0,-2-1 0 15,2 0 0-15,0-1 0 0,0-1 1 0,1 0 0 16,-2 3 0-16,1-4 1 0,3 1-1 0,-3-2 2 16,1 1 0-16,0-1-1 0,1 0-1 0,-1 0 2 15,1-1-1-15,-2-2 1 0,0 0 1 0,1 0-2 16,-1 1 1-16,1-2 0 0,-2 1-1 0,1-2-2 15,1 3 2-15,-1-3-1 0,1 1-1 0,0 1 2 16,0-2 0-16,1 2 0 0,-3-3 1 0,1 2 0 16,-1-1 0-16,-1-4 0 0,0 4 0 0,-1-1-2 15,1-1 1-15,-2 4-2 0,0-1 3 0,0-1-1 16,0 4 2-16,0-1-1 0,0 1 0 0,-1 0 2 16,0-1-1-16,-3 1 3 0,1-5-1 0,1 5-1 0,-1-2-2 15,0 4-1-15,-1-2 4 0,0-3-3 0,1 4 0 16,1-3-2-16,-2 3 3 0,0 0-1 0,0 0 0 15,0-2 2-15,1-1-3 0,0 0 2 16,-2 1 2-16,1 2 0 0,1-2 0 0,-2 0 4 16,2-1 0-16,0 2-5 0,1 1 3 0,-3 0 0 0,3 1-4 15,0-1 2-15,0 0-5 0,-1 1-1 0,1-1 0 16,-2 3 0-16,3-2 0 0,-1 0-1 0,0 2 1 16,0-3-2-16,0 3 1 0,1-2 1 0,-1-1 0 15,0 2 2-15,0-1-2 0,0 0 0 0,1 2-1 16,-1 0 1-16,0-1 2 0,1 0-2 0,-1-1 0 15,2 2 0-15,-2 0 0 0,1-1 0 0,0-1 1 0,0 0-7 16,1 1-16-16,0 0-13 0,0-2-21 0,-1 0-36 0,1 0 67 16,1 3-50-16,0-2-22 0</inkml:trace>
  <inkml:trace contextRef="#ctx0" brushRef="#br0" timeOffset="115546.89">3185 17382 75 0,'-2'2'76'0,"1"-2"-18"0,0 1-34 0,0 0 17 16,-1 0-18-16,1 1-37 0,0-1 20 0,1 0-27 16,0 1-17-16</inkml:trace>
  <inkml:trace contextRef="#ctx0" brushRef="#br0" timeOffset="120372.22">13778 16837 57 0,'0'0'41'0,"2"-2"-10"0,-2 2-12 16,2 0 20-16,-1-1 2 0,0 0 3 0,-1 1 5 16,2 0 11-16,-2-1-3 0,-1 0 1 0,1 0-2 15,0 1-9-15,-1-2-5 0,2 2-6 0,-1 0-7 16,0-1-15-16,-2 1-4 0,3 0 3 0,-1 0-5 15,-1 0-1-15,1 0 1 0,1 0 3 0,-1 0 6 16,1 0 0-16,1 0 3 0,-2 0-1 0,4 1 2 0,-2-1 4 16,-2 2-2-16,0 0 2 0,0-1-7 0,0 1 6 15,2 1-2-15,-3 0-2 0,1-1 1 0,0 2-1 16,1-1-3-16,0 0-1 0,-1 1 2 0,0 0-4 16,0 0-1-16,5 0-1 0,-5 0 0 0,-3 1-4 15,3 0 0-15,0 1-1 0,-1-1-2 0,1 1-1 16,-3 0 0-16,2 2-1 0,1-2 0 0,0 1-2 15,0 1 2-15,0-1 2 0,0 2 0 0,2 0 3 16,-1-1 0-16,-1-2 0 0,0 3 1 0,1-3 3 0,0 2-4 0,0 1 0 16,-1-3 1-16,0 1-4 0,2 1 1 0,-2-2 0 15,2 1-3-15,-2-3 0 0,0 3 0 0,2-3 0 16,1 3-2-16,-2-5 1 0,3 2 0 0,-1 1 0 16,0 0 1-16,-1-2 1 0,3 1 1 0,-3 0-1 15,0-3-1-15,0 2 1 0,1 0 0 0,-2-2 0 16,-1 0 1-16,1-1-2 0,-1-1 1 0,0-1 2 15,-1 2 1-15,2-3 0 0,0 1-1 0,-4-3-1 16,1 0 0-16,2 2-1 0,-2-2 1 0,0 0-2 16,1-1 0-16,-3-2-2 0,4 4 2 0,0-2-1 15,-3 1 1-15,1-1 1 0,-3-3-4 0,3 2 2 16,-1 0-1-16,-3 1 1 0,2-2 0 0,0 1-2 0,2-3 1 16,-2 4 1-16,0-2-1 0,-1 2 2 0,3 0-3 0,-2-1 1 15,2 0-1-15,-4-3 2 0,3 6-2 0,-1-4-1 16,1 0 2-16,1 1-2 0,-2-2 1 0,2 3 0 15,1 0 0-15,1 3-1 0,-2-6-2 0,2 3 4 16,-2 1-1-16,-1-1 0 0,3 2 0 0,-1-1 0 16,1 0 0-16,-1 0 0 0,0-1 0 0,1 2-2 15,0 0 0-15,0 1-1 0,0-1 1 0,-1 1 0 16,1-1-1-16,2 1 1 0,0 0 0 0,2 3 0 16,-1-3 1-16,1 1-2 0,-1 0 2 0,0 1 1 15,-3 0-1-15,5 1 1 0,-3-1 0 0,0 0 0 16,0 0-1-16,0-1 1 0,0 2-1 0,2-2-1 0,2 2 0 15,1 0-2-15,-1-1 3 0,0 1-2 0,1 0 1 16,1 0 1-16,-2 0 0 0,3 0 1 0,-2 0 0 16,2 0 1-16,-5 0-1 0,6 0 1 0,-3 0 1 15,0 0-2-15,-3 1 4 0,1-1-3 0,-2 0 2 16,4 3-1-16,-2-2 2 0,-3 0-3 0,4 0 2 16,-3 0 2-16,1 1-2 0,3 0 0 0,-5 1 1 15,4-1 1-15,-3 1-3 0,-2 0 4 0,3 1-3 16,0 0-2-16,-1-2 1 0,-2 2 0 0,0 0 0 15,-1-2-2-15,1 2 3 0,1-1-1 0,0 1-1 16,-1-2 3-16,0 3-2 0,-1-2 0 0,0 0 1 16,0 0-1-16,3 1 1 0,-3-1 0 0,-1 1 0 15,1 1 1-15,0-1 0 0,-2 2-1 0,2-4-1 16,-1 3 1-16,0 0-1 0,-2-1 0 0,3-1 1 0,-2 2-3 16,0-2 0-16,1 1 1 0,-2 0-1 0,0-1 1 15,2 0 0-15,0-1 0 0,-2 3 0 0,1-2 1 16,-3-1 0-16,2 0 0 0,2 2 1 0,-3-2-1 15,-2 1 0-15,1-1 1 0,1 1-1 0,0-1-1 0,3 0 0 16,-3-1 0-16,0 0 1 0,2 1-2 0,-1-1 0 16,1 1 1-16,-1 0-1 0,-2-1 0 0,2 0-1 15,-3 1 1-15,6 1 0 0,-1 0 0 0,-3-1-1 16,3 0 0-16,-5-2 0 0,5 3 1 0,1-1 0 16,-3 1 0-16,1-1 0 0,-2-2 0 0,4 1 3 15,0 0-2-15,0-1-1 0,-1 1 3 0,0-1-1 16,-2-1-1-16,3 0 0 0,0 1-1 0,-3-1-2 15,3 1 1-15,0-2 0 0,0 1 0 0,1-1 1 0,1 1-4 16,-2 0 2-16,0-1 1 0,2 0 1 0,0 2 0 16,-1 0-1-16,0-1 0 0,0 0 1 15,1 1 1-15,2-2-1 0,-4 2 1 0,1-2-2 0,2 1 1 16,2 0 0-16,-2 0 0 0,0 0-3 16,-1 0 2-16,0 0-1 0,2 1 1 0,0-1 0 0,0 1 0 15,-4 0 1-15,2 0-1 0,3 0 0 0,-1 2 1 16,0-1 1-16,-3 1-2 0,0 0 1 0,1 1 0 15,1-2-1-15,-1 1 1 0,-2 0 0 0,0 0 0 16,3 0-1-16,-3 0 1 0,1-1-2 0,0 1 2 16,2 1 0-16,-1-1-1 0,2 1 1 0,-2 0 0 0,-2-1-1 15,2 2 1-15,3 1 1 0,-2-2-2 0,-2 0 1 16,1 0 0-16,-1 0 0 0,2 2 0 16,-3-3 1-16,1 2 4 0,-1-1-1 0,0-1 2 0,0 3-1 15,1-3 4-15,1-1-3 0,-2 2 3 0,0 0-3 16,2-1-1-16,-1 1-1 0,1-1 1 0,1-1-1 15,-3 2 0-15,0-3-1 0,1 0 0 0,0 0 4 16,1 0-3-16,-1 0 0 0,1 1 0 0,0 1-1 16,2-2-3-16,-2 1 1 0,2 2 2 0,-2-2-3 15,2-1-1-15,-1 2 1 0,-1-1 0 0,2 2 0 0,-2-2 0 16,-1 0 1-16,2-1-1 0,-3 1 2 0,2 1-1 16,0-1 2-16,0 0-2 0,-1-1 1 0,0 2 1 15,-1-1 0-15,2 2-2 0,-2-3 1 0,0 2 2 16,0-2-4-16,0 1 3 0,0-1-1 0,0 0-1 15,0 1-1-15,0-1 1 0,0 2-1 0,0-2-1 16,1 2 1-16,-1 1 0 0,2-3 0 0,-2 1 0 16,0-1 1-16,0 1 1 0,0 0 0 0,-1-1 0 0,1 0-2 15,0 0 1-15,-1 2-1 0,1-1 0 0,0 1 0 16,0-1 0-16,0 1 0 0,-1 0-2 0,1 1 3 16,0-2 0-16,0 2-3 0,0-1-13 0,0 1-4 15,0 1-10-15,1-1-7 0,0 1-41 0,0-2-30 16,-1-1-41-16,1 1-55 0,3 3 139 0,-2-4-99 0,1 3-31 15</inkml:trace>
  <inkml:trace contextRef="#ctx0" brushRef="#br0" timeOffset="121291.26">14179 16873 219 0,'-1'-2'151'0,"1"1"-46"0,0 1-50 0,-1 0 38 16,1 0-2-16,0 0-8 0,0-2-6 0,0 1-8 16,0 0-3-16,0-3-4 0,0 3-1 0,0-1-12 15,0-1-8-15,0 3-1 0,0-2-5 0,0 1-6 16,0 1-1-16,0-2-3 0,0 1-3 0,1 0-3 15,-1 1 3-15,1 0-1 0,-1 0-1 0,2 0-2 16,-1 0 0-16,-1 0-2 0,1 0 0 0,0 0-1 16,-1 0-3-16,0 0-1 0,2 0 1 0,-1 0-3 15,0 0-1-15,1 1-3 0,-1-1 2 0,2 0-3 16,0 0 1-16,-3 0 0 0,1 0-1 0,1 0 1 16,0 0-2-16,1 0 0 0,-1 0 0 0,-2 0 0 15,6 0-1-15,-2 1-2 0,1-1 2 0,-2 0-2 16,2 0 1-16,0 0 2 0,0 0-4 0,-2 0 1 0,0 2 0 0,2-4 1 15,-3 4 0-15,2-2-1 0,-2 0 1 0,1 0-1 16,1 0 2-16,-1 0-3 0,-1-2 1 0,2 2 2 16,0 0-2-16,0 0 1 0,0 0-1 15,-1 0 0-15,4 2 1 0,-2-2 0 0,1 1-1 0,-3-1 0 16,-1 0 1-16,5 0-1 0,-3 0 0 0,1 1 0 16,-5-1 0-16,5 0 0 0,0 0 0 0,-1 0 0 15,0 0 0-15,-4 0 1 0,0 0 0 0,1-2-1 16,1 2-4-16,-3-2-12 0,1 1-7 0,0 1-6 15,6-1-8-15,-4 0-21 0,0 1-9 0,-1 0-9 16,0 0-9-16,4 0-2 0,-4 0-13 0,2 0-42 16,-3 0-17-16,1 0 106 0,2 0-67 0,-2 2-23 0</inkml:trace>
  <inkml:trace contextRef="#ctx0" brushRef="#br0" timeOffset="121771.65">14191 17023 584 0,'0'-2'291'0,"0"0"-180"15,-1 0-77-15,0-3 11 0,1 5-10 0,0-2-13 0,1 1-3 16,2-1-10-16,-2 1-5 0,0-1 3 0,2 3 1 16,-2-3 6-16,1 2 5 0,2-2 4 0,-2 4 4 15,-2-2-1-15,4 0 5 0,-2 0-4 0,1-2-3 16,1 1-8-16,-1-1-2 0,1 1-5 0,1-1-3 0,0 1-1 16,2-1-3-16,-2 2-1 0,3-3 2 0,-1 3 0 15,-1 0-3-15,3-2 3 0,-3 2-3 0,1-1 0 16,2-1-1-16,-4 1-8 0,2 0-6 0,-2-3-24 15,1 3-13-15,2 1-16 0,-4 0-24 0,-1-1-29 16,3 1-36-16,-2 0 98 0,3 1-71 0,-3 0-4 16</inkml:trace>
  <inkml:trace contextRef="#ctx0" brushRef="#br0" timeOffset="122717.32">13402 16955 234 0,'-3'0'129'16,"-1"-3"-69"-16,3 1-35 0,0 2 19 0,1-2-6 16,0 1-3-16,0 1 1 0,0 0-3 0,0 0 3 15,-2 0 8-15,1 0 0 0,1-1-2 0,2 1 0 16,-1 0-9-16,1 0-4 0,-2 0-3 0,0 0-2 15,6 0-6-15,-5 1 0 0,5-1-1 0,-6 0 2 16,0 1 0-16,3 0 4 0,-3-1 2 0,3 1 2 16,-3-1-2-16,0 1-3 0,0 0 4 0,2-1-4 15,-1 0-2-15,4 1-5 0,-3-1-4 0,0-1-1 16,4 1 0-16,-2 0-1 0,3-1-3 0,-3 0-1 0,-2 1-1 16,5 0 1-16,-1 0 0 0,2-1-2 0,-5 1 0 15,2-2-1-15,-1 2 1 0,1-1-2 0,1-2-1 16,-3 2 1-16,0 0-1 0,1-1 1 0,0 2 0 15,-1-1 0-15,1-1-1 0,-3 2 2 0,4-2 0 16,-1 2 0-16,0 0 0 0,-2 0 0 0,0-2-1 16,-1 2-1-16,2 0 0 0,-1 0 1 0,-2 0-1 15,0 2 0-15,3-2-1 0,-2 0-14 0,1 0-6 16,-1 0-12-16,2 1-7 0,0-1-44 0,-2 0-22 16,1 0-32-16,-1 2 86 0,2-1-78 0,-1 0-32 15</inkml:trace>
  <inkml:trace contextRef="#ctx0" brushRef="#br0" timeOffset="123136.67">13294 17180 298 0,'0'-1'184'0,"-1"1"-87"0,-3 0-66 15,2-1 55-15,-1 1-70 0,3 2 0 0,0 0 2 16,2-1 5-16,1-1 5 0,1 1 4 0,0-1 16 16,0 2 6-16,2-2 1 0,-3-1 3 0,0 0 2 15,2-2-4-15,2 2-7 0,-2-1-3 0,2-2-15 0,1 2-7 16,-5 1-5-16,4 0-7 0,2 0-7 0,-4 0-1 16,1-1 1-16,0 1-5 0,-1 0 1 15,2-2 1-15,-1 1-2 0,-1-1 3 0,2 1-3 0,-2 1-5 16,3 1-13-16,-4-2-9 0,2 1-41 0,1 1-25 15,1 1-31-15,0 2-47 0,-5-2 109 0,1 0-88 0,4 0-53 16</inkml:trace>
  <inkml:trace contextRef="#ctx0" brushRef="#br0" timeOffset="126134.14">12064 17342 54 0,'0'-1'58'0,"0"-1"-4"15,0 1-22-15,1-2 16 0,-1 0-2 0,0 1-14 16,0-1-5-16,1 2-5 0,0 1-6 0,0 0-6 15,-1-2-5-15,0 1-2 0,3 0-1 0,-2 1-2 16,-1-1 0-16,1 1 0 0,-1-1 1 0,0 0-1 16,2 0 0-16,0 1 2 0,-1 0 0 0,-1 0 2 15,1 0 1-15,0 0 0 0,-1 0 0 0,2 0 2 16,-1 0 0-16,-1-1 2 0,0 1-2 0,0 0 2 16,0 0-1-16,0 0 1 0,0 1 1 0,0 0 1 15,0-1 0-15,0 1 0 0,0 1 1 0,0 0-2 16,0 0-1-16,3-2-2 0,-3 0-2 0,0 1-3 15,0 0 3-15,1-1-1 0,0 0-2 0,0 0 2 0,-1 0 3 16,1 0 5-16,0 0 1 0,2 0 5 0,-1 0-1 16,-2 0-1-16,0 0 1 0,3 1 1 0,-2-1-1 15,-1 0-5-15,1 0 2 0,0 1-5 0,0-1-1 16,3 0-1-16,-2 0 1 0,0 0-4 0,0 0-2 16,3 0 2-16,-4 0-4 0,3 0 1 0,-2 1-1 0,1-1 2 15,1 0-2-15,-2 0 3 0,-1 0-1 0,1 0 1 16,2 0 2-16,-3-1 1 0,3 0 0 0,-2 0 2 15,2 1 2-15,-1-2 1 0,0 0 2 0,1 1 0 16,-1 0-2-16,1 1 4 0,-2 0 0 0,2-1-2 16,-1-1-1-16,0 1-1 0,-1 0-1 0,2 1 1 0,-3-1-1 15,3 1-3-15,-1-1-1 0,1 0-2 0,0-1 1 16,-2 1-1-16,3-1-2 0,-2 0-1 0,0 1-1 16,1 0 0-16,0-1 2 0,-3 0-2 0,2 0 0 15,-1 2 0-15,2 0 0 0,-2 0 2 0,1 0-2 16,-1-1 1-16,1 1-2 0,-1 0 2 0,1-1 0 15,-1 1 0-15,2-2 0 0,0 2-1 0,-2 0 0 16,0 0 0-16,3 0 1 0,-4 0 0 0,2 1-1 0,1 1 0 16,-1-2 0-16,0 1 1 0,-1 0 1 0,3 0-3 15,-2 1 3-15,-1-1-4 0,3 0 2 0,-2-1 0 16,1 0 0-16,-3 0 0 0,2 0-2 0,0 0 3 16,-1 0-1-16,0 0 3 0,2 0-3 0,-1 0 0 15,2 1 0-15,0 1 1 16,-1-2-1-16,-1 2-1 0,0-1 1 0,0 0-1 0,-1 1 1 0,0-2 0 15,-2 1 0-15,0 0 0 0,1 0 0 0,1 0 3 0,-1 0-3 16,3 0 0-16,-3-1 3 0,0 1-2 0,1 0-1 16,0-1 0-16,0 0 0 0,2 0 0 0,-1-1-1 15,-1 0 2-15,1 1-3 0,2-1 3 0,0 1-1 16,5 0 2-16,-7 0-1 0,2-1-1 0,-1 1 2 16,-4 0-2-16,2 0 0 0,1 0-1 0,-5 0 1 15,4 0-3-15,1 0 3 0,-1 0 0 0,5 0 0 16,-3-1 0-16,-2 1 0 0,5 0 0 0,-6 0 0 15,2 1 0-15,-3-1-1 0,0 1 0 0,1-1 1 0,0 1-1 16,1 0 0-16,1-1 1 0,-2 0 1 0,-2 1 0 16,4-1 0-16,-3 0-1 0,0 0 0 0,1 0 1 15,-1-1 2-15,0 1-3 0,0 0 0 0,1 0 0 16,0 0 0-16,-1 0 0 0,1-1 1 0,0 1-2 0,1 0 0 16,1-1 1-16,-1 0 0 0,0 1 0 0,1 1 1 15,-1-1-1-15,-1 0-1 0,0 0 2 0,2 0 0 16,-3 1-2-16,0-1 1 0,2 0 1 0,-2-1-2 15,5 1 1-15,-3 0 0 0,-2 0-1 0,2 0 0 16,-1 0 1-16,-1 0-1 0,1 1 1 0,-1 0 0 16,-1-1 0-16,1 0-1 0,6 1 1 0,-6 0-1 15,4 2 1-15,-3-3-2 0,1 0-5 0,1 0-4 16,1 1-4-16,-4 0-2 0,3 1-1 0,-1-2-2 16,2 2-1-16,-3-2 1 0,0 0 3 0,2 0 4 15,0 1-1-15,-3 0-6 0,0-1-6 0,0 0-20 16,0 0-8-16,4 1-12 0,-3 0-8 0,-1 1-23 15,1-2 56-15,3 0-40 0,-2 1-3 0</inkml:trace>
  <inkml:trace contextRef="#ctx0" brushRef="#br0" timeOffset="127378.5">12132 17470 122 0,'0'1'83'0,"0"-1"-24"0,0 1-23 16,-2-1 19-16,2 1-5 0,0-1-12 0,0 0 2 15,0 0-3-15,0 0-3 0,0 0-2 0,0-1-4 16,2 1-3-16,-2 0 0 0,0 0-2 0,1 1-4 15,0-1 0-15,0 1 1 0,-1 2 0 0,1-2 0 16,0 0-1-16,-1 1 2 0,2-2-1 0,-2 2 0 16,1-1 0-16,-1 0-3 0,1-1-2 0,0 0 3 15,-1 1 2-15,0-1 2 0,2 0 1 0,0 0 5 0,-1 0 2 16,1 0 2-16,-2-1 2 0,3 1-4 0,0 0 0 16,-3 0-7-16,1-1 1 0,1 0-10 0,-2 1-2 15,5 0-5-15,-3 0 0 0,1-1-5 16,0 1-1-16,0-1 1 0,1 0-1 0,-1 0 1 15,-1 0-1-15,2-1 0 0,-1 0 0 0,0 1-1 0,1 0 1 16,0 1 1-16,-1 0-1 0,0-1 2 0,1 1 0 16,-4 0-1-16,4 0 0 0,-2 0 0 0,1-1 1 15,1 1 1-15,-2 0-4 0,-1 1 2 0,0-1-2 0,3 0 2 16,-2 0 1-16,0 0-2 0,-1 0 1 0,1 0-1 0,-1 0 1 16,2 0-1-16,0 1 1 0,-3-1-2 15,3 1 0-15,-1-1 3 0,0 0-2 0,1-1 0 0,0 0-1 16,-1 1 1-16,0-1 2 0,2-1-2 0,-2 1 1 15,2 0-3-15,1 1 1 0,-1 0 0 0,0-1 1 16,0 0-1-16,-2-1 0 0,3 0-1 0,-3 1 2 16,4 0 3-16,-2 0-3 0,0 0-1 0,-3-1 0 15,3 1 2-15,-2 1-2 0,3 0 1 0,-1 0-1 16,-2-2 0-16,4 2 0 0,-2 0 2 0,-1 3-2 16,2-3 3-16,-3 1-3 0,2-1 1 0,-2 1-2 15,0 0 2-15,-2 0-1 0,1 0 0 0,0-1 2 16,2 1-4-16,-2 0 3 0,0 0 0 0,0-1 2 0,4 2-3 15,-3-2 0-15,1 1 1 0,-2-1-1 0,0 0 3 16,0 0-3-16,3 0 1 0,-2 1 1 0,-1-1-2 16,1 0 4-16,0 1-3 0,0-1 1 0,1 0-2 15,-3-1 1-15,-2 0-1 0,2 0-1 0,1-1 0 16,0 2 1-16,2-1 0 0,-1 0 0 0,-2 1 1 16,2-1-1-16,0 0 2 0,0 1 0 0,-2-1-1 15,-1 1-1-15,1 0-3 0,-1 0 0 0,3-1-24 16,0 1-11-16,1 0-16 0,-3 0-24 0,4-1-27 0,-2 1-42 0,-1 0 93 15,5 1-72-15,-6-1-6 0</inkml:trace>
  <inkml:trace contextRef="#ctx0" brushRef="#br0" timeOffset="129555.04">14880 17300 82 0,'2'0'51'0,"-2"0"-12"0,3-2-12 16,-2 1 13-16,0 0-11 0,1 0 9 0,0 0 3 16,0 1-4-16,-2-2-3 0,4 1-3 0,-3-1-2 15,0 0-4-15,-1 0 0 0,2 2-6 0,-1-2-2 16,2 1-3-16,0 0-1 0,-2 0-2 0,2 1-4 15,-2 0 0-15,0 0 0 0,1 0-4 0,-1-2 1 16,-1 1 0-16,1 1 3 0,-1 0 3 0,0-1 3 16,0 0 4-16,3 1 3 0,-4 0 4 0,1 0-1 0,0 0 9 15,1 1-4-15,-1-1-2 0,1 1-1 0,-1 0-3 0,0-1 1 16,2-1-6-16,0 1 0 0,-2-1-7 0,0 0-2 16,2-1-2-16,1 1-1 0,-1 0-2 0,-1 0-3 15,2 0 1-15,-2 0-1 0,1 1 0 0,2-3 3 16,-1 3-2-16,-2 0 0 0,0 0 1 0,1-1-2 15,1 1 2-15,-1 0-1 0,-1 0-1 0,2 1 0 16,-2-1 0-16,1 0 2 0,-1 0-2 0,3 0 4 16,-2 0 3-16,-1 0 1 0,1 0 2 0,0 0 2 15,1-1 7-15,-1 0-1 0,0 0 3 0,0 1-2 16,-1-2-2-16,0 2-3 0,2-2 4 0,-1 1 1 16,0-1-5-16,-1 1 1 0,0 1 1 0,1-1 1 15,1 0 0-15,-1 0 1 0,-1 0-1 0,2 1-4 0,-1 0 0 16,2-2-1-16,-3 1-2 0,2 0-1 0,-2-2-1 15,2 3-3-15,0-2-2 0,0 0 3 0,-1 1-5 16,1 0-1-16,1 0 1 0,0 0 0 0,-1-2-1 16,0 3 1-16,1-1-1 0,1 0 0 0,0-1 1 15,-2 1 0-15,0 0 0 0,2 0-1 0,-3 0 0 16,1 1 1-16,0 0 1 0,-2 0 1 0,2-1-3 16,0 1 0-16,-1-3 1 0,0 3-1 0,0 0 0 0,0 0-2 15,0 0 1-15,0 0-1 0,0 0 2 0,0 2 0 16,-1 1-1-16,2-2 2 0,-1-1-1 0,1 0 0 15,-2 0 3-15,1 1 0 0,1-1-3 0,1 0 1 0,-3 0 1 16,1 0 1-16,2 1-1 0,-3-1 3 0,3 1-4 16,-3-1 4-16,2 0-3 0,2 0 3 0,-1 0-1 15,-1-1-3-15,2 1 0 0,-1 0 1 0,-1 0-1 16,1 0-1-16,1 1 1 0,0-1-1 0,-3 0 1 16,3 0 0-16,0 0 1 0,-1 0 0 0,1 1-1 15,1 0 1-15,-4-2 0 0,3 1-1 0,-1 0 0 16,0-1 2-16,0 1-1 0,-2 1-2 0,4-1 3 15,1 0-1-15,-4 0 1 0,2 1 0 0,-5 2 0 0,2-1 2 16,1-2-3-16,3 0 1 0,-6 0 1 0,1 0 1 0,1 0-2 16,2 0 0-16,3 0 0 0,-7 0-1 0,3 1 1 15,-2-1 0-15,1 1-3 0,1-1 0 0,2 0 0 16,-1 0 2-16,0 0-2 0,2 0 0 0,-4 0 1 16,3 0 1-16,-3-1 0 0,0 1-1 0,-2-1 2 15,0-1-2-15,3 2 1 0,-3-2-1 0,0 2-1 16,2-1 0-16,-2 1 0 0,1-1 0 0,0 1 1 15,-1 0-1-15,3 0 0 0,-3 1 1 0,2-1-3 16,2 1-6-16,-2-1-5 0,2 2-9 0,-2-2-15 16,0 2-14-16,-2-2-51 0,2 0-35 0,0 1-42 15,0-1 118-15,-1 0-92 0,0 2-59 0</inkml:trace>
  <inkml:trace contextRef="#ctx0" brushRef="#br0" timeOffset="130375.22">14894 17423 183 0,'-2'0'147'0,"-1"0"-48"0,1 0-56 16,0 0 37-16,4-2-35 0,-4 0 6 0,2 1-10 0,0-2-1 15,-2 1 2-15,4-1-2 0,-1 1 2 0,0-1 2 16,1 2 0-16,0-1-4 0,1 1-2 0,0 1-3 16,-2-2-4-16,0 2-2 0,3-2-4 0,-4 1-4 15,0 0-4-15,2-1-1 0,2 1-7 0,1 0-3 16,-1 2 2-16,0-2-2 0,0 0-2 0,-1 1-1 0,2 0 4 16,1 1 2-16,-5-1-1 0,3 0 3 0,-1 0 2 15,0 0 7-15,1-1 1 0,-2 1 2 0,1-1 0 0,-1-1-2 16,2 1 4-16,0 0-1 0,0 1-3 15,-1 0-6-15,0-1-1 0,0-1-2 0,3 0-3 0,-2 2 0 16,1 0-4-16,0-2 0 0,0 1 2 0,3-1 4 16,-3 0 1-16,2-1 1 0,-2 1 2 0,2-1 0 15,1 1 1-15,-4 0-1 0,2 0-4 0,-2 1-1 16,1 0-1-16,0 1-1 0,0 0-2 0,1 0 0 16,-1-1-2-16,1 1 0 0,-3 0 0 0,2 0-1 15,-1-1-1-15,-1 1-2 0,1 0 2 0,0 0 0 16,-1 1 1-16,0 0 1 0,1 0-1 0,-1-1 3 15,-1 1-1-15,1 1 2 0,-1-2-1 0,1 0-2 0,0 0 0 16,0 0 0-16,-2 0-1 0,3 0 2 0,-2 0-5 16,2 1 2-16,-1-1-2 0,3 0 3 0,-6 1 0 15,3-1-2-15,1-1 0 0,-3 1-1 0,0-4 1 16,0 3 1-16,-1 1 1 0,3 0-4 0,-3 0 0 16,1 0-2-16,-1 0-2 0,1 1-4 0,1 2-14 15,0-2-8-15,-1-1-9 0,-1 0-9 0,1 0-35 16,1 0-20-16,-2 0-30 0,0-1-38 0,0-1 113 15,0 1-78-15,-3 1-22 0</inkml:trace>
  <inkml:trace contextRef="#ctx0" brushRef="#br1" timeOffset="145172.15">12361 12428 13 0,'0'6'4'0,"-2"-5"-3"0,-4 2-2 16,6-2 1-16,-1 3 1 0,1-4 1 0,-1 0 4 15,1 2 14-15,0-1 1 0,0 0 4 0,1-1 7 16,-1 0 4-16,-1 0 3 0,1 0 3 0,-2 2-3 16,1-2-6-16,0 0 0 0,1 2-2 0,-2-1-3 15,2 0-3-15,-1 1-3 0,1 2 0 0,1-2 1 16,-1 1-5-16,0 1 1 0,-1-3-1 0,1 1 1 15,0 0-1-15,0-1 1 0,-1 0 0 0,0 0 2 16,0 0 0-16,1 0-1 0,0 2 1 0,-1-1-4 16,1 1-2-16,0-3 0 0,-2 2-3 0,2 1-5 0,0-1 0 15,0-1-3-15,-1 1-2 0,0-1 2 0,-1 0-2 16,2 4 0-16,-1-4-2 0,1-1 1 0,0 2 3 16,1-1 1-16,2 2 4 0,-3-1-1 0,0 0 9 15,1 1 2-15,-1-1 2 0,0 1 2 0,-1 1-1 16,-2-1 0-16,3 0-1 0,-1 0-1 0,0 1-7 15,1 0 1-15,0-1-3 0,0 1-1 0,1 0 1 16,0-1-2-16,-1 2 1 0,0-1-1 0,0-1 0 0,-2 3-4 0,1-2 4 16,1 2-3-16,-2-2-3 0,2-1 3 0,-1 1-4 15,1 1 5-15,0-1-2 0,2 2 4 0,-2-2 2 16,1 0 1-16,-1-1 3 0,0 1 1 0,2-2 1 16,-3 2-5-16,1 0 6 0,0-2-4 15,0 3-3-15,0-1-1 0,0 0-1 0,0 1-2 0,-1 0-1 16,2 1 1-16,-1-2-5 0,0 2 2 0,-2-3 0 15,4 1-1-15,-1 2 1 0,0-3-1 0,-1 1 1 16,0 1-1-16,-1-2 4 0,1 3-2 0,0-3 2 16,0 1-1-16,-1 1 0 0,1-1 2 0,-1-2-1 15,0 1 3-15,1 1-2 0,-1-1-1 0,1 1 2 16,0 0 0-16,-1-2-2 0,1 2-1 0,1 1 0 0,-1-3-2 16,2 2 0-16,0 1-1 0,-1-2-1 0,-1 0-1 15,0 0-1-15,0 0 1 0,0-2 0 0,0 1-1 0,2 0 1 16,-2 0 1-16,0-2-2 0,0 3 0 0,2-2 1 15,0 0-1-15,-1 2 2 0,0 1-1 0,-1-3-4 16,2 4-6-16,1-2-6 0,-1-2-15 0,0 4-58 16,0-4-42-16,1 0 96 0,1-1-75 0,1 1-57 15</inkml:trace>
  <inkml:trace contextRef="#ctx0" brushRef="#br1" timeOffset="146054.6">12341 13284 54 0,'0'-1'66'0,"0"1"-9"0,-3-1-30 15,3 0 12-15,0 1-7 0,-1-1-7 16,1 2-7-16,-1-1-8 0,2 0-4 0,-2-1-2 0,1 1 1 16,0 0 6-16,-2-2 4 0,2 2 5 0,0 0 10 15,0 0 4-15,0 2 6 0,0-2 3 0,-1 0 3 0,1 0-3 0,0 0 2 16,1 1-3-16,-1 0-9 0,3 0-4 0,-3-2-6 16,0 2 1-16,-1 0-3 0,1 0-2 0,-2 3-3 15,0-4 7-15,-1-1 2 0,2 1 4 0,1 2 2 16,0-1 5-16,-3 1-3 0,2-2 4 0,-4 4-5 15,5 0-6-15,-2-1-2 0,0 1-4 0,2 1-4 16,-2 0-7-16,1 0 0 0,1-2-2 0,-3-1 1 16,3 2-2-16,0 2 0 0,-1-2 0 0,0 1 3 15,1-2 2-15,-1 1 5 0,1 1-2 0,0-1 3 16,-1 1 3-16,1-2-3 0,0-1 3 0,0 1-2 16,-2 1-3-16,2 0-1 0,-1 0-2 0,1 0-2 15,-1 0-4-15,-1 0 2 0,5 3-2 0,-3-3-3 16,0 2 1-16,0-1 1 0,0 0-3 0,0 0 4 15,3 1 1-15,-5-2-2 0,2 0-1 0,-1 1 3 0,2 0-3 16,1 1 0-16,-2-2 2 0,1 2-1 16,-1-1-2-16,0-1 0 0,1 2 0 0,-1-1-1 0,0 0 3 15,1 0-3-15,-1 1-1 0,0-1-1 0,0 0 2 16,0 0-2-16,0-1 2 0,0 1-1 0,-2-1 1 16,1-1-1-16,1 1 1 0,0 0 0 0,-2-1-2 15,1 1 3-15,-3-3-1 0,3 2 0 0,1 0-2 16,0 1 2-16,-1-2 0 0,0 0-1 0,0 0 0 15,1 1 0-15,0 0-1 0,0-1 0 0,-2-1 0 16,2 0-2-16,2 0 0 0,-1 0-12 0,0 0-14 16,1 0-16-16,1 2-23 0,-2-2-101 0,2 1 128 15,-2-1-83-15,1 0-52 0</inkml:trace>
  <inkml:trace contextRef="#ctx0" brushRef="#br1" timeOffset="146912.1">12334 14203 397 0,'-4'-2'192'0,"0"2"-110"16,0-2-49-16,-3-1 5 0,6 3-3 0,-3 0-7 16,2 0-1-16,1 0-3 0,0 0 1 0,0 0-10 15,-1 0-1-15,2 0 3 0,0 0 2 0,2 1 1 16,-2-1 1-16,0 0 2 0,0 0-2 0,0 0-2 16,0-1 1-16,0 0-4 0,0 1-2 0,0 0-1 0,0 0-3 15,0 0 2-15,0 1 1 0,-3-1 0 16,3 4 0-16,0-2 8 0,1 0 1 0,-1 0 1 15,-1 0 2-15,1 2 0 0,1 0 1 0,1 0-2 16,-2 1 4-16,0-1-4 0,0 2 0 0,-2-2 0 0,2 3-2 16,-2-4-3-16,0 0-4 0,2 2 3 0,-2-1-4 15,0-1-3-15,1 2-1 0,-1 2-2 0,1-3 3 16,-3 1 0-16,4 1 0 0,-2-1-1 0,1 0 2 0,-1 1 0 16,0-2 1-16,1 0-2 0,1 1-2 0,0-1 0 15,-3 1 0-15,2 1-1 0,1-1-2 0,-1-1 0 16,1 1-2-16,-1 0 1 0,0-2 1 0,1 3-2 15,-1-3 0-15,2 1-2 0,-2 0 0 0,1 1 1 16,0 0-1-16,0-1 1 0,0 0-1 0,0 2-1 16,1-2 0-16,0 2 4 0,-1-1-2 0,0 0-1 15,0 0 1-15,0 2-2 0,0-1 3 0,0-1 0 0,0 1-3 16,-1 1 0-16,1-1 1 0,0 0 0 0,0-1 0 16,0 2 1-16,0-1-3 0,0 0 0 0,0 0 2 15,-1-1 0-15,1 0-2 0,-2 2 3 0,2-3-3 16,0 1 0-16,0-1 1 0,0 0-1 0,-1 1 3 15,1-2-3-15,-1 0 1 0,0-1-7 0,1 2-8 16,0-2-12-16,0 1-12 0,0-1-49 0,0 1-30 16,0-1-46-16,1 0 108 0,0 0-106 0,0-1-41 15</inkml:trace>
  <inkml:trace contextRef="#ctx0" brushRef="#br1" timeOffset="147856.04">12261 15061 403 0,'-1'1'175'0,"-2"-1"-114"15,-1 0-42-15,1 0 9 0,1 3-4 0,-1-2-17 16,1 2 3-16,-1 0 3 0,0-1 4 0,2 2 7 0,-3-1 2 15,1 0 4-15,2 3 5 0,-1-2 3 16,0-2 2-16,-1 3-4 0,2 0 0 0,-2 1-5 16,1-2 3-16,0 0-7 0,0 1 0 0,2-1-2 15,-1 2-5-15,1-1-3 0,-1 1-1 0,1-3 0 16,0 2-3-16,0 2 2 0,0-2-2 0,0 0 3 16,1 0 3-16,-1 1 1 0,0-1 2 0,0 2-1 15,0-2 1-15,0 0-2 0,-1-1 1 0,1 2-5 16,0-1 0-16,0 2-3 0,0-2 2 0,0 0-3 15,0 2-1-15,-3 0 1 0,2-1 0 0,0 1-1 0,0-1-2 0,0 1 7 16,0-2-3-16,-2 1 0 0,2-1 1 0,-2 2 0 16,0 1 4-16,0-1-3 0,1-1 1 0,0 0-6 15,0 2 1-15,0 0-2 0,2-1-1 0,-2 0 0 16,2-1-4-16,0 1-1 0,-3 0 1 0,0-1 0 16,1 0-3-16,1 0 1 0,-1 0 0 0,2 0 1 15,-2 0-2-15,2-1-1 0,-1 1 1 0,1-1-1 16,0 2 0-16,0-3-1 0,0 0 1 0,0 1 0 15,0 1-1-15,0 0 1 0,1-1 0 0,1-1 3 16,-2 1-3-16,0 2 3 0,0-2-3 0,0 1 0 16,1-2 0-16,-1 0 1 0,0 2-1 0,0 0-1 15,0-1 1-15,0-1 0 0,0-2 0 0,0 2-1 16,0 0 0-16,0-3-6 0,0 1-2 0,0-1-8 16,0 0-18-16,0 2-14 0,0-1-14 0,1 0-18 15,0-1-62-15,-1-1-40 0,1 1 119 0,-1 0-89 16,1-1-47-16</inkml:trace>
  <inkml:trace contextRef="#ctx0" brushRef="#br1" timeOffset="148480.94">12251 15747 87 0,'-2'-5'43'0,"1"2"-30"0,-1 0-11 16,0 2 2-16,2 0-3 0,0-2-1 0,0 2 0 16,0 1 1-16,0 1 6 0,0-1 8 0,-1 3 7 0,1-3 10 15,0 1 6-15,0 1 4 0,-2-1 8 0,2 0 7 16,0 0 1-16,0 2-4 0,0-1 1 0,0 2-7 16,0 0-2-16,0 2-3 0,0-3-5 0,0 1-3 15,2 1-4-15,-2-1 0 0,0-1-1 0,0 1-1 16,1-1-1-16,-1-1 1 0,0 2-1 0,-1 0-6 15,1-2 0-15,0 1-1 0,0 1-5 0,-2-1-2 16,2 0-2-16,-1 1-2 0,0-2-2 0,1 1-1 0,0-1-3 16,-1 1-2-16,0 2 1 0,1-4-2 0,0 1-1 15,-1 0 0-15,1 2 0 0,0-1 0 0,0-1 0 16,0 0 1-16,0 0-1 0,0 2-3 0,0-2-6 16,0 0-9-16,2-1-10 0,-1 0-45 0,1-1-35 0,1 1 78 15,-1-1-59-15,1 3-45 0</inkml:trace>
  <inkml:trace contextRef="#ctx0" brushRef="#br1" timeOffset="152056.99">15398 12443 32 0,'-3'2'30'0,"3"-1"-11"0,-5-1-12 0,2 1 6 0,1-1-2 16,0 0 0-16,2 0 5 0,2 2 2 0,-2-1 8 16,0 0 13-16,0 1 6 0,2-2 7 0,-1 2 3 15,-1 0 6-15,0-2-1 0,-3 0-1 0,3 1-6 16,0-1-13-16,-7 0-6 0,1 1 1 0,6-1-7 16,-1 0-10-16,1 0-3 0,-1 0-2 0,-2 0-3 15,4 0-1-15,2 0 0 0,-2 0-2 0,1 0-3 0,-4 0-1 16,4 0-2-16,0 1 1 0,-2 0 0 0,0-1-2 15,0 0 1-15,0 0-2 0,0 0 1 0,0 0 2 16,0-1-2-16,1 1 1 0,-1 0-1 0,0 0 1 16,0 0-1-16,1-2 0 0,-1 1 1 0,0 1-2 15,0-4 1-15,0 3-1 0,3-1 1 0,-2 0 0 16,0 1-1-16,1 0 1 0,0 0-2 0,0-2 2 16,0 1 0-16,-2 1 1 0,0 0-2 0,2-1 1 0,-2 0-3 15,0-1-1-15,0 2 0 0,0 0-3 0,2 0-2 16,-2-1 0-16,0-1-5 0,2 2 0 0,-1-1 5 15,1 2 1-15,-2-2-1 0,0 0 4 0,0 1 1 16,0 1 1-16,0-2 4 0,0 1-1 0,0-2 2 16,-1 0-3-16,-3 2 4 0,4 0-3 0,0-2 1 15,-1-2 0-15,0 4 1 0,1-1 3 0,0 1-2 16,1 1 4-16,0-1-2 0,-1-1 1 0,0 2-1 16,0 0 0-16,0-1 0 0,0-1-3 0,-2-1 1 15,2 1-3-15,-2 1 1 0,2-1 0 0,-1 0-2 0,1 0 3 16,0 1-2-16,1 0 2 0,-1-1-1 0,0 1 4 15,0 1 3-15,2-1 2 0,-1 1 2 0,-1-1 1 16,0 1 3-16,0 0 2 0,-1 0 2 0,-1 0-2 16,2 1-3-16,-1 0-1 0,1-1 1 0,0 0-2 15,1 0 2-15,2 1-1 0,-2 0 1 0,-1-1 2 16,0 0 2-16,-2 0 1 0,0 1 2 0,1 1 0 16,-2-2-3-16,3 5-1 0,-1-5 1 15,1 3-3-15,0-1 0 0,0-1-2 0,0 0-1 0,0 3 2 16,0-3-3-16,0-1 1 0,-1 2-2 0,1 0-2 0,0 2-1 15,0 0-1-15,0-1-3 0,0 0-1 0,0 0 1 16,2 1-2-16,0-2-2 0,-2-1 2 0,0-1 0 16,0 1 1-16,0 4 0 0,-2-5 1 0,2 2-1 15,-2 0 1-15,2 1 3 0,-3 1 1 0,3-2-2 16,-1 0 0-16,-2 3 0 0,3-2 0 0,0 1-2 16,0 1 2-16,0-1 0 0,0 0 0 0,0 1 2 15,0-1-1-15,3-1 1 0,-3 2-1 0,0-2 2 0,0 0-4 16,0 3 0-16,-3-3-2 0,3 0 0 0,0 2 0 15,0 0-2-15,0 1 1 0,0-2 0 0,1 0 1 16,-1 0 1-16,0 0 2 0,0 0-1 0,0 1 2 16,0-2 1-16,0 2 1 0,2-1-1 0,-2 0 1 15,1 3 0-15,2-2-1 0,-3 1-1 0,0-1 1 16,2 2-1-16,-2-1 1 0,0 2 2 0,1-1 1 16,-1-1-2-16,0 2 1 0,1 1 6 0,-1-1-4 15,-1 1 4-15,1-1-2 0,0 1-1 0,-1-2 1 16,1 2 0-16,-2-1-1 0,0-1-4 0,1 1 0 0,2 1-1 15,-1-3-1-15,0 1-1 0,0-3-3 0,2 4 0 16,-2-1 0-16,2-1-2 0,-2 1 1 0,1-2-2 0,0 3 2 16,-1-2-3-16,2 2 2 0,-2-2 0 0,3 0-1 15,-2 2 0-15,1-1 0 0,1 1 1 0,-2-4 0 16,0 4 0-16,2 0 2 0,0-3-2 0,-3 2-1 16,-2-2 2-16,0 1 0 0,2-1 0 0,-2 2 0 15,2-3 0-15,0 2-2 0,-1-1 0 0,0 0 0 16,1-2 1-16,-1 1 2 0,1-2-3 0,0 3 0 15,-1-3 0-15,1-1 0 0,0 3 1 0,-1-2 1 16,1 0-3-16,0 0-1 0,-2 0 0 0,2-1-3 16,0 0-8-16,2 1-12 0,-4-2-33 0,4 2-21 15,-2-2-27-15,1 1-49 0,2 0-61 0,-2 1 140 0,5 0-103 16,-5-2-25-16</inkml:trace>
  <inkml:trace contextRef="#ctx0" brushRef="#br1" timeOffset="152892.09">15352 13404 59 0,'-3'0'78'0,"1"0"0"0,2 0-31 0,2 0 29 16,-3 1 0-16,1 0 0 0,0 0-4 0,0 1-6 15,3 0-3-15,-7 1-2 0,4 0 1 0,1 0-3 16,-2-1-2-16,1 2 0 0,-3-2-2 0,1 1-7 0,2-2-6 0,2 0 4 16,-3 1-4-16,-2 1-9 0,2-3-2 0,-2 1-4 15,3 2 1-15,-1 0-3 0,-1-1 2 0,4 5-6 16,0-4 2-16,-2 1-3 0,-1-1 1 0,-2 2 1 15,3-1 1-15,0 0-1 0,-4-1-1 0,1 2 0 16,0-1-5-16,4 3 0 0,-1-3-1 0,0 1-2 16,0 1-3-16,0-1-3 0,-3 0 1 0,-1 0 0 15,4 1-1-15,-1-2 3 0,1 1-1 0,-2-1 0 16,-2 1 1-16,0 3-2 0,1-1 2 0,3-2-2 16,0 2 0-16,-5 1-2 0,4 0 0 0,0 0-2 15,-2-2-1-15,4 1 0 0,0-2-2 0,-2 3 0 16,1-1 0-16,0-2 0 0,0-1-1 0,-3 2 0 0,3-1 1 15,-1 1-1-15,-4-2 2 0,5 1-2 0,0-1 0 16,-1 1 2-16,1 1 0 0,0-3-1 0,-1 1 0 16,1-1-1-16,2 1 0 0,-1 2-1 0,-2-3 2 15,0 1-1-15,1 1 0 0,-1-2 0 0,3 2 0 16,-2 0 0-16,0-2 1 0,0 0-1 0,0 1 0 16,-3-4 0-16,5 2-1 0,-1 0-3 0,-1 0-1 15,1-2-6-15,-1 2-5 0,0 0-21 0,0 0-8 16,3 1-13-16,-3-2-16 0,0 1-55 0,2-1-33 15,0-1-46-15,-1 3 131 0,2-3-111 0,0-2-50 16</inkml:trace>
  <inkml:trace contextRef="#ctx0" brushRef="#br1" timeOffset="153774.79">15275 14278 219 0,'0'-1'119'0,"-2"-1"-72"0,-1 1-30 15,3 1 8-15,0-1 2 0,0 0 1 0,0 1 4 16,3-2 4-16,-3 0 9 0,1 2 10 0,-3-2 5 16,0 1 9-16,2 0 4 0,0 0-2 0,0 1-4 15,0 0-1-15,0 0-5 0,0 1-6 0,0 0-7 16,3 0-7-16,-3-1-12 0,0 0-3 0,-2-1-4 16,1 1-3-16,1 0-4 0,0-1-3 0,0 1 1 15,-6 0-1-15,6 1 3 0,-2 2-1 0,-1-1 0 16,3 0 0-16,-3 0 0 0,3 0-2 0,0 0 0 15,1 1-2-15,-1-2-2 0,2 1 0 0,2 1-2 0,-4 2 4 16,0-2-1-16,-1-1 1 0,0 1 1 0,-4 2 0 0,5 0-1 16,-1 1 0-16,-6-2 0 0,6 0-4 0,-2 2-1 15,-1-1 0-15,5 4-4 0,3-2 1 0,-8-1 1 16,7 2-1-16,-3-1 0 0,1 0 1 0,1 2-2 16,-1-4-1-16,-5 2 1 0,4-2 1 0,1 1-2 15,2-1 2-15,-1 1-1 0,-2-1-2 0,0 1 0 16,5-2 1-16,0 2 0 0,-3 0-1 0,-2 0 1 15,2-1-1-15,4 1 0 0,-6 0 1 0,0-1 1 16,-3 0 0-16,6 2 1 0,-1-3 0 0,-3 3 0 16,1-2-2-16,-1-2 0 0,2 2 2 0,1-2-2 15,-1 0 0-15,-1 0 1 0,-3-1-1 0,3 0-2 16,0 1 3-16,0 0 1 0,0 0-2 0,-1 0 0 16,3 0 0-16,-1-1 0 0,-1 3 0 0,1-3 0 15,0 2 0-15,-1-1-2 0,3 0 2 0,-3-2-1 16,0 1-4-16,2-1-6 0,2 1-6 0,-4 0-23 0,1-2-15 15,-1 0-16-15,2 0-26 0,2 0-95 0,-4 0 135 16,2 0-85-16,-1-2-42 0</inkml:trace>
  <inkml:trace contextRef="#ctx0" brushRef="#br1" timeOffset="154550.79">15226 15007 404 0,'-4'0'216'0,"3"0"-107"0,-3 0-64 0,2 0 21 0,0 0-11 15,1 0-8-15,-2 0-8 0,2 0 0 0,3 1-5 16,-2-1 0-16,0 0 1 0,0 1 1 0,-1-2-3 16,0 1-4-16,2 0-6 0,-2-1-4 0,-2-2-1 0,4 3-4 15,-1-1-5-15,2 3-3 0,2 1 0 16,-2-3-1-16,-2 0 1 0,1 2-2 0,0 0 1 0,0 0 3 16,2 0-3-16,-1 0 3 0,-2 0 1 0,-2 1 6 15,3 0-2-15,-1 1 2 0,-1 0 0 0,-1 1-1 16,-2-1-1-16,2 0-1 0,2 0 0 0,-2 2-7 15,0 1 2-15,0-1-3 0,1 2-1 0,-2-3-1 16,2 2 3-16,-1 0-3 0,-2 2 0 0,2 0 1 16,0-2-3-16,0 2 1 0,0-1 1 0,0 1 0 15,0-2-1-15,1 1 0 0,0 0 2 0,0-1-1 16,-1-1 2-16,0 1-3 0,2-3 1 0,0 2 1 16,-2 0 0-16,1-1-1 0,-1 1 1 0,2-3 0 15,0 2-1-15,-1 0-1 0,1 0 2 0,0-1-3 16,0-1 0-16,-1-2 1 0,1 2-1 0,0 0 0 15,0-3 0-15,1 3-1 0,-1-3-1 0,1 2 1 16,-1 1-2-16,2 0-2 0,-1-3-6 0,0 1-21 16,0-1-11-16,-1 0-14 0,2 1-19 0,-1-1-73 15,1 0 104-15,-2-1-71 0,2 0-31 0</inkml:trace>
  <inkml:trace contextRef="#ctx0" brushRef="#br1" timeOffset="155436.23">15166 15554 110 0,'-3'3'84'16,"2"1"-32"-16,-1-2-35 0,0 0 21 0,2 0-16 16,-2 0-1-16,-1 1 1 0,3-1 6 0,-1 1 4 15,0-3 4-15,0 2 8 0,1 0 1 0,-2 1 2 16,1-2-2-16,1 1-7 0,-1 0-4 0,0-2-2 0,2 3-3 16,-1-2 0-16,0 2 1 0,0-1 1 0,0-1 1 15,0 1-3-15,-1 0 2 0,1 2 6 16,0-3 1-16,-2 0-8 0,2 0 0 0,1 1-3 0,-2 0 1 15,1 0-2-15,-2 0-1 0,1 1-6 0,0-2 2 16,-1 2 1-16,1 0-2 0,0 0 0 0,0 0 0 16,0 1-2-16,1-1 1 0,-3-1-2 0,2 2-3 15,0-1 3-15,1 2-3 0,-3-2 0 0,3 0-2 16,-2 2-3-16,2-1-1 0,-1-1 0 0,1 2-3 16,-1-4-2-16,1 1-1 0,-1 1 1 0,1-1-4 15,0 1 3-15,0 0-1 0,-2 0 1 0,1-2-2 16,1 4 2-16,0-2-1 0,0-1-1 0,0 0 1 15,0 1 0-15,-1-2 0 0,1 1-1 0,0 1 2 16,0-3-1-16,0 2-1 0,-2-2 0 0,2 3 2 16,0-1-2-16,0-1 1 0,2 1-1 0,-2-1 0 15,0-1 0-15,0 1 1 0,1 0-1 0,-1 1 0 0,0 0 1 16,0-1-1-16,0 0 1 0,-1 1 0 0,1-1 0 16,0 0-1-16,0 1 0 0,0-1 0 0,0 1 0 15,0-1 0-15,0 0 0 0,0 1-2 0,0 0 2 16,1 2 1-16,-1-1 0 0,0-1-1 0,0 2 0 0,1 0 0 15,1-1-1-15,-2 0 1 0,0-3 0 0,0 1-3 0,1 1 1 16,-1-1 1-16,1 1-1 0,0-1 0 16,-1 0-3-16,0-1-6 0,1 1-6 0,0 1-5 15,-1-2-25-15,2 0-18 0,-1 0-17 0,-1 0-23 0,1 0 66 16,-1 0-50-16,0-1-14 0</inkml:trace>
  <inkml:trace contextRef="#ctx0" brushRef="#br3" timeOffset="213048.74">12083 17754 9 0,'0'0'5'0,"0"-1"-3"0,0-1-2 0,0 1 1 0,0 1 3 16,0 0 2-16,0 0 7 0,0-2 6 0,0 2 1 15,1-1 3-15,-1 1 1 0,0-1 4 0,0 0-3 16,2 0-4-16,-2 1-5 0,1-1-7 0,-1 0-2 15,0 1-2-15,1-1-2 0,0 1-4 0,-1-2 1 16,1 2-1-16,-1-1 1 0,1 1 2 0,1-1-2 0,-2 0 4 16,2 1 7-16,-1 0 2 0,-1-1 5 0,-1 1 3 15,1 0 0-15,0 0 0 0,0 0 3 0,1 0-8 0,-1 0-6 16,0 0-2-16,0 0-5 0,2 0-1 0,-2 0-2 16,0 1-3-16,0-1 1 0,0 1 2 0,0 0 5 15,0 0 2-15,0 1 4 0,-2 0 3 0,2 0 10 16,0-1 4-16,0 1 3 0,0 0 1 0,0 1 10 15,0 0 0-15,0-2 0 0,0 0-2 0,0 0-2 16,0 1-2-16,0-2 0 0,0 3-2 0,0-2-11 16,-1 0 0-16,1 0-3 0,0 0-3 0,-1 2-6 15,0-1-1-15,1 1-3 0,-2-1-1 0,0 1-2 16,2 0 1-16,0 1 0 0,-1-1 0 0,1 0 3 16,0-1-1-16,-1 3 2 0,1-2 4 0,0 1 6 15,0 0 1-15,-1-1 1 0,-1 0-1 0,1 1 1 16,0-1 0-16,1-1-1 0,0 2-5 0,-2-1-5 15,2 0-1-15,0 0-2 0,0 0-1 0,0 2-1 16,2-2-1-16,-2-1 1 0,1 2 0 0,-1-2 0 0,1 1-2 16,-1 1 1-16,0 0 4 0,2-1-2 0,-2 1 1 15,0 0-1-15,0-1 5 0,0 0 2 0,0 1 0 16,0-1 2-16,0-1-2 0,1-1 3 0,0 2-1 16,1 0-2-16,-1-1-2 0,-1 1-1 0,2-1 0 15,-1-1-4-15,-1 2-1 0,0 0-2 0,0-1 0 16,0 0 2-16,1 0-2 0,0 1-1 0,-1-1 2 15,0 0-1-15,3 0 1 0,-2 0 0 0,0-1 1 16,0 2-3-16,-1-2 0 0,1 0 2 0,-1 1-2 16,3 0 1-16,-3-1 1 0,1-1-4 0,1 1 1 15,-2 3 2-15,1-2 0 0,1-1-3 0,-1 0 2 16,2 1-1-16,-2 0-1 0,1 1 2 0,-2-3-3 0,2 1 0 16,-1 0 3-16,2 0 4 0,-3 0 2 0,1-1-1 15,2 2 7-15,0-2-2 0,-3 2 5 0,2-2 1 0,-1 0-1 16,0-1-3-16,0 1-2 0,3 0 1 0,-3 0-3 15,1 0 1-15,0 2-4 0,0 0-1 0,2 0-4 16,-1-1 3-16,-1 0-1 0,1 1-1 0,0-2-1 16,-1 0-2-16,2-1 1 0,1 1 0 0,-1 0 0 15,-2-1-1-15,1 1 0 0,1-1 0 0,0 2-1 16,0-1 0-16,2 0 1 0,-3 0 1 0,3 0 1 16,-1 1-2-16,1 0 1 0,-1 0-1 0,1-2 0 15,0 1 2-15,0-2-2 0,-1 1 0 0,1 0 0 16,0-3 2-16,0 2-2 0,0 0 1 0,3 0 0 15,-4 0-1-15,5 1 0 0,-2-1 0 0,1 1 1 16,1 1-1-16,-1 0 0 0,0 0 0 0,0 0 0 16,-1 0 0-16,1 1 0 0,2-1 0 0,-2 0-1 15,1 0 1-15,1 0 1 0,-2 2 1 0,3 0-2 16,-3-1 0-16,-2-1 0 0,0 1 0 0,2 1 0 16,-3 0 0-16,2-2 0 0,-1 1 0 0,-2 1 4 0,0-4-1 15,1 2 3-15,0 0 0 0,0 0 2 0,-2 0-1 16,1 0 1-16,-1 0-1 0,4 3-2 0,-2 0 0 15,2-3-2-15,-1 1 0 0,-1 1 0 0,1 0-1 16,-1-2 1-16,2 0-3 0,-2 0 0 0,0 0 1 0,1 0 1 16,0 0 0-16,0-2-2 0,0 2 0 0,1 0 0 15,-1 0 2-15,0 0-1 0,0 0 1 0,-1-3-1 16,2 3-1-16,0 0 1 0,-1 0-1 0,1 1 2 16,-1 0-1-16,0-1 0 0,2 2-1 0,-4 2-1 15,4-4 2-15,0 1-1 0,-2 0 1 0,0 0 0 16,3 0-1-16,-1 0 1 0,0-1 0 0,2 0 1 15,-3 1-1-15,2 0 0 0,2-1-1 0,-2 0 1 16,-1-1 2-16,4 1-3 0,-4-2 2 0,2 2-1 16,0 0-1-16,-2-1 1 0,-1-1 0 0,2 2-1 15,-1-1 1-15,-1-1 1 0,2 2-2 0,-1-1 2 16,1-1-1-16,0 2 1 0,-4 2-1 0,2-2 2 16,1-1-3-16,-3 1 2 0,3-3 1 0,-1 3-1 15,-3 0 0-15,4-1 0 0,-1-2 2 0,-1 2-1 16,-1 1-2-16,-1-2 0 0,1 2 0 0,0 0 0 15,-1-1 1-15,-1 1 0 0,2 0-2 0,0-2-1 16,0 2 1-16,-1 0 0 0,-1-2 0 0,2 2 1 16,1 0-2-16,-2 0 1 0,0 0 1 0,1 1 1 0,-1-1-2 15,2 1 0-15,-3-1 0 0,3 0 1 0,-3 0 0 16,2-1-1-16,-2 1 0 0,2 0-1 0,-3-1 2 16,1 1 1-16,1 0 0 0,-1 1-2 0,0 0 1 15,1 0 0-15,0-2-1 0,1 0 1 0,-2 2 0 16,3-1-1-16,-1 0-1 0,2 0 1 0,-4-2 1 15,2 2-1-15,1 1 1 0,0-1 1 0,1 0-2 16,0 1 1-16,-1-1 2 0,1 0-3 0,2 1 1 16,-2-2-1-16,0 1 0 0,1 0 1 0,1-1-1 15,-2-1 0-15,1 0 1 0,1 1 0 0,-2 1 0 16,-3-3-1-16,3 2 1 0,-2-1 0 0,0 1-1 16,0 0 0-16,1 0 0 0,-3-2 0 0,2 1 0 15,5 1 2-15,-2 0-2 0,-4 0 0 0,3 1 1 0,-2-1 0 16,1 0-1-16,-1 1 0 0,1-1-1 0,-4 1 1 15,0-2 0-15,4 1 0 0,-3 1 0 0,2-2-1 0,-2 1 1 16,2 0 0-16,-3 0 0 0,1 0 1 0,1 1 1 16,-1-1-3-16,1 1 1 0,-1 0 0 0,0 0 2 15,0 0-2-15,0 1 0 0,1-1 0 0,1 0-1 16,-3-1 1-16,2 0 0 0,1 1 2 0,-3-1-2 0,3 0-1 16,-3 1 0-16,1-1 2 0,-1 1 0 0,3 0 0 15,-1 1-1-15,-2-1-2 0,1 1 1 0,1 1 1 16,-1-1 0-16,1 0-1 0,-1 0-1 0,-1 0 2 15,0 0 0-15,1 1-1 0,1 0 1 0,0-2 0 16,-1 2 0-16,0 0 1 0,1 0-1 0,0 1-1 16,0 0 1-16,-1-1-1 0,1 2 1 0,2 1-3 15,-1-2 1-15,-3-1 2 0,3 3-1 0,1 0-1 16,-2 1 1-16,2 2 3 0,-3-4-2 0,3 1 1 16,-2 3 0-16,0-3-1 0,0 2 0 0,0-3 0 15,-1-1 2-15,2-1-2 0,-1 3 1 0,-2-1 0 16,2-1-1-16,0 0 1 0,1-2-1 0,-2 2 1 15,-1-1-1-15,-1 2 0 0,1-2-1 0,1-1 1 16,-3 1 0-16,1-1 0 0,-1 3 0 0,3-2 2 16,-1-1-2-16,0 1 0 0,1 0 0 0,0-1 1 0,-4-1-1 0,3 1 1 15,0 3 1-15,1-3-1 0,-2 0-1 0,-1-2 1 16,2 1 1-16,-2 1-2 0,3 1 1 0,-3-1-1 16,2-2 0-16,0 1 0 0,0 2 1 0,-1 0-1 15,0 0-1-15,-1-2 1 0,1 0 2 0,-2-2 0 16,1 2-1-16,-1 0 2 0,-1 0 3 0,1-1 1 15,0 1 5-15,0 0 4 0,1 0 2 0,-2 1-1 16,1-1 1-16,0 0 3 0,0-1-3 0,-2 0-1 16,-1 0-2-16,1-1-5 0,-1 1-3 0,3 0 2 0,-1 0 0 15,-1 0-2-15,2 0 0 0,-3-2 0 16,3 1-3-16,-1 0 2 0,-3 0 0 0,3 1-1 16,0-1-2-16,0-2 0 0,0 3-1 0,1-4 1 15,0 1 0-15,1 1-1 0,0-2-1 0,0-2 0 0,-2 3 0 16,-1-1-1-16,2 1 0 0,2 0 1 0,-2-1-1 15,-1 3 0-15,2-1 0 0,-1 2-1 0,2-3 0 16,2 2 1-16,-4 1 0 0,1-1 0 0,-1 0 0 16,0-1 1-16,0 0-1 0,4-1 2 0,-4-1-1 15,1 2 0-15,1-1 0 0,0-1 0 0,0 2-1 16,0-2 0-16,0 1 1 0,-2 0-1 0,1 1 0 16,-1-3 0-16,0 2 0 0,0-1 0 0,2 1 1 15,-2 1-2-15,4 2-1 0,-4-3 1 0,4 2 1 16,-2 0 0-16,-2-1-2 0,4 1 2 0,-2 2 0 15,-2-5 1-15,2 3-2 0,2 0 0 0,-3 0-2 16,3 0 3-16,1-1-1 0,-2 2 1 0,1-2-1 0,-2 2-1 16,5 0 1-16,-5-3 0 0,3 2 1 0,-3 0-1 15,1 1 1-15,-1-1 0 0,2-1-1 0,-3 1 1 16,1 0 0-16,2 1 0 0,-1 0 0 0,0 1 0 16,-2-4-1-16,4 4 0 0,-3-3 1 0,-2 2-3 0,4 1 3 15,-3-1 0-15,0-1 0 0,3 2 0 0,1 0 0 16,-1 0 0-16,1-1 0 0,-1 0 3 0,0 0-2 15,1 1-1-15,-2-1 1 0,1-1-1 0,1 0 0 0,-2 1 1 16,1-1-1-16,0 1 0 0,2-3-1 0,-1 2 1 16,1-1-2-16,-2 1 2 0,1-1 0 0,0-1 0 15,1 1 0-15,1 1 0 0,-4 0 1 0,3-3-1 16,-1 4 0-16,1 0 0 0,0-1 1 0,-1 1-2 16,0 0 1-16,-1 1 0 0,2-1-1 0,-2 1 1 15,2-3 0-15,-1 2 0 0,0 1 0 0,1 0 0 16,0 0 0-16,0 0 0 0,0-1 0 0,0 1 0 15,-1 0 1-15,-2 0-1 0,5 0 0 0,-3 0 0 16,2 1 0-16,-2 0 0 0,2 1-2 0,-1-1 2 16,2 0 0-16,1-1 1 0,-4 1-2 0,4 2 1 15,-2-2 0-15,0 3 0 0,2-3 1 0,-3 1-1 16,3 0 0-16,0 0-1 0,0 0 1 0,1-1 1 16,-1-1 0-16,1 3-1 0,1-3 0 0,-2 2 0 15,0-1 0-15,0 0 0 0,0-1 0 0,0 2 0 0,-4-2-1 16,1 2 0-16,0 1 1 0,1-3 2 0,-1 0-2 15,-1 1 1-15,-2 0 0 0,4-1-1 0,-1 1 1 16,-2 0 0-16,1 0-1 0,-1 0-2 0,1 0 2 16,0-1 0-16,0 1-1 0,-2 2 2 0,3-3-1 15,-1 0 0-15,1 3 0 0,-2-3 0 0,2 2 0 16,-1 0 0-16,1-1 0 0,-3-1-1 0,1 3 1 16,3-1 0-16,-4-2 0 0,3 0 1 0,-1 1-1 15,-1-1 0-15,1 1 1 0,0 1-1 0,0-1-1 16,-1 0 1-16,1 1 0 0,1 2-1 0,-3-2 1 15,3 1 0-15,-1 1-1 0,1-3 1 0,-1 2 0 16,1 0 0-16,-2-1 0 0,0 1 2 0,1-2-3 0,0 0 0 16,0 1 2-16,-1 0-2 0,0 0 1 0,1-2 0 0,0 3-1 15,2-1 1-15,-1 0 2 0,0 0-2 0,1 0 0 16,0-2 1-16,1 2-2 0,-2 0 1 0,2 0 0 16,-1 0 0-16,-2-1 0 0,-1 0 0 0,3-1 0 15,1 2-1-15,-2-1 2 0,4 2-1 0,-2-2 1 16,-2-1-1-16,4 0 0 0,-3 0 1 0,1 0-2 15,0 0 1-15,-1-1 0 0,3 1 0 0,-3 0-1 16,3-2 0-16,1 2 1 0,0 0-1 0,-6-1 2 16,6 1 0-16,-4-2-1 0,-3 1 0 0,4 0 2 15,-4 0-1-15,4-2 0 0,-1 2 1 0,0-1-2 16,-1 0 0-16,-1 0 0 0,4 0 1 0,-1 0-1 16,-3 0 1-16,2 0-1 0,-3 1-1 0,3-2 2 15,-1 2-1-15,1 0-1 0,-4 0 0 0,1-1 0 16,1 0 1-16,0 1 0 0,0-1 0 0,-2 1-1 15,1-1 1-15,1 0 1 0,-1 1-1 0,0-2 2 16,0 2-2-16,-1-1 1 0,0 1 1 0,1-1-2 16,-2 2 1-16,0-3 0 0,1 3 0 0,-1-3 0 0,2 0-1 15,-2 2-1-15,1-1 0 0,-1-3 1 0,2 4 0 16,-1-1 0-16,0-1 0 0,2 2 0 0,-2 0 1 16,-2-3-1-16,3 2 2 0,-3 1-1 0,2-1 0 15,-2 0-1-15,3 0 1 0,-3-2-1 0,3 2 2 16,0-1-2-16,-4-2 0 0,3 2 1 0,-1-1 0 0,2 0-1 15,-3 2 2-15,1-2-2 0,0 2 0 0,-1 1 1 16,1 1 0-16,0-4-1 0,-1 3 0 0,0 0 0 16,1-1-1-16,-2 2 1 0,2-2 1 0,-1 0-1 15,0-1-1-15,1 2 1 0,0 0 0 0,0 1 1 16,0-1 0-16,-2 1 0 0,0 0-1 0,1-1 0 16,0 0 1-16,0 1 0 0,-1-1-1 0,1 0 1 15,0 0-1-15,1-2 0 0,-1 3 0 0,0-1 0 16,0 0 0-16,-1 0 1 0,2-1 2 0,-2 1-3 15,1 0 2-15,0-3 0 0,1 3-1 0,-2-2 0 16,0 1 0-16,1 0 0 0,2 2-2 0,-2-4 0 16,-1 3 0-16,2-2 1 0,-2 2 0 0,0-2 0 0,0 2 1 15,0-2-2-15,0 0 1 0,1 1 0 0,-1 1 1 16,1-1 0-16,0-1-1 0,-1 2 1 16,1-1-1-16,0 0 0 0,-1 0 2 0,0 0-2 0,2 0 0 15,-1 0 0-15,0-1 0 0,0 1 0 0,-1 0 0 16,0-1 0-16,2 2 0 0,-1 0 0 0,1-3 0 15,-1 3 0-15,0 1 3 0,1-2-3 0,-1-2 0 16,2 1 0-16,-3 2 0 0,0 0 1 0,1-1-1 16,-1-2 0-16,0 0 0 0,1 2 3 0,0 0-2 15,0-4 0-15,-1 2 0 0,1 2-1 0,2-3 0 16,-2 1 0-16,-1 2 0 0,1-2-1 0,-1 3 2 0,2-2-2 16,0 2 1-16,-1-4 0 0,-1 4-1 0,2-1 2 0,-2-2 1 15,2-1 1-15,-2 2-3 0,0 0 0 0,0 0 3 16,1 0-2-16,-2-2 0 0,1 2-1 0,0-1 0 15,0 1 0-15,0 0-2 0,1 1 3 0,-1-4-1 16,-1 3 0-16,1 0 0 0,0-1 0 0,0 0 1 16,0 3 0-16,-2-3 1 0,2 2-1 0,0 0-1 15,0-1-1-15,0 0 1 0,0-1 0 0,0 1-3 16,0-1 3-16,-1-1 0 0,0 2-1 0,1-3 1 16,0 2 0-16,0 1 1 0,0-1 0 0,0 2-1 15,0-1 0-15,0-1 0 0,0 4 0 0,0-3-1 16,0 2 0-16,0-1 0 0,1 1-1 0,0 1 2 15,-1-1-1-15,2-1 0 0,-1 1-2 0,-1 0 3 0,0 1-1 16,1 0-2-16,-1 0 2 0,2 0-1 0,-2 0-6 0,1 3-34 16,1 0-19-16,0 0-26 0,1 3-35 0,-1-2 83 15,0 2-70-15,-4 5-25 0</inkml:trace>
  <inkml:trace contextRef="#ctx0" brushRef="#br3" timeOffset="-214722.81">12918 18359 129 0,'1'-3'79'0,"-3"1"-28"0,0-1-20 0,2 1 21 16,-1 0 4-16,4-2 1 0,-2 3 0 0,1-3 1 0,2 1-1 16,0-1-1-16,-4 0-7 0,2 0-8 15,-2 1-5-15,2 2-6 0,2-3-3 0,-4 1-9 16,2 2-3-16,-2 1 0 0,5-1 1 0,-4 1 2 15,-1-1 3-15,0 1 3 0,-1-1 1 0,3 1 8 16,-2 0 2-16,2 0 4 0,-5 0-1 0,3-1-5 0,0 1-6 16,0-2 1-16,0 2 0 0,0 0-8 0,-1-1-5 15,0 1-4-15,2 0-3 0,1 0-1 0,0 0 1 16,-1 0-3-16,-1 1-2 0,0 1-2 0,0-2 3 16,-3 1 1-16,2 1 2 0,0-2 1 0,-1 1 3 15,-1-1 0-15,3 2 2 0,2 0 2 0,-1 1 0 16,1-2-2-16,-1 0 0 0,-1 3 4 0,5-1-1 15,0 2-2-15,-5-2-2 0,-1 0-2 0,0 2 1 0,0-2 0 16,1 1 0-16,0 0-2 0,1-1 0 0,-2 0 3 16,1 1 3-16,0-2 4 0,0 1 2 0,0-1 2 15,0 0 1-15,0 2-2 0,1-2 0 0,2 0-4 16,-2 0-1-16,2 1-7 0,-3 0-2 0,0 1-3 16,0-1-2-16,0 0-2 0,-4 0 0 0,3 0 0 0,0 1-1 15,0 1 2-15,1-2-1 0,-1 0 3 0,1 3 0 16,1-1 0-16,-1 1 2 0,1-2 1 0,-2 2 5 15,1-2-2-15,0 2 3 0,0-2-1 0,-1 0 2 16,-1 1 0-16,1-1-2 0,-3 4 0 0,1-3-3 16,2-3 1-16,-1 5-1 0,2-3 0 0,-1 1-1 15,-3 0-2-15,3-1 1 0,1-2 0 0,0 4-2 16,-2 1-2-16,0 0 0 0,2 1-1 0,-2-3 1 16,2 1 0-16,-1 0 0 0,1 2 0 0,-3-3-1 15,2-2 2-15,-2 7-2 0,0-8 0 0,2 4 0 16,-4-2 2-16,5 0 0 0,-3-4-1 0,2 6 2 15,1-6 1-15,-2 3-2 0,0-3 2 0,2 1-1 16,0 2-1-16,-3 2 0 0,1-1 1 0,1-1-1 16,0 0-1-16,-2-6 3 0,3 9-3 0,-1-2 1 15,0-1 0-15,1-3-1 0,-2-2-1 0,2 2 0 0,3 3-1 16,-1-1-1-16,-2-2 0 0,0-2 0 0,0 2 0 16,-2 0 2-16,4 2 0 0,-2-2-2 0,0 0 1 15,0 0 2-15,0 1-1 0,0-1 1 0,3 0-1 0,-1-2-2 16,-2 2-1-16,0-2-9 0,0-2-6 0,0 4-11 15,2 0-11-15,0 0-35 0,2 0-21 0,-1 0-29 16,-1 0-31-16,5 4 98 0,-2-4-72 0,2 4-18 16</inkml:trace>
  <inkml:trace contextRef="#ctx0" brushRef="#br3" timeOffset="-212080.83">13620 18488 186 0,'0'-1'140'0,"0"0"-32"0,1-1-48 16,-1 0 30-16,0-2-4 0,0 1-6 0,0 0-8 15,1 0-24-15,-1 0-11 0,0 0-10 0,0 1-5 16,0 1-10-16,0 0-3 0,0 0 2 0,0-2 1 16,0 3 3-16,0-2 0 0,0 1 5 0,0 0 3 15,0-1-2-15,0 2 1 0,0-1-4 0,-1 0 2 16,1 0 0-16,-1 1-2 0,1-1-5 0,0 1 1 15,-3-2 2-15,3 1 0 0,-1 0 3 0,-1 0 1 16,1 0 1-16,0 0 1 0,-1-2 1 0,1 2-1 16,-1-1-1-16,1 1-4 0,-2 0-1 0,2 0-6 15,-1 0-2-15,1 1-1 0,-1 0-4 0,2 0 2 16,-2-1-3-16,0 1 1 0,0 0 0 0,0 0 1 16,1 0-2-16,-1-1 2 0,0 0 1 0,1 1 1 15,-3 0-1-15,2-1 2 0,0-1 1 0,1 0 0 16,-1 2 3-16,1-1-2 0,-2 1 3 0,1-1 0 15,1 0 1-15,-3 1-2 0,2 2-1 0,-1-2-3 16,0 1-1-16,1 2-2 0,-2-2-1 0,1 0-2 16,0-1-1-16,2 1-2 0,-1-1 2 0,-1 2 0 15,0-1 0-15,1 0 1 0,0-1-1 0,0 4 0 16,0-3 2-16,-2-1-2 0,-1 3 1 0,4-2 0 0,-4 0-1 16,2 0 1-16,2 1 1 0,-2 0-1 0,2-1-1 0,-2 2 2 15,1-2 0-15,2 1-1 0,-1 1 0 0,1 0-1 16,-2 0 0-16,2-1-2 0,-2 3 2 0,2-3-2 15,-1 1 1-15,0-1 0 0,-1 1 0 0,1 3 0 16,1-5 0-16,-1 2 2 0,0 0 0 0,1-2-1 0,-1-1 0 16,1 3-1-16,-1-1 1 0,1-2 0 0,0 2 0 15,0 2 0-15,0-2 0 0,0-2-1 0,0 3 1 16,0-3 1-16,0 1-1 0,0 0-1 16,1 3 1-16,0-4 1 0,0 1-1 0,3 0 0 15,-3-1 1-15,0 3-1 0,1-2 1 0,-1 3 1 0,2-5-2 16,-2 4 0-16,0 0 0 0,1-1 0 0,0 1 0 15,1-2 1-15,-1 2-3 0,0-3 0 0,1 5 0 16,-1-4 2-16,1 1-2 0,0 3 2 0,2-2-1 16,-1-1 1-16,-1 0 1 0,2-2 0 0,-2 0 0 15,0 0 0-15,1-1 1 0,-3-1 3 0,3 1 3 16,-2-1-2-16,2 2 2 0,-2 0 0 0,3-1 3 16,-3 1-3-16,4 0 0 0,-3 0-4 0,-1 4 0 15,3-4-2-15,-3 3-1 0,1-3 1 0,-1 3-2 16,2 1 2-16,-1-3-2 0,-2-1 1 0,2 2-1 0,1 0 0 15,-3 2 0-15,1-4 0 0,1 3 0 0,-2-3-2 16,3 2 1-16,-1 0 0 0,-1-2 1 0,0-2 0 16,2 4 0-16,-2 6 0 0,0-8 1 0,1 4 2 15,-2-2-3-15,2 3 0 0,1 2 0 0,-3-6 0 16,0 1 0-16,1-1-2 0,-2 1 1 0,1 1 0 16,2 2 0-16,-1-5 1 0,-2 3 0 0,2-1 0 15,-2-1 2-15,1-1 2 0,0 3 7 0,-1-2 1 16,0 1 3-16,0 3-1 0,0-1 3 0,0 3-1 15,-1-3 1-15,1 1-4 0,-1-2-4 0,-1-3-4 0,2 5-3 16,-1-5 0-16,0 0 0 0,1 1-1 0,-2-1 0 16,1 2 2-16,1 1-3 0,-1 1 1 0,0-4 3 15,0 4 0-15,-1-2-3 0,2 2 3 0,-3-1-3 0,0-2 1 16,2 0 2-16,-2 3 0 0,0-4-1 0,2 0-2 16,-2 1 2-16,1 2 0 0,-1-3-1 0,0 1 2 15,-1 1-2-15,2 1 0 0,-1-1 0 0,1 0 1 16,-3-2 0-16,3 4 1 0,-1 0 1 0,0-1-1 15,-2-3 2-15,0 0 0 0,2 6 0 0,-3-7 0 16,2 2-2-16,-2-1 1 0,1-1 1 0,0-1 4 16,1 2 1-16,1-1 1 0,-4-6 3 0,4 7 1 15,0-3 1-15,-1 2-2 0,1-2-1 0,-1 1-3 16,0-1-4-16,1 2-1 0,1 0-3 0,-3 0 0 0,2 1-3 16,1 0 2-16,-2-4 0 0,2 4-3 0,-1 3 2 15,0-3 0-15,3-4-1 0,0 4 0 0,-2-3 0 16,1 2-1-16,1 0 1 0,-1 1 0 0,1-4-7 15,-3 3-4-15,1 1-6 0,2 0-4 0,-1 1-15 16,1 1-10-16,0-1-9 0,0-1-15 0,1 2-35 16,0 0-19-16,5-1-28 0,-4-1-42 0,2 5 126 15,1-2-88-15,2 7-23 0</inkml:trace>
  <inkml:trace contextRef="#ctx0" brushRef="#br3" timeOffset="-210903.48">13793 18521 197 0,'0'-2'140'0,"0"-1"-39"0,1-2-40 16,-1 2 36-16,0 0-24 0,1-2-8 0,0 1-8 16,0 1-11-16,-1-1-9 0,0 2-10 0,1 0-15 15,-1 0-4-15,1 2 2 0,2-2 1 0,-3 2 3 16,0-3 8-16,1 3 2 0,1-2 5 0,-1 0 5 16,-1 0 7-16,1 1-5 0,0 0 2 0,0 1-5 15,0-1-7-15,1 0-3 0,0 1-3 0,0 0-3 16,2 1-7-16,-4 1 0 0,1-1-3 0,-1 0 1 15,0 1 1-15,3-1 2 0,-2 0-1 0,-1 5 1 0,-3-4 0 16,3-1 1-16,0 2 1 0,0 2 0 0,2 0 0 16,-4 2-1-16,2-2-2 0,3 1 0 0,-2-1-2 15,-1 3-1-15,0-3-2 0,0 2 0 0,-1 0-3 16,0-1-1-16,-1 0 2 0,2-2-2 0,2 5 2 16,0-3-1-16,-3 0-1 0,0 4 2 0,1-6 3 15,0 4 3-15,1-1-2 0,2 0 1 0,-5-2 2 16,4 1 0-16,-2 3-1 0,2-4-2 0,-2 2-2 15,-1-1 0-15,1 0 0 0,-4-1 0 0,1 2-2 16,5-5-1-16,-2 1 1 0,0 0 3 0,0 0-1 16,1 0-2-16,-1-3 1 0,1 2 2 0,-1 1-2 15,2-1 3-15,-2 0-1 0,0-2-1 0,0 1-1 16,-2 1-2-16,1 2-5 0,2-1-9 0,-1-3-22 16,-2 3-17-16,0-1-20 0,2 0-23 0,0-1-101 15,0 2 139-15,0-2-89 0,2-1-44 0</inkml:trace>
  <inkml:trace contextRef="#ctx0" brushRef="#br3" timeOffset="-210320.05">13692 18436 355 0,'0'-2'242'16,"0"-2"-93"-16,-1 0-78 0,0 1 47 0,1-2-25 15,0 2-20-15,0 1-9 0,1 0-8 0,2-1-5 16,0 0-8-16,1 0 0 0,-4 1-1 0,3-2-2 16,1 2-6-16,-1 1 0 0,1 0-2 0,-1-1-3 15,0 1-8-15,1 1-5 0,3 0-4 0,-3 0-2 16,0 0-2-16,3 1-5 0,-3-1-3 0,6 2-1 15,0 0 1-15,-1 0-1 0,1-1 1 0,-5 1 1 0,7 1-5 16,-1-1 3-16,-1 1 0 0,-3-1 1 0,1 2 0 16,0-2-1-16,4 2-2 0,0 1-1 0,-5-1 4 15,1 2-2-15,1 2 0 0,-1-2-1 0,2 3 0 16,-5-1 2-16,1 2 1 0,-2-1 0 0,1 1 0 16,-1 0 1-16,0 1 0 0,0-2-1 0,-1 5 1 15,1-2-1-15,-1 2 0 0,0-4 0 0,1 3 0 16,-3-1 0-16,1 3-1 0,0-2 3 0,-1-2-1 0,3 0-1 15,-2 0 0-15,-2-1 2 0,1 1 1 0,0-4 6 0,0-2 4 16,-1 4 7-16,-2-4 4 0,1 0 5 0,-1-2 5 16,1 4 3-16,-2-4 6 0,0-2 0 0,0 0-3 15,3 0-3-15,-4 1 2 0,-1 0 0 0,0-3-3 16,-1 1-1-16,3 0-5 0,-5 0-3 0,2 0-2 16,1-1-2-16,-3-4-7 0,-1 2-2 0,2 0-2 15,0-3-4-15,1 1-3 0,-3-1-1 0,-1 6 0 16,2-7-2-16,1 5-1 0,-1 1 0 0,-1-1-1 15,1 2 0-15,-2 0-5 0,0-1-3 0,4 0-4 16,-3 2-5-16,0 1-6 0,5-1-7 0,3 3-20 16,-4-1-10-16,1 0-9 0,4 0-12 0,-3 5-13 0,2-5-54 15,1 5-39-15,-2 0-54 0,1-2 164 0,2 1-111 0,1 3-71 16</inkml:trace>
  <inkml:trace contextRef="#ctx0" brushRef="#br3" timeOffset="-209131.22">14188 18677 108 0,'0'-1'95'15,"-1"-5"-16"-15,1 5-30 0,0 4 35 0,0-6-3 16,0-5 1-16,0 7-2 0,0 0-10 0,0 2-4 0,0 1 4 15,0 1-8-15,-1-6-15 0,1 5-5 0,-2 1-6 0,2-3 0 16,-1-2-5-16,1-2-3 0,-1 2-7 0,0 2 0 16,1-1 4-16,0 1 3 0,0 2 1 0,0-4 0 15,0 4 6-15,0 2 3 0,-2-7-3 0,1 3 4 16,-1-1 0-16,1-2 0 0,0 2-2 0,-1 1-2 16,1-1-5-16,-2 1-5 0,2 0-1 0,0-1-5 15,-1 1-7-15,1-1-4 0,-1-2 0 0,1 3-3 16,0-2-5-16,0 2 1 0,-2 3 0 0,2 1 0 15,0-3 0-15,-1 2 1 0,2-1-2 0,-2 3 0 16,0-1 2-16,0-1-2 0,1-4 0 0,0 5 0 16,0-1 0-16,0 0 0 0,1-2-2 0,-1 1 1 15,1 1 1-15,0 0-1 0,0 1 1 0,0-4 2 0,0 2-2 16,1 2 1-16,-1-1 1 0,1-2-1 0,1 3 1 16,-1-4 1-16,2 6-2 0,0-5 1 0,-1-1 3 15,3 2-3-15,-2-1 1 0,0 3 1 0,3-4-1 16,-2 0 3-16,-1-3 2 0,2 3 2 0,-3 0 4 15,3-2 7-15,-4-1 1 0,3-1 3 0,-1 0 2 16,-2 0-1-16,-1 2 0 0,1-4-2 0,-1 2-4 16,0-1-3-16,0 0-1 0,-1 2-4 0,-2-2-2 0,-1 4-2 0,1-4 1 15,-1-1-1-15,-1 2-2 0,2 1-2 0,-2-3 0 16,-1 0 0-16,1-4-2 0,-1 2 0 0,1 0-1 16,-1 4 0-16,1-1-2 0,-1 2-2 0,3 3 2 15,0-1-4-15,-1 1-9 0,1 0-1 0,2 0-8 16,0 0-5-16,0 0-11 0,1 0-3 0,0 1-7 15,0 2-2-15,0-2-6 0,1 2-2 0,1-3 0 16,0 3 0-16,2 1-2 0,-1-3 3 0,0 2 0 16,1-3 3-16,1 0 9 0,-1 1 7 0,3 1 6 15,-4-1 5-15,3 0 13 0,-1 0 3 0,1 3 5 16,-1-5 2-16,2 2 5 0,-2 0-1 0,2 0 0 16,-2 2-1-16,2-3 2 0,-3 4 0 0,2-4 0 15,-1 3 4-15,0-1 5 0,0-1 1 0,-1 6 3 0,3-7 9 16,-3 2 5-16,2-1 2 0,-4 0-1 0,5 2 2 15,-3 2-3-15,0-5-1 0,-2 4-4 0,1-4-3 16,-2 3-5-16,2 2 1 0,4-5-2 0,-6 2 1 16,1 2 0-16,0-4-1 0,-1 0 0 0,-1 2 2 15,3-2 0-15,-3 3 1 0,0-2 3 0,0 2 1 16,0-2 3-16,0 0 2 0,2 1 5 0,0 0-2 16,-2-2 1-16,2 1 0 0,-2 3-3 0,1-4-6 15,0 0-2-15,-1 0-1 0,-1-2-5 0,1 0-3 16,0 1 1-16,-1-3-4 0,1 1 2 0,-2 1 2 15,4-3 1-15,-2 0 0 0,0-1 3 0,-2 4 3 16,2-4-1-16,0-4 1 0,-2 4-1 0,0-1 1 16,1-1-2-16,-1 4-2 0,0-2-4 0,-1-3-3 15,1 5-1-15,2-1 0 0,1-1-3 0,0 2-2 16,3-3-1-16,-2-3 0 0,3 6 0 0,0-2-1 16,0 1-1-16,2-2 2 0,-6 2 1 0,1 3-2 0,2-3 0 0,0 1 2 15,-1-2-1-15,1 1 1 0,-3 1 0 0,1-1-2 16,6-1 0-16,-4 1 1 0,0 2 0 0,1 1 0 15,-2 1 1-15,4-4-1 0,-3 3 0 0,-2 0 0 16,3 0 1-16,-3 1-1 0,3-4 1 0,1 4 0 0,-2-1 0 16,-1 1-1-16,2 1-1 0,1 0 0 0,-1 0 1 15,0 0 0-15,0 1-5 0,-3 0-5 16,5-1-3-16,-4 1-13 0,0 0-7 0,-1 3-7 16,1-1-8-16,1-1-22 0,-3 2-5 0,3 2-8 15,-3-3-8-15,1 2-23 0,1-1-12 0,1 1-20 16,0-1-25-16,-3 1 110 0,2 1-70 0,0-5-14 0</inkml:trace>
  <inkml:trace contextRef="#ctx0" brushRef="#br3" timeOffset="-207980.84">14970 18236 260 0,'-3'-2'179'0,"0"1"-62"0,1 0-61 0,0 0 37 15,1 0-12-15,-1 1-11 0,2 0-9 0,-1 0-18 16,0 0-2-16,0 0-4 0,-2 0-1 0,3 0-2 16,-2 1-2-16,-3 0-3 0,4 0 0 0,-3 0-2 15,1 0-2-15,1 3 0 0,-1-2-2 0,-1 1-5 16,3 2-2-16,0-2 2 0,-3 1 1 0,0 1-1 15,1-3-2-15,1 2-1 0,-1 1 4 0,-2-1 0 16,0 0 0-16,1 1-1 0,1-1-3 0,0 2 3 16,-3-2-1-16,2-2 1 0,1 5-6 0,-2-2 2 15,1 1 3-15,0 0 0 0,0 0 0 0,1 0 0 16,-1 1 0-16,3 2-1 0,-3-3 2 0,2 1-4 16,2 0-3-16,-1 1-3 0,-2 1 1 0,1 0-3 0,-2-1 0 15,-1 1-1-15,-1 0-1 0,2 3-1 0,-3-1 2 16,4 1 0-16,-1 1-1 0,-2-3-1 0,3 2 0 15,-4 1-1-15,6-2 0 0,-4-2 1 0,2-3-2 0,-2 3 0 16,1 0-1-16,2 0 0 0,-2-2 1 0,2 0 1 16,1 3 0-16,0 2-1 0,-1-2 0 0,1-2 1 15,1-2-1-15,1 3 0 0,1-4 0 0,0 3 2 16,-2-2-2-16,2-1-1 0,2 1 1 0,0 2 2 16,0-3-2-16,-3 4 2 0,4-3 0 0,-1-1-3 15,1 2 3-15,-1-2-2 0,-3 2 2 0,6-2-2 0,-6-2 3 16,3 1-3-16,2 0 2 0,-4 3 1 0,2-4 0 15,1-1 1-15,-2 3 0 0,-1-5 0 0,1 3-1 16,-1-2 3-16,2-1-1 0,-2-2 2 0,0 1-2 16,-1-3 3-16,0 4-2 0,5-2 2 0,-3 0-1 15,-3 0-2-15,3 0 1 0,-3-1-4 0,4 3 3 16,-3-4-3-16,2-1-1 0,-3 2 3 0,0-1-2 0,1 1 0 16,2-3 0-16,1 4 1 0,-3-3-3 0,1-1 3 15,0 5 1-15,-1-5-4 0,4 4 0 0,-4 0 0 16,1-1 0-16,0-6 0 0,-1 6 1 0,1 0-1 15,1-1 0-15,-1-2-1 0,-2 2 0 0,0 0 2 16,0 3-1-16,0 0 0 0,0-2-1 0,0-2 1 16,0 4 0-16,0 4 2 0,0-3-2 0,0-3 0 15,-1 2-1-15,0 1-2 0,-1-2 2 0,-3 2-2 16,1-2-2-16,-1-3 3 0,-1 5-2 0,2-2 2 0,2 5-2 16,-3-3 1-16,-3 1 0 0,5-1 2 0,-2 3-1 15,2 1-1-15,1 1 2 0,-2-5 0 0,-3 0 0 16,3 0 1-16,3 2-1 0,-3 1-1 0,2-4 2 15,-1 2-1-15,-2-2-1 0,2 1-3 0,0 0 2 16,-2 0 0-16,1 1 0 0,1 3 1 0,-1-3-2 16,4 3-1-16,-4-2 2 0,1 0 1 0,3 2-2 15,-3 1-1-15,1 1 2 0,0-5-2 0,0 4 1 16,1-1 1-16,1 0 0 0,-4 0 0 0,4-1 0 0,0 3 0 16,0-2 2-16,0 1 0 0,-3 0 0 0,2-3 0 15,0 1-1-15,2 3 1 0,-1 0 0 0,0-1 0 16,0-1-15-16,1-2-11 0,0 5-11 0,5-4-11 15,-6 3-43-15,3-3-23 0,1 0-31 0,-1 3-40 16,4-2 118-16,-1 0-83 0,1 2-18 16</inkml:trace>
  <inkml:trace contextRef="#ctx0" brushRef="#br3" timeOffset="-206857.22">15054 18613 154 0,'-5'5'172'0,"0"-2"-43"0,1 1-58 0,1-2 41 16,-2 4-3-16,1-3-9 0,-1-1-12 0,0 1-19 16,3-1-3-16,-4 3 3 0,3 4-4 0,-1-4-4 15,1 1-12-15,-1-4 1 0,1 6 1 0,1-3-7 16,-2 4-1-16,2-8-6 0,1 5-1 0,0-6-1 16,0 1-2-16,-1 5-6 0,2-6-2 0,0 1 0 15,-1-2-3-15,1 1-5 0,0 2 0 0,0 2-3 16,1-3 0-16,-1-1-4 0,3 0 0 0,-1 3-1 15,0 0-2-15,1-3-2 0,0 3-2 0,0-2 1 16,-1-1 1-16,1 1 0 0,-1-3-1 0,1-2 0 16,0 4 1-16,1-1 1 0,-1 1-4 0,-1-3 1 15,3 1 0-15,-2-1 0 0,0 0 1 0,0 2 1 0,2-3-1 16,-2 0-1-16,-1 1 2 0,3-1-1 0,-1 0 0 16,0 3 1-16,1-3-3 0,-1 2-1 0,-1-1 3 15,2-1-2-15,-1 2 1 0,1-2 0 0,-1-2-1 16,-1 2 0-16,2-4 1 0,-3 4 1 0,0-3 0 15,1 1 2-15,-2 1-1 0,0-2-1 0,-1 1 2 16,-1 4-1-16,0-2 0 0,0-2-1 0,-1 0-1 16,-1-1-3-16,-1 3 3 0,1 2-1 0,-1 0-1 15,-1-3 0-15,1 4 0 0,-3-5-1 0,2 5 0 16,-2-1 3-16,1-2-4 0,0-3 1 0,-1 3 0 16,0-3 1-16,2 4-2 0,0-1 1 0,0 0-1 15,0 2 0-15,1-4 1 0,0 4 0 0,-1 0-1 16,2-2 0-16,0-2-1 0,-1 4 2 0,0-3-2 15,1 1-2-15,-2 1 1 0,2 0 0 0,0-3-3 16,-2 3 1-16,4 1 1 0,-2-2-3 0,1 0 2 16,0 1-1-16,2-2 1 0,-1 2 0 0,1 2 2 0,-2-2 0 0,1 1 1 15,0-2 1-15,1 2 0 0,0 1 1 0,-1 0 0 16,1-2 0-16,0 2-3 0,0-2 2 0,1 1 1 16,1 0-3-16,-2 0 2 0,0-2-2 0,2 2-2 15,-2 0 3-15,2-1 0 0,-1 1 1 0,1-3-2 16,-2 4 2-16,1-1-1 0,0 0 0 0,2 0 2 15,0-1-2-15,0 0 1 0,-2 1-2 0,1 2 3 16,2-2 0-16,-1 0-2 0,0-1 1 0,-1 1 0 16,2 1 1-16,-2-1-1 0,0 0 1 0,0-1 0 0,1 1-2 15,0 0 2-15,-1-1 0 0,1 1-1 0,-1-1 2 16,0 1 0-16,2 0-1 0,-2 1-3 0,-1 0 3 16,1 0-1-16,2 1-1 0,-3-1-1 0,1 1-2 15,0 0 2-15,0 0 0 0,0 0 2 0,1 0-1 16,-1 0-3-16,0 0 3 0,-1 0 0 0,1 1 1 15,0 0-2-15,1 0 1 0,-1 0-1 0,0 1 0 16,0-1 2-16,0 2-2 0,-1-1 2 0,2 0 0 16,0 0-2-16,-2 0 1 0,0-1 0 0,1 3 1 15,-1-2 0-15,2 1-1 0,-2-1 1 0,0 1 0 16,-1-1 1-16,2 1 0 0,-2 0 0 0,1 1 0 16,-1-1 0-16,0 0 0 0,0 0 0 0,0 2-1 15,-1-2 0-15,1 1 1 0,-2 1-2 0,2-3-2 16,0-1 4-16,0 0-2 0,-1 6 0 0,1-1 2 15,0 2 0-15,0-1-2 0,-1-2 2 0,1 3 1 16,0-2-1-16,0-1 1 0,0-2 0 0,0 0 0 16,0 1 1-16,0-1 1 0,0 0 0 0,0-2 3 15,1 1 1-15,-1 0 0 0,1 0 1 0,-1-1 3 0,0-1 0 16,0 0-2-16,0 1 2 0,0 1-3 0,0 0 0 16,0-1 0-16,0 3-2 0,-1-3-3 0,1 0 1 15,-1-1-1-15,-1 0-2 0,1 0 2 0,0-1-3 0,1 3 0 16,-1-3-3-16,1 1-9 0,0 2-8 0,0-1-11 0,0 2-41 15,0 0-29-15,0 1-28 0,0-3-48 0,1 3 115 16,-1 0-110-16,2 0-43 0</inkml:trace>
  <inkml:trace contextRef="#ctx0" brushRef="#br3" timeOffset="-206186.76">15197 18814 476 0,'1'-7'233'0,"-1"5"-130"0,0-2-60 16,0 1 25-16,1 2-1 0,-1-3-4 15,0 0-4-15,2 4-9 0,-2-2 2 0,0 0 4 0,0 1-5 16,0-2-5-16,0 3-4 0,2-1-4 0,-2 2-4 16,0-2-7-16,0 1-5 0,0-3-6 0,-1 4-1 15,2-1-7-15,-2 2-1 0,-3-2 0 0,1 0-2 16,2 0 0-16,-2 0 2 0,1 2 2 0,2-4 2 15,-3 2 2-15,3 0-1 0,0 0 2 0,0 2 2 16,0-2-5-16,0 1 0 0,-1 1-1 0,1 0-1 16,-2 0-3-16,1 1 2 0,1-1-2 0,-1-1 1 15,1 0 1-15,-1-1 1 0,0 0 1 0,0 0 3 16,1 0 6-16,0-1-1 0,0 1-1 0,0-3 4 16,1 3-2-16,1-1 0 0,2 1-3 0,-3-3-3 15,3 3-4-15,-2 0-3 0,1-1 1 0,0-1-6 16,-2 0 1-16,2-1 0 0,-3-2-1 0,7 5 1 0,-7-4-1 15,3 2 1-15,-3-2 0 0,1 2 0 16,0 1 1-16,1 1-3 0,0-2-1 0,-2 0-19 16,0 1-11-16,2 1-18 0,2-3-21 0,-4 3-81 0,1-3-66 15,0 3 150-15,-1 2-115 0,0-2-72 0</inkml:trace>
  <inkml:trace contextRef="#ctx0" brushRef="#br3" timeOffset="-205202.79">15370 18407 427 0,'-6'-1'282'0,"2"-2"-135"15,0-1-93-15,4 0 86 0,-3 0-107 16,3 2 0-16,2-2 0 0,-2 2 10 0,1 1-2 0,-1-2 1 16,-1 1 4-16,1-1 5 0,0 1 7 0,-1 0-1 15,0 1-4-15,-3 0-13 0,4-1-2 16,0 0-3-16,-2 0-7 0,2 1-6 0,0 0-9 0,-1 0-4 15,2 0-1-15,4-1-2 0,-2 2-3 0,0-1-1 16,1 0 0-16,-3-2 3 0,2 1-3 0,1 0 3 16,-2 1-4-16,-2-1 2 0,4 0-2 15,-1-1 0-15,3 2 1 0,-6 0-2 0,3 0 1 0,0 1-2 16,0 0 1-16,1-1 0 0,-2 1 0 0,0 0 0 16,4 0 1-16,-4 0-1 0,1 0 0 0,1 0 3 15,-1 1-3-15,-1 0 0 0,1 1 1 0,-1 1 1 16,1-1 0-16,1 1 2 0,-1 0-1 0,0 0 1 15,0 1 1-15,-3 0 4 0,4 0 1 0,-4 1 3 16,1 1 1-16,1-1-1 0,-2 2 1 0,1-2 2 16,0 4-1-16,0-3-2 0,-1 1-4 0,0 2-1 15,0-2-3-15,0 2 2 0,0 2-4 0,0-1-2 0,0 1 1 16,0 0-1-16,2 0 1 0,-2-4-2 0,0 8 3 16,1-1-3-16,0-4 4 0,-1 2-3 0,0-3 2 0,0-2-1 15,0 3 0-15,0 1 1 0,0-4 0 0,0-3 1 16,-1 1-1-16,0 2 2 0,-1 1 0 0,1 0 0 15,0-5 3-15,-2 3-1 0,1-6-3 0,1 5 4 16,-1-2-2-16,-1-3 0 0,-1 3 0 0,2-2-1 0,-2-1-2 16,3 2 3-16,-4 3-1 0,3-5-1 0,-3 0 1 15,0-2 0-15,2 3-1 0,0-2 0 0,-3 1 0 16,3 0-4-16,-3-4 0 0,2 5-2 0,3 3-6 16,-3-4-2-16,0-5-5 0,1 4-3 0,0-1-3 15,-2-1-4-15,3 1-6 0,1-2-1 0,-1 0 2 16,0 1 4-16,-2 3 2 0,2-3 2 0,2 1 3 15,0-1 3-15,0 2 9 0,0 0 2 0,-1-1-1 16,1-3 0-16,3 1 2 0,1-2 0 0,-4 4-1 16,2 0 3-16,3-5-3 0,-1 4 2 0,1 0 0 15,-2 0 0-15,3 3 0 0,-3 0 0 0,4-2 2 16,-3 4 0-16,1-2 1 0,-1 0 0 0,0 0 6 16,1-2 1-16,0 2 1 0,-2 0 5 0,2-1 4 15,0 2-1-15,-1 3 2 0,-2-3 3 0,2 0-2 16,-2-1 0-16,1 4 0 0,0-4-3 0,-1 1-3 0,1 3-2 0,-2-3 1 15,4 2-3-15,-3-1-2 0,-1-1 0 0,2-1-1 16,-2 4 0-16,2-1 0 0,-2-2-1 0,0 1 0 16,2 3 2-16,-1-4-1 0,0 2 0 0,0-1 0 15,0-1 0-15,0 1-1 0,0 1 1 0,1-2-2 16,-1-1 0-16,0 2 0 0,-1 0-2 0,2 1 0 16,-1 2 1-16,0-5-1 0,1 2 2 0,0 0-1 15,-1-2-1-15,0 2 1 0,0-2 1 0,1 4-1 16,-2-3 0-16,1-1-1 0,-1 2-4 0,1 0-6 0,0 3-5 15,-2 1-15-15,2-3-8 0,2 0-10 16,-4-1-13-16,0 3-11 0,0-5-15 0,0 5-55 16,0-2-40-16,0-3-49 0,0 0 152 0,0 1-111 0,0 0-74 15</inkml:trace>
  <inkml:trace contextRef="#ctx0" brushRef="#br3" timeOffset="-204248.26">15648 18383 324 0,'0'0'183'0,"-2"0"-79"0,0 0-50 0,0 1 30 16,0-1-2-16,1 2-4 0,-1-2-5 0,0 2-4 15,0-1-1-15,1 2-1 0,-2-1-3 0,2 1-8 16,-1 0-5-16,-1 0-7 0,-1 0-1 0,1 2-4 16,1-3-2-16,1 2-7 0,-2-2-1 0,1 2-1 15,1 0-2-15,1-1-1 0,0-1-1 0,-1 3-2 16,1 0 0-16,0 0-2 0,0 1 1 0,-1-1 0 0,1 1 1 15,0 0-2-15,0-1-1 0,0 0-2 0,0 0-1 16,0 1-1-16,1-1-2 0,0 2-1 0,0-1-1 16,0 0-2-16,0 1 0 0,-1-1 1 0,3-1-2 15,-2 3-1-15,1-3-1 0,-2-1-2 0,0 5 1 16,1-2-2-16,0 2 0 0,-1-2 0 0,0-1 2 16,0 1-1-16,1-4-2 0,3 2 2 0,-4-1 0 15,1-3 0-15,1 0 1 0,0 1-1 0,0 2-1 16,0 2 1-16,1-2 3 0,-1-4 0 0,0 2 0 15,1 5 0-15,-1-4-1 0,2-1 0 0,-1 1 0 16,1-3-2-16,1 2 0 0,-3 1 1 0,3 0-2 16,0-4-1-16,0 2 2 0,-3 0-1 0,4-1 2 15,-4 2 1-15,2-2 0 0,0 0 1 0,-2-2-2 16,0 2 1-16,1 0-1 0,1 2 1 0,-1-2-3 16,-1-3 0-16,3 3 0 0,-3-4-2 0,5 2 2 0,-2-1 1 15,-2 0-3-15,1-3 3 0,2 1-2 0,-2-1 1 16,2 3-1-16,0-1 0 0,-2 1 1 0,2-3-2 15,1-1 2-15,-2 1-2 0,1 4 1 0,-3-3-1 16,0 4 1-16,0-4 0 0,-2 0-1 16,0 3 0-16,0 0-1 0,-1 2-2 0,3-2 2 0,-2-1-2 15,-2-4 1-15,1 7-1 0,0 0 0 0,-3 0-2 16,3 0 2-16,0-4 1 0,-3 2-2 0,3 1-1 16,-5 1 0-16,3-1-1 0,-1-4 1 0,-3 3-1 0,1 1 0 15,-1 1-1-15,3 0 1 0,-1 1 0 0,-2-1 1 16,3-1 1-16,0 1-2 0,-1 1 4 0,2-1-1 15,-2 1 1-15,-3-1 1 0,2 0 0 0,1 2-1 0,0 2 1 16,0-5 0-16,-1 2 0 0,2 0 0 0,0-1-3 16,-1 1-1-16,1-1 1 0,0 1 1 0,-1 1-1 15,1 0-1-15,1 3-1 0,-2-1 1 0,0-3 0 16,1 5 1-16,0-3 0 0,-2 0 1 0,2-1 0 16,-1 2 0-16,0-1 0 0,1-1 1 0,-1 5 0 15,3-5 0-15,-1 3 0 0,-1 3 0 0,2-2 0 16,0-2 1-16,0-1-2 0,0 3 1 0,1 0 1 15,0-2 1-15,0-2-1 0,1 0 0 0,-1 2-1 16,2 1 1-16,-2-4 1 0,2 1-1 0,0-1 2 16,-2 0-1-16,2 1 0 0,-1 2 1 0,1-4-2 0,1 2 2 15,2 2 1-15,-4-1-2 0,1 0 1 16,0-2-3-16,3-1-2 0,-2 0-5 0,1 2-14 16,1-2-8-16,-1 1-9 0,1-2-9 0,0 1-10 0,-1 1-14 15,-1 0-43-15,1-1-17 0,-1 1-23 0,-1 0-33 16,-2-2 118-16,6 1-111 0,0-2-40 0</inkml:trace>
  <inkml:trace contextRef="#ctx0" brushRef="#br3" timeOffset="-203069.35">15881 18330 300 0,'-6'0'150'0,"3"0"-75"0,-1 0-42 0,3 0 31 16,-2 1 8-16,2-1 8 0,0 1 5 0,0-1 5 15,0 0 1-15,0 1 2 0,0-1 5 0,1 0-13 16,-2 1-7-16,1-1-8 0,-2 0-7 0,1 1-15 16,0-1-5-16,2 0-6 0,-3 0-7 0,1 0-9 15,0 1-4-15,0 0-1 0,0 0-4 0,2-1-4 16,-1 3 1-16,0-3 1 0,1 2-1 0,0-2 2 16,0 1-2-16,-2 0-3 0,2 0 2 0,-4 0-1 15,1 1 0-15,2-1-2 0,-2 0 1 0,2 2-2 16,0-2 1-16,1 0 1 0,0 1 0 0,1-1-3 15,0 1 1-15,-1-1 2 0,3 2-1 0,0-1-3 16,1 0 1-16,-1-1 1 0,-1 1-1 0,2-1 1 16,2 0 0-16,-2-1-1 0,0 0 1 0,1 0 3 15,-1-1-2-15,2 1 1 0,-3-2 0 0,1 0-1 16,0 0 0-16,0 0-1 0,1-1 0 0,-2 1 1 0,1-1-1 16,-1 1-1-16,0 0-1 0,0-2 2 0,0 1-3 15,0 1 2-15,1 0 0 0,-2-1-2 0,0 1 0 16,2 0 0-16,-2 0 1 0,0 0 1 0,0-1-1 15,0 0-2-15,1 1 0 0,-2 0 1 16,2 2-1-16,-1-2 2 0,-1-1-2 0,1 3-1 0,2-1-1 16,-3 1 2-16,2 0 0 0,-1-1-2 0,0 0 2 15,0 1-2-15,0 0 1 0,0-1 1 0,-1 1-1 16,1-1 0-16,-1 1 0 0,0 0 0 0,1 0 1 0,0 0-1 16,-2 0-3-16,1 1 1 0,-1 0 2 0,2 0-2 0,-2 0 2 15,0-1-1-15,1 3-1 0,-1-1 1 0,0 1 2 16,0 0-1-16,0 1 1 0,-1-1 0 0,1 2-2 15,0 0 1-15,-2-2 1 0,1 2 0 0,0-1-1 16,0 1 1-16,-2 0-2 0,1-1 2 0,0 1-1 16,-1 1 1-16,-2-2-1 0,2 2 1 0,-1-1 0 15,-1 2-1-15,2-1 1 0,-1 0-1 0,-1 2 2 16,1-1-1-16,1 0 0 0,-1-1 2 0,1 1 1 16,0 2-1-16,-2 1 5 0,2-2 1 0,0-1 0 15,1 2 2-15,0-4 1 0,-2 6 0 0,0-4-1 16,-1-1-1-16,2-1-2 0,2-1 0 0,-3 1-2 15,0 2-1-15,1-2 0 0,1 1-3 0,1-2 0 16,0 4 2-16,-1-4-2 0,2 2 0 0,0-1-8 16,0 1-3-16,2-1-6 0,0-4-7 0,1 3-17 0,0 0-10 15,4-4-10-15,-5 2-10 0,2-1-13 0,2 0-1 16,-3-1-2-16,2 3 4 0,-3-5 13 0,0 2 10 16,1-1 7-16,-1-1 13 0,1 0 21 0,0-2 4 15,1 4 7-15,-3-1 2 0,4-1 5 0,-3 0 2 0,0-2 4 16,0 4-3-16,1 0 1 0,-1-2 0 0,0-1 2 15,-2-1-1-15,0 3-1 0,1 0 2 0,-1 1 2 16,0 0 2-16,0 2 10 0,0 2 3 0,-1-2 3 16,1-2 8-16,-3 3 12 0,2 0 5 0,-2-5 1 15,1 2 2-15,-2 0 1 0,3 0 0 0,-3 3-3 0,1-1-7 16,2-2-8-16,0 5-6 0,-2-2-3 0,0-2-3 16,2 2-7-16,0-1-3 0,0 1-2 0,0-1 2 15,1 0-1-15,-1 3-1 0,1-4 0 0,-2 4-1 16,2-5 0-16,0 0-2 0,2 3 1 0,-1-3-4 15,0 2-1-15,-1 3-2 0,3-2 1 0,0 0-1 16,-2 0-4-16,1-1 1 0,-1 1 1 0,1 4 1 16,0-2-2-16,1 0 1 0,-1-1-2 0,1 0 1 15,-1 3 1-15,2-4 1 0,0 2-2 0,-2-4 2 16,0 1 0-16,2 0 1 0,-2-2 0 0,1 1 2 16,-1 0 1-16,0 0 2 0,2-4 4 0,-2 3 5 15,-1 0 1-15,0 0 3 0,2-2 2 0,0-2 2 16,-2-3 0-16,0 4-3 0,1-3-4 0,0 4-4 15,1-7-1-15,-1 5-4 0,-1-2-2 0,0 1-6 16,1 2-2-16,-2-1-5 0,1 0-7 0,-1-3-24 16,1 3-18-16,-1 0-18 0,0 0-22 0,-1 0-123 15,1-3 158-15,-1 0-99 0,-2 2-53 0</inkml:trace>
  <inkml:trace contextRef="#ctx0" brushRef="#br3" timeOffset="-201366.91">12932 18342 121 0,'-1'-1'94'0,"3"-1"-31"0,-2 1-32 16,-3 1 15-16,3-1-9 0,-1 0-15 15,0 1-5-15,1-1-4 0,1 1-5 0,-1 0 1 0,1 0 0 0,-3 0 9 16,2 0 3-16,0 0 1 0,0 0 2 0,0 0 0 15,-2 0 0-15,1 0-4 0,0 0-1 0,1 0-4 16,4 0 0-16,-6-1 2 0,2 1 0 0,2 0-2 16,-1-1 0-16,0 1 2 0,-1 0 1 0,0-1-3 15,-1 1 1-15,1 0 5 0,-1 0-2 0,-1-1 4 0,2 1 0 16,-1 0 0-16,1 0 0 0,0 0-1 0,1 0-1 16,-1 0-6-16,0 0 0 0,-1 0 0 0,0 0-1 15,1 0 2-15,-2 0-1 0,2-1-1 0,0 1 1 16,0-2-2-16,2 2 1 0,0-1-4 0,0 1 2 15,-1 0-4-15,-1 0-4 0,-1 1 3 0,-1 1-5 16,2-1 2-16,-4 0-1 0,3 0-1 0,-2 0 2 16,2 1-4-16,1-1 4 0,0 1 0 0,1 0 0 0,-2-1 0 15,1 1 3-15,-2 0 0 0,2-1 0 0,0 0 3 16,-3 1 3-16,1-1 0 0,0 1 3 0,0-1 4 16,1 0 0-16,1 1 3 0,-3-1 0 0,2 0 3 15,-3 1 0-15,1-2-2 0,1 1-2 0,-1 1-1 16,0-2-4-16,-1 0-1 0,1 0-1 0,0 0-5 15,1 2 0-15,1 0-2 0,-3-1 2 0,3 0-3 16,0-1 2-16,0 0 0 0,1 1-1 0,-2-1 1 0,2 0-1 16,-2 0 1-16,2 1-1 0,-1-1-1 0,0 1-2 15,-2 0 1-15,2-1 0 0,-2 2-4 0,1-1 0 16,0 0 0-16,0-1-1 0,2 0 1 0,0 1 0 16,0-1-2-16,-3 1 0 0,2-1 2 0,-2 0 0 15,0 0-2-15,3 1 0 0,-3-1-1 0,1 0 1 16,-1 1 1-16,2 0-2 0,-1-1 1 0,0 2 0 15,-1-1 0-15,0 1 0 0,2-1 1 0,-1 1-1 16,0-1 0-16,-1 1 1 0,2-1-2 0,1 1 1 0,-2 1 0 16,2-2-1-16,-1 0-1 0,1 0 1 0,0 1-1 15,0-1 2-15,0 0 0 0,-1 0 0 0,1 0-1 16,0 2-1-16,0-2 4 0,0 1-1 0,0-1 1 0,0 0-2 16,2 2 0-16,0 0-1 0,-1-1 2 0,-1-1-1 15,3 0-23-15,-1 0-13 0,1 0-19 0,1 0-23 16,0-1-122-16,2 1 152 0,1 2-100 0,2-2-58 15</inkml:trace>
  <inkml:trace contextRef="#ctx0" brushRef="#br3" timeOffset="-200485.88">12699 18950 137 0,'-2'-5'92'0,"2"3"-33"0,0 1-35 0,0-2 19 16,-3 0-12-16,2 1-6 0,-2 0-15 0,2-2-6 0,0 2-4 16,0-2 1-16,1 1-2 0,0 0 0 0,0 1-2 15,0 0-2-15,0 0-3 0,0-1-2 0,0 0-5 16,0-1 1-16,-3 2 0 0,3-1-4 0,-1-1-10 15,0 1-6-15,1 1-7 0,0 1 27 0,-2-3-21 16,2 2-13-16</inkml:trace>
  <inkml:trace contextRef="#ctx0" brushRef="#br3" timeOffset="-199819.11">12672 18841 242 0,'-2'-1'191'16,"0"1"-54"-16,1-1-69 0,0 0 46 0,-1-2-14 15,2 2-13-15,-1 0-12 0,-1-1-27 0,2 0-4 16,-1 2-5-16,1-2-4 0,0-1-8 0,0 2-1 16,0-1 1-16,0 1 0 0,1 1 1 0,-1-3 0 0,0 3 0 15,0 0 2-15,0 0-5 0,0 0-1 0,0 0 5 16,2 0-2-16,-1 1-2 0,0-1 1 0,-1 1 1 0,0-2 3 15,1 0 3-15,0 0 1 0,0 1-5 0,-1-1 0 16,0 1 2-16,3 0-2 0,0 0-2 0,-3-3-7 16,3 5 0-16,-2-2-2 0,3-3-2 0,0 3 0 15,-1-3 0-15,1 1 0 0,0 1 0 0,0 1 2 16,0-4 0-16,0 3-1 0,3 1 0 0,-4 0-1 16,3 0-5-16,1-2 0 0,-3 0-2 0,2 0 1 15,3 2-3-15,-4-3-1 0,2 0 0 0,-1 1 0 0,0 1-3 16,0 0 1-16,1 1 0 0,-2 0-2 0,1 0-1 15,-2 0-1-15,6 3 2 0,-5 1-2 0,2-2 2 16,2 1-1-16,-3-2 0 0,2 0 0 0,0-1-1 16,2 2 0-16,-5-2 1 0,-1-1 1 0,3 1-3 15,-4 0 1-15,4 2 1 0,-3 1 1 0,3-1-1 16,-5 0 0-16,1 0 0 0,3-2 0 0,-2 4 2 16,-2-2-3-16,-1-1 2 0,4-1 0 0,-3 1 0 15,2-1 2-15,-4 0-3 0,0 1 3 0,1-2-3 16,-1 1 3-16,2 0-2 0,-1 0 2 0,-2-1 1 15,3 1-1-15,1 0 2 0,0 0 0 0,-2 1 3 16,0-1-1-16,2 1 3 0,-3-1-1 0,1 0-1 0,1 0 0 16,-2 0 0-16,0-3 0 0,0 3-1 0,1-1-2 15,-1-2 1-15,1 1-1 0,0 2-2 0,0-2 1 0,0 2 0 16,1 0 0-16,-2-2-4 0,0 1 1 0,3-1-1 16,-3 0 1-16,0-1 1 0,0 0-1 0,0 1-2 15,0 2 0-15,3 0 1 0,-1 0 0 0,-2-1-1 16,0 0-2-16,1 1-4 0,0-3-2 0,-1 3-5 15,3 0-4-15,-3-2-12 0,1 2-8 0,1 1-6 16,2-1-7-16,-4 2-14 0,2 0-6 0,1-2-3 16,-2 0-5-16,1 1-9 0,-1-1-4 0,0 3-11 15,-1-1-17-15,0 0 78 0,0 4-45 0,-1 0-7 0</inkml:trace>
  <inkml:trace contextRef="#ctx0" brushRef="#br3" timeOffset="-198978.59">12953 18723 78 0,'-2'-5'40'0,"2"0"-21"16,0 3-16-16,0-3 4 0,0 2-8 0,0 3-5 15,0-1-7-15,0-1-8 0,1-2 14 0,-1 5-10 16,-1-1-4-16</inkml:trace>
  <inkml:trace contextRef="#ctx0" brushRef="#br3" timeOffset="-198810.81">12940 18672 119 0,'0'-3'95'0,"1"3"-19"0,-1 0-36 0,0-1 20 15,-1-1-7-15,1 0-6 0,0 3-6 0,0 3-18 16,0-3-8-16,0-4-8 0,-2 3-1 0,5 3-4 15,-3-3-2-15,0-1 0 0,-1-1-3 0,-1 2 3 16,2 1 0-16,0-1 0 0,0-1 0 0,0 0 0 0,0 3-1 16,0 2 2-16,0 1-3 0,2-6-8 0,-2 5-8 15,-2 4-7-15,2-6-31 0,-1 0-15 0,0 1 48 16,0-1-40-16,-2 0-16 0</inkml:trace>
  <inkml:trace contextRef="#ctx0" brushRef="#br3" timeOffset="-198248.36">12921 18706 235 0,'-2'-1'167'0,"2"2"-57"0,1-2-57 16,-2 2 36-16,1-1-32 0,2 1-10 0,-2-2-8 16,1 0-10-16,-2 1-14 0,-1 0-3 0,0 0-3 0,0 0 8 15,1-1 5-15,-1 1 2 0,-2 0 4 0,3 1 5 0,1-1 8 16,2 3 5-16,1-3 1 0,0 4-3 0,-1-3-1 15,-1 0 3-15,-4 2-6 0,3-3-1 0,0 1-7 16,0 3-3-16,-2-3-1 0,-2 1-4 0,0 0 1 16,4 0-3-16,1-2 0 0,0 0 2 0,-3 0-1 15,2 0 0-15,2 5-1 0,-3-5-2 0,1 2-1 16,0 2-2-16,0-1 0 0,0 0-1 0,0 0-1 16,0-1 3-16,-3-1-1 0,5 4 3 0,-2-4 0 15,0 1 1-15,-3 0 3 0,2 2-2 0,1-1-1 16,0-1-3-16,-2 2 3 0,0-2-3 0,0 2-1 15,-1 0-3-15,2-2 0 0,1 0-3 0,0 2 0 16,-1-2 0-16,1-1-3 0,-3 3 0 0,2-3-2 16,0 1-1-16,-1 1-1 0,1 0 0 0,1 0-2 15,-4 3 1-15,2-4-2 0,1 0 1 0,1 3 1 16,0-3-1-16,-2 0-1 0,2 0 3 0,0-2-2 16,0 2 0-16,0-1 1 0,0 1 0 0,-2-1-2 15,2 0 2-15,3 0-1 0,-3 0 0 0,0 0 1 0,0 1-1 16,0 0-2-16,0-2 1 0,0 0 1 0,-2 2-1 15,2-1 0-15,-1 0 1 0,1-1-1 0,1 1 1 0,-2-1-1 16,-1 0 1-16,2 2 0 0,-1-2 0 0,0 0 3 16,0 1-4-16,1-1 2 0,-2 0 1 0,2 0 0 15,2 0-2-15,-1 0 3 0,0 0-1 0,0-1-1 0,-1 1 2 16,0-1-2-16,0 0 1 0,-1 1-1 0,-1 0 1 16,0 0-6-16,0 0-8 0,6 0-6 0,-4 0-7 15,-2 0-31-15,2 0-18 0,0-1-22 0,2 0-25 16,1 1-111-16,-4-1 162 0,-1 1-103 0,2 0-49 15</inkml:trace>
  <inkml:trace contextRef="#ctx0" brushRef="#br0" timeOffset="-147496.78">13522 14146 190 0,'-3'-3'98'0,"1"1"-51"0,0-1-29 16,2 3 5-16,0-1-2 0,0 0-5 0,0-2-4 16,0 3-4-16,3 0-1 0,-3-1 4 0,0-1-2 15,0-2 4-15,0 3-3 0,0 0 0 0,0 0-1 16,0 1 0-16,-1-1-2 0,3 1-3 0,-1-1 3 15,0 0-1-15,2-1 3 0,-2 0 7 0,2-1 2 16,-3 2 3-16,2 0 6 0,-2 1 7 0,1-2-2 16,0 2 3-16,-1 0 2 0,0-1-2 0,0 0 0 0,0-1-2 15,0 4-4-15,0-4-3 0,-1 2 0 0,1 0-2 16,0 0-6-16,0 0 0 0,-1 0-1 0,1 2 0 16,1-2-1-16,-1 0-4 0,1 0 0 0,-1 0-3 15,0 1 5-15,0-1-2 0,0 0 0 0,0-1-1 16,0 1 5-16,-1-2 4 0,1 2 1 0,0-1 3 15,0 0-2-15,0 0-1 0,-1 1 1 0,1 0-1 16,0 0-4-16,0-2-5 0,0 2-1 0,-1-1-3 16,1-1 1-16,0 2-3 0,0-2-1 0,0-1 0 15,0 1-2-15,0 1 1 0,0 0 0 0,1-1 1 16,-1 1-1-16,0-2-1 0,2 2-1 0,-2 0-1 16,0 0 3-16,1-1-1 0,-1 0-2 0,2 1-1 0,0 0-1 15,-1 0 1-15,-1-1 0 0,2 1 2 0,-1-1-2 0,1 1 0 16,-1-1 0-16,0 0 2 0,-1-1-1 0,3 2 1 15,-2-2 0-15,1 1-1 0,-2 1-1 0,0 0 0 16,0-1 2-16,0-3-2 0,1 3 0 0,-1-1 0 16,1-2 0-16,1 0-1 0,-1 2 1 0,1-2 0 15,1 1 0-15,-1 1 1 0,0-2 1 0,0 0-2 16,1 0 0-16,-1 2 0 0,1-2 0 0,-1-1 1 16,0 1-1-16,2-1-1 0,-1 2-2 0,-1 0 3 15,1 1 0-15,0-2 0 0,0 1 0 0,0 1-1 16,-1-1 1-16,1-1 2 0,-1 1 0 0,1-2-3 15,-1 2 1-15,2 0 0 0,-2 0 0 0,0 0 0 16,0-1-1-16,0 1 1 0,-1 2 0 0,2 0-1 16,-2-2 1-16,0 0 0 0,2 1-2 0,-2 1 1 15,1-4 1-15,-1 2-1 0,2 0-2 0,0 0 3 0,-1 2 0 16,0 1 0-16,2-2 0 0,-2 1 0 0,1-1 0 16,-1 3-1-16,0-2 1 0,1 1 0 0,-2-1-1 15,0 1-1-15,-1-1 1 0,2 2 0 0,-1 0 0 16,-1 0 1-16,1 1-2 0,0-1 1 0,0 1 1 15,-1 0-1-15,1 1 0 0,-1-1 1 0,0 0 0 0,2-1-1 16,-2 0-1-16,0 1 2 0,0-1-2 0,0 1 1 0,0 2 0 16,0-1 1-16,1 0-1 0,-1 0 1 0,0 0 1 15,0 3-2-15,0-2 0 0,0 0 1 0,0 1 0 16,0-1 0-16,1 1 0 0,-1 0-1 0,0 0 1 16,2-1 0-16,-2 0 0 0,1 2 0 0,0-2 0 15,-1 0-1-15,1 1 0 0,-1 0 1 0,1-1-1 16,-1 2 1-16,0-2-1 0,0 0 0 0,0 2-1 15,0-1 3-15,1-1 0 0,1 2 0 0,-1-1 0 16,0 1 0-16,-1-2 0 0,0 1 2 0,1 1-1 16,-1 0-1-16,2 1-1 0,-1-2 0 0,-1 1 2 15,2 2 0-15,-2-3-1 0,1 2 0 0,0-1 4 16,-1 0-1-16,0-1 0 0,2 3 2 0,-2-3-2 16,1 3 0-16,0-2 2 0,1 0-1 0,-2 1-4 15,0-1 2-15,1 1 0 0,-1-3-2 0,0 3 1 16,0-3 0-16,1 0-2 0,-1 1 0 0,0-2 1 15,0-1-1-15,-1 2 0 0,1-1 1 0,-1 0-1 0,1 0-1 16,0 1 2-16,0 0-1 0,0 0 0 0,0 0 0 16,0-1 1-16,0 1-1 0,0 0 0 15,0 1 1-15,0 0 0 0,0-1 0 0,0 1 0 16,0-1 0-16,1 0-1 0,-1 0 0 0,1 2 0 16,0-3 0-16,-1-1-1 0,0 2-8 0,1 1-6 0,0-1-4 15,1-1-9-15,-1 1-18 0,-1 1-18 0,1-2-15 16,0 2-19-16,1-3 62 0,0 0-44 0,0 2-10 15</inkml:trace>
  <inkml:trace contextRef="#ctx0" brushRef="#br0" timeOffset="-140210.85">13797 13934 45 0,'0'0'31'0,"0"-3"-14"0,1 2-12 0,0 0 7 15,-1 0-5-15,0 1-6 0,0-1-2 0,0 1-1 16,0-1 3-16,0 0-1 0,0 1 0 0,0 0 3 16,0-2-5-16,2-1 2 0,0 2 0 0,-2 0 1 15,0 1-2-15,3-1 1 0,-2 0 0 0,1 1-2 16,-1-1 2-16,2 1 0 0,-2-1 0 0,2-1-1 15,-2 2 1-15,1-4 0 0,-2 1 3 0,4 0 2 16,-4 0 2-16,1 0 2 0,-1 2 2 0,0-1 8 16,0-1-1-16,0 2 1 0,1 0-1 0,-1-2 5 15,0 3-2-15,2-1-1 0,-1 0 0 0,-1 0-5 16,3 0 2-16,-3 1-1 0,4-1 1 0,-5 1-8 16,-1 0 3-16,5 0-3 0,-6-1-1 0,3 1-2 0,-1 0-3 15,1 0-2-15,-2 0-1 0,4 0 2 0,-2 0-1 16,0 1-1-16,3 0-1 0,-1-1 3 0,-1 0 1 15,2 0 2-15,-2 0 3 0,1-1 2 0,-2 0 0 16,0 1 2-16,1-1 2 0,-1 1-2 0,0 0 1 16,0 0 1-16,3 0-3 0,-3 0 3 0,0 0 0 15,-4 0 0-15,4 0 3 0,1 0 1 0,-2 0-1 0,0 0 2 16,-4 1 0-16,7-1-3 0,-1 0 0 0,-1 0-1 0,0 0-1 16,0 0-4-16,2 0 1 0,-2 0-3 0,6 1-1 15,-6-1 1-15,3 0-2 0,1 2 0 0,-4-2 0 16,-1 0 2-16,1 1 2 0,0-1-2 0,-4 0 1 15,4 2 4-15,-2-2 0 0,-3 0 3 0,5 0-3 16,3 1 1-16,-3 1-2 0,0 1-2 0,2-2 1 16,0 0-4-16,0 1 1 0,-2 2-1 0,0-2-1 15,1 0-2-15,0 0 1 0,-1-2 0 0,0 2-2 16,-1-1 0-16,2 0-1 0,4 1 0 0,-4-1-1 16,-1-1 0-16,0 2-1 0,0 0 0 0,2 0 1 15,0 2-1-15,-2-3 1 0,1 2-1 0,1-2 1 16,-2 1 0-16,3 0 2 0,0-1-1 0,-3 2-2 0,0-2 2 15,0 0-2-15,1 1 0 0,-1 0 0 0,0-1 0 16,1 2 0-16,1-1-1 0,2-1 1 0,-2 1 0 16,-2-1 3-16,-2 0 2 0,3 0 2 0,0 0 2 15,-1 0 2-15,-1-1 1 0,0 2 1 0,1-1-3 16,0 0 1-16,1 0-2 0,-1 0-4 0,1 0-1 16,3 1-1-16,1 0-1 0,-3 1-1 0,-2-1-1 15,2-1 1-15,1 1-1 0,-1-1 1 0,-2-1 0 0,0 3-1 16,4 1 0-16,-4-2 0 0,3-1 0 0,-1 1 1 15,-3 0-1-15,3 3 0 0,-1-4 0 0,2 0 0 16,-3 0 1-16,1 2-1 0,-2-2 2 0,2 2 2 0,2 0 2 16,-3-2-3-16,0 1 2 0,-2 0 2 0,0 0-3 15,3 0 2-15,-1 2-3 0,0-1-1 0,1 0-1 16,-1 1 1-16,0-2-1 0,0 2 1 0,-1 0 3 16,-2-1-1-16,3-1 5 0,-2 2 1 0,-1-1 2 15,1-1-2-15,2 2 2 0,0 0-2 0,-2 0 0 16,2 0-2-16,-1-1-2 0,-2 1-3 0,2-1-1 15,1 1 0-15,0-2 1 0,1 0-1 0,-1 0 1 16,0 0-1-16,0 1 1 0,0-1-1 0,0 0 2 16,-1-1-1-16,0 1 0 0,1 0 2 0,0-2-1 0,-1 1 5 15,0 1-4-15,-1-1 5 0,-5-1-3 0,9 1 3 16,-5 0 0-16,4 1 0 0,0 0-2 0,-1-2-1 16,1 1 1-16,3 0-3 0,0 1 1 0,-4-2 0 15,0 0-3-15,0 1 0 0,2-1 1 0,2 2-1 16,-4-2 2-16,0 0 2 0,0-1 0 0,0 1 1 15,0 0 3-15,-2 0-1 0,4 0-1 0,-5-1 1 16,3 1-5-16,0 0 1 0,1 0-2 0,-1 0 0 16,3 0-3-16,-3 0 1 0,-1 0-1 0,1 0-1 15,0 0 2-15,0 1-1 0,0-1 1 0,0 0-2 16,1 0 0-16,-4 0-1 0,2 0 1 0,1 0 0 16,0 0 0-16,-1-1 1 0,-1 1-2 0,1 0 1 15,1-1 0-15,0-1 2 0,0 2-1 0,0 0 0 16,0-1 2-16,1 0-2 0,0 1 3 0,-1-1-2 15,0 0 0-15,5 0 0 0,-7 0 0 0,2 1 2 16,0-1-3-16,0 0 1 0,4 1-2 0,0-1 2 0,-4 1 0 16,-1-2-2-16,2 2 2 0,1-1-2 0,-2 0 1 15,0 0-1-15,-1-1 2 0,2 2-3 0,0-2 1 0,2 1 0 16,-2-1 0-16,-1-1 0 0,0 1 0 0,0 1 0 16,0-1 2-16,1-1-2 0,-1 1 3 0,0-1-3 15,0 1 0-15,2 1 1 0,-2-1 0 0,1-2-1 16,-1 2 0-16,0-1 0 0,0 0 0 0,4-1 0 15,-3 1 0-15,2 0 1 0,-2 0-1 0,2-1 0 16,-1 1 0-16,2 0-2 0,-3 0 2 0,0-1 1 16,1 1-1-16,1-2-2 0,-1 2 2 0,1 0 0 15,-1-1 1-15,1 0 1 0,-1 3-1 0,0-1-1 16,2-1 0-16,-4-1 1 0,0 1-1 0,2 1 0 0,-1 0 1 16,1-3-1-16,-1 2-3 0,0 0 5 0,2-1-1 0,-2 2-1 15,2-1 0-15,-1 1 0 0,-2 1-1 16,0-1 2-16,1-2 1 0,0 3-2 0,-1-2 0 0,3 1 0 15,-2-3 0-15,0 2 0 0,2-1 0 0,-2 0 1 16,1 0-1-16,0 1 1 0,1-2 0 0,0 1-1 16,-2 0 0-16,0 0 0 0,-1-1 1 0,1 3-2 15,0-3 1-15,2 1-1 0,-1 1 0 0,-1 0 0 16,1 0 0-16,0 0 1 0,0 1-1 0,1-2 1 16,-2 2-1-16,0-1 1 0,1 1 0 0,-2-1 0 15,1 0 0-15,0 3 2 0,-1-2-2 0,0 0-2 0,1 1 2 16,-1 0 0-16,0 1 0 0,1 1-3 0,-1-1-4 15,1 2-3-15,1-1-6 0,-2 1-12 0,0 0-10 16,0 3-13-16,0-3-11 0,0 1-41 0,0 0-22 16,0 1-32-16,0 0 97 0,0 2-85 0,0-3-32 15</inkml:trace>
  <inkml:trace contextRef="#ctx0" brushRef="#br0" timeOffset="-138776.89">14136 13940 115 0,'1'-2'78'16,"-1"1"-17"-16,0-1-26 0,1 1 18 0,-1-2-3 15,0 2-7-15,2-1-1 0,-2-1-3 0,1 2-3 16,-1 0-4-16,1 0-2 0,0-2-4 0,-1 2 3 16,1-1-5-16,-1 1 2 0,1 1-1 0,1-1 1 15,-2 0-1-15,1 0 1 0,-1-2 1 0,1 2-4 16,1 1 1-16,-2-1-5 0,0 0 1 0,0 0-3 15,0 0-3-15,1 0-1 0,-1 0 5 0,0 1-3 16,0-2-1-16,0 1 0 0,0-2 1 0,0 2 0 16,-1 0-3-16,1 1-1 0,-2-1-2 0,1-2-1 0,0 3-1 15,1-1 2-15,-2 1-1 0,2 0 0 0,0 0 5 16,-1-1-1-16,0 2-2 0,0 0 0 0,0-1 0 16,-2 0-4-16,3 3-4 0,-1-2 2 0,-3 1-4 15,2-1 1-15,-1 1-1 0,1-1 1 0,1 2-2 16,-3-2 2-16,2-1 0 0,-1 3 0 0,1-1 1 15,1 1-2-15,-3-1 0 0,2 1 0 0,-2-1 0 16,3 1 0-16,0-1 1 0,-2 0-2 0,1 0 0 0,1 1 0 16,0 0 0-16,0-1 0 0,1 0 1 0,-2 0 0 15,1 1-2-15,1 1 2 0,-1-1 0 0,1-2 0 16,-2 2 2-16,2 2-2 0,0-2 0 0,-1 1 1 16,0 0 1-16,1 0-2 0,-1-2 2 0,0 3 0 15,1-3 0-15,-1 0 1 0,-1 1 4 0,2 1-1 16,0-2 2-16,-1 0 1 0,0 1 2 0,0-1 1 0,1 1-1 15,0 0-1-15,0-1 1 0,0 1-2 16,0 0-3-16,0-1 0 0,0 1-3 0,1 0 0 16,-1 0 1-16,0-1-2 0,1 0 0 0,0 1 0 15,-1-2 0-15,2 1 2 0,-1 0-1 0,1-1-3 0,-1 1 1 16,0-1 0-16,2-1 0 0,-2 1 0 0,-1 0 1 0,2 0-1 16,-1 0 1-16,1-1-1 0,-1 0 1 0,1 1-1 15,1-1 2-15,-2 0-2 0,2 0 1 0,-2 0-2 16,1-1 2-16,-1 1 2 0,1-1-4 0,0 0 3 0,-2 0-3 15,2 0 2-15,-2 0-1 0,0 1 1 0,1-1 0 16,-1 0 0-16,0 0 2 0,0 1-4 0,0-2 3 16,0 2-3-16,0 0 1 0,0 0 1 0,0 0-1 15,0-1-1-15,0 0 0 0,0 1 1 0,-1 0 1 16,1-1-1-16,0 0-1 0,-2 0 0 0,2 1 0 16,0 0 0-16,0 0 0 0,0 0 0 0,0 0 0 15,0 0-1-15,0 1 2 0,0 0-1 0,-1-1 2 16,-2 0-1-16,2 0-1 0,1 0 0 0,-1 0-1 15,0 0 1-15,1 0 0 0,-1 0-1 0,0 0 1 16,-1 0 0-16,2 1 1 0,-4-1-1 0,3 1 0 16,0-1 1-16,0 0-1 0,0 3 0 0,-1-3-2 15,2 1 1-15,0-1-1 0,0 2 2 0,-2-2-1 16,1 1 0-16,-2 1 0 0,2-1 1 0,-1 0 0 16,0 2 0-16,0-1-1 0,0 0 1 0,1 1 2 15,-2-1-2-15,2 1 0 0,0-1 0 0,0 1 1 0,1 0-1 16,0 0 0-16,0 0 0 0,-1-2 0 0,1 0-3 0,0 1 1 15,0 0 1-15,-2 1 0 0,2-1 2 0,0 0-1 16,0-1-2-16,0 1 0 0,0 2 1 0,2-3 1 16,-2 1 0-16,0 0 0 0,0 0-2 0,0-1 0 15,0 1 2-15,1 1 0 0,-1 0 1 0,1-2-1 16,1 3-2-16,-2-1 5 0,3 0 1 0,0 2 0 16,-3-2 2-16,4 0-3 0,-2 0 2 0,-1 0 0 0,2-1 3 15,-2 1-6-15,1-1-1 0,-1-1 1 0,1 1-1 16,0-1 0-16,2 2 0 0,-3-1 0 0,2-1-1 15,0-1 0-15,0 0 2 0,-1 0-1 0,1 0 1 16,-2 0 2-16,0 0-4 0,2-1 2 0,1 1-1 16,-2 0-1-16,0 0 1 0,1 1-1 0,1-1 0 15,-3-1 0-15,4 1-2 0,-3 0-1 0,2 0-4 0,-2-2-15 16,1 0-10-16,-1 0-9 0,2 1-13 0,-3 0-50 16,2-1-26-16,-1-1-40 0,0-1 107 0,1 3-93 15,0-1-42-15</inkml:trace>
  <inkml:trace contextRef="#ctx0" brushRef="#br0" timeOffset="-93077.31">13467 14385 45 0,'1'0'38'0,"-3"0"-8"0,-1 0-14 16,3 1 7-16,-3-1-1 0,3 0-4 0,0 0-4 15,-1-1-3-15,-1 1 1 0,4 0-5 0,-2-1-1 0,0 1-5 16,0 0 6-16,-2 0 0 0,2 0-1 0,-4 0 4 16,4 0 2-16,-2 1 4 0,0 0-1 0,1 0 4 15,0-1-4-15,1 0 2 0,0 1-2 0,-4-1-4 16,4 0-1-16,-4-1-7 0,4 1 1 0,0 0-2 15,1 0 0-15,0 0-2 0,1 0-2 0,-2-1 2 16,-3 0-2-16,3 0 0 0,1-1 1 0,-1 0-1 16,-5-1 1-16,3 3-1 0,2-3 2 0,0 1 0 15,0 2 0-15,0 0 1 0,-1-2 0 0,2 2 2 16,-1-1 3-16,0 0 12 0,0 1 7 0,-1-2 4 0,0 0 2 16,0 0 6-16,-3-1 4 0,4 3-3 0,0 0-1 15,0 2-12-15,0-2-4 0,2 1-7 0,-2-1-2 16,0 1-3-16,0-2-5 0,2 2-1 0,-1-1-2 15,-2 0 1-15,1 0 0 0,0 1-1 0,0 1 1 16,0 0-1-16,-3-1 2 0,3 0 1 0,0 1 1 16,3 0-3-16,-3 0 2 0,-3-1 1 0,3 1-1 15,1 1 0-15,-2 0-1 0,1 0-3 0,0 0 1 16,-1 1 3-16,1 0 0 0,1 1-1 0,-1 1-1 16,0-3 3-16,1 3-2 0,-1-2 5 0,2 1 1 15,-2 1 1-15,0-2-1 0,3 2 1 0,1-1 3 16,-4 1 0-16,1-1 3 0,-1 1-4 0,0-1 0 15,5 2-2-15,-5-3-1 0,-5 2 2 0,4-2-4 16,1 1 0-16,0 0-1 0,2 1 1 0,-2 1 2 16,-2 0-1-16,2-1 0 0,0 0-1 0,-2 0 3 0,3 2 2 15,-2-3-1-15,-1 2-2 0,1-2-1 0,0 0 3 16,0 0-2-16,-3 1 0 0,4-2-4 0,-1 0-1 16,1 0 0-16,-2-2 1 0,-4 0 1 0,4 0-3 15,-1-1 1-15,1-2 3 0,0 2 0 0,-3-1 0 16,2 0-3-16,1 0 2 0,4-1-3 0,-2 0 2 15,0-2-1-15,0 2-3 0,-4-4 0 0,2 2 1 16,2-1-2-16,-3-1 1 0,-2 0 1 0,0 1-1 16,-1-3 0-16,2 1 1 0,3 2-2 0,-3 0 0 15,1-4 1-15,2 3-1 0,-3-1 0 0,1 1 0 16,-1 0 0-16,1 0 0 0,2-2 0 0,-2 4 0 16,-1 0 1-16,-1-2 0 0,3 2-1 0,2-1 0 0,-4-2-1 15,4 2-1-15,-6 0 3 0,4 0-1 0,1 1 0 0,0-3-1 16,1 3 0-16,-2-1 1 0,2 1 1 0,0 0-1 15,-1-1-2-15,-2-1 2 0,3 2-3 0,2-1 3 16,-2 2 0-16,0-3 2 0,-2 1-1 0,2 1 5 16,4-2 1-16,-2 2 0 0,-2 0 1 0,0-2 1 15,0 1 0-15,0-2-2 0,3 1 0 0,0-1-2 16,-3 2 1-16,4-1-1 0,-2-2 0 0,1 3-2 16,-1-2 0-16,-2 1 0 0,4 0 1 0,-3 0-2 15,-1-1 1-15,2 1 3 0,5 2-1 0,-7-4 3 16,5 4 2-16,-5-1-4 0,2 0 4 0,3 1 1 15,-3 1-3-15,0-2 0 0,-2 1-2 0,3 1-1 16,2 0-1-16,-1-1 3 0,-2 0-2 0,-1 1-2 0,3-1 2 16,-2 0-3-16,-2 3 0 0,5-2 0 0,-4-1 1 15,2 1-2-15,1-1-2 0,-3 1 2 0,1 1-1 16,2-2 1-16,1 2 2 0,-1-1-1 0,-1 0-2 16,-1 0 2-16,5 2-2 0,0-1 2 0,-3 0-1 15,1 0 1-15,0 1-2 0,-2 0 0 0,5 1-1 16,-6-1 1-16,1 0 2 0,1 1-2 0,1 2 0 15,0-3-1-15,-2 1 2 0,0 0-1 0,4 1 2 0,-5 1-1 0,4 1-1 16,-2-2 1-16,-3 2-1 0,2-1 0 0,-2-2 1 16,4 4-1-16,-3-3 0 0,1 1 0 15,-1 1 2-15,1-2-2 0,0 1 2 0,-1 1 0 0,0 4 0 16,1-3 0-16,-1-1 0 0,-1 0 1 0,1 4-3 16,-1-4 2-16,0 3 1 0,-1-3-1 0,1 2 0 15,0-1 1-15,-1 0 0 0,0-1 0 0,0-1 0 16,0 3 1-16,0-2-3 0,-1-2 2 0,0 5-1 15,1-3 1-15,-1 2-2 0,0-1 2 0,-1 2-1 16,0-3 0-16,1 3 0 0,-2-3-1 0,0 0 0 16,2 1-1-16,-2-1 1 0,0 0-1 0,-1 0 0 15,1 0-1-15,2 1-1 0,-1-1 1 0,-1-1-2 0,0 2 1 16,2-2-1-16,-2 1 1 0,0-1 1 0,1 2 1 0,-1-3 0 16,2 3 1-16,-1-2 0 0,-3 1-1 0,1-2-2 15,2 2 1-15,-2-1-4 0,2-2 1 0,0 1 3 16,0-1-3-16,0 2 0 0,1-3 3 0,1 1 1 15,-1-1-1-15,1 0 1 0,-4 0 0 0,4-3-1 16,-1 2 0-16,1-1-1 0,0 2 0 0,-1-2 0 16,0 1 0-16,-1 0 0 0,2 0 0 0,0-1-1 15,-2 0 1-15,0 2 0 0,1-1 1 0,1 1 1 16,1-1-3-16,-2 0 1 0,2 1-1 0,1-1 3 16,-2 0-2-16,1 0 2 0,0 1-2 0,1-1 0 0,-2 1 2 15,3-1-1-15,-3 0-1 0,1-1 1 0,-1 1 0 16,4 0-2-16,-1 0 3 0,-2 0-1 0,1 0 1 15,-2-1-3-15,1 0 3 0,4 1 0 0,-4-3 0 16,2 3-1-16,-3-2-1 0,2 2 2 0,2 0 0 16,0 1 0-16,-2-2 1 0,0 2-1 0,0-2 0 15,2 2 2-15,-2 0 0 0,0-1-1 0,1 0-1 16,-1 0 0-16,1 1 0 0,0 0 0 0,-2-1 0 16,1 1-1-16,2 0 1 0,-3 0 2 0,1 0-2 0,1 0 1 15,1 0-1-15,-2 0 1 0,-1 0 0 0,2 2-1 16,-1-1-1-16,2 2 1 0,0-3-1 0,-2 2 1 0,0-1 0 15,2 2-1-15,-2-3 1 0,0 1 1 0,1 0 1 16,-1 0-2-16,2 2 2 0,-1 0-3 0,-1-2 1 16,2 2 0-16,-1 0 0 0,0 1 0 0,0-2-1 15,0 1 1-15,-1 2 0 0,0-2 1 0,0 0 1 16,-1 0-2-16,1 1 0 0,1-1 0 0,-2 0 0 16,2 1 0-16,-2-2 2 0,1 1-2 0,0 0 0 15,0 0 0-15,0-1 0 0,0 1 2 0,0-1-2 16,-2 0 2-16,2 0-3 0,-1 0 1 0,2-1 2 15,-2 1-1-15,0-1 0 0,1 0 0 0,-1 1-9 16,0-1-9-16,1 1-6 0,-1 0-6 0,1-2-14 0,-1 1-37 16,0 0-28-16,1-1-37 0,-2 0 99 0,0 0-85 15,0 0-36-15</inkml:trace>
  <inkml:trace contextRef="#ctx0" brushRef="#br0" timeOffset="-91461.42">13780 14238 303 0,'-1'2'153'0,"1"3"-72"0,-3-5-41 0,2 1 12 15,0 1-1-15,0 0-8 0,0 0-1 0,0 0-15 16,0 1-6-16,-3-3-8 0,4 1-4 0,-2 2-4 16,1-3-4-16,0 1 3 0,-1 0-4 0,2-1 0 15,0 1 1-15,0 4 0 0,-1-4-1 0,-1-1-1 0,1 1 1 16,0-1 0-16,1 1 2 0,-3 0 3 0,1-1-1 16,0-1 1-16,1 0 2 0,-1 2 4 0,-2 1 2 15,3-1 1-15,-2-1 0 0,3 2 1 0,-1-2 0 0,1 3 5 16,-2 0 0-16,2-3-2 0,0 1-1 0,-1-1 1 15,0 0 1-15,0-1-3 0,-1 0-2 0,-1 0-5 16,2 0 2-16,0-2-3 0,-1 3-2 0,0-3-2 16,-1 1-3-16,2 2-1 0,1-1 1 0,0-1 1 0,-1-1-2 15,0 1-1-15,1 2 1 0,-1-1 2 0,1 1 0 16,-2-1 1-16,1 1-2 0,1 0-1 0,-1-1 0 16,-2 0 0-16,1 1 0 0,2 1-1 0,-1-1-1 15,0-1 1-15,0 1 1 0,1-1-1 0,0 1 2 16,0 0-1-16,1 0 0 0,-2 0 1 0,1 0 1 15,0 1-1-15,0 0-3 0,0 0 4 0,0-1-2 16,-2 1 1-16,1 0-2 0,1 1 1 0,-1 0 0 16,-2-1 0-16,2 2 0 0,0-1 0 0,0 0-2 15,0 2 2-15,-1-1 0 0,2 0 0 0,-2-1-1 16,1 1 0-16,-1 1 1 0,1-1-1 0,-1 2 0 16,0-2 1-16,0 1-1 0,0 1 1 0,-1 0 0 15,1-1 0-15,0-1 0 0,0 2 2 0,2-2 0 16,0 1-2-16,0 0 1 0,-2 0-1 0,2 1 0 15,0-1 1-15,0 1-1 0,-1-2-1 0,-1-1 1 16,1 1-3-16,0 0 3 0,1 1 0 0,0-2 0 16,0 0-1-16,0 2 0 0,0-3 1 0,0 2-1 15,0 1 2-15,0-3-2 0,0-1 1 0,1 3-1 16,0-2 0-16,2 2 0 0,-3-3-1 0,2 1 2 0,0 0 0 16,-1 1 0-16,1 1 0 0,-1-2 1 0,2 1 0 15,-2-2 0-15,0 1-1 0,1 0 1 0,-1-1 0 16,1 3 1-16,-1-3-3 0,2 0 3 0,-1 1-2 15,-2-1 1-15,3 3 2 0,-2-2-1 0,0 0-2 0,1-1 1 16,1 1 1-16,-3-1-2 0,2 0 2 0,0 1-1 16,-1-1 2-16,0 0-3 0,1-2 2 0,-1 1-1 15,-1 1 2-15,3 0-2 0,-1-1 0 0,-2-3 0 16,0 4 0-16,3-2-1 0,-1 2 1 0,-1-1-1 0,2-1 0 16,-3 0 2-16,2 1-2 0,1 1 0 15,-2-3 0-15,-1 2 2 0,1 0-2 0,1 0 0 0,0 0 0 16,-1 0 0-16,1 0 0 0,-2 0 1 0,0 0-2 15,3 1-1-15,-2-1 3 0,0-1-1 0,-1 2 0 16,1-1 0-16,0 1 0 0,2 0 1 0,-2-1 1 16,1 1 1-16,-2-2-3 0,2 2 1 0,-1-2 0 15,-1 1 1-15,1-1-2 0,0 2 0 0,1-3 0 16,-2 0 0-16,0 1 0 0,-2 1-1 0,2-1 1 16,0 1 2-16,0-2 0 0,-1 0 1 0,-1 2 0 15,2 0-1-15,0-1-1 0,-1-1 2 0,0 0-2 16,-1 2-1-16,2-1 1 0,-2 0-2 0,0 1 1 15,0 1 0-15,1 0 1 0,0 0-1 0,0 0 1 16,-2 0-1-16,2 0 1 0,0 0-1 0,-2 0 0 0,3 0-1 16,0 0 1-16,0 1-1 0,0 1-1 0,-1-1 0 15,1 0 1-15,-1 1 1 0,1 0-1 0,-2 1 1 16,-1-1 0-16,2 0 0 0,-2 1 0 0,2 0 0 16,0 0 0-16,0-1 0 0,0 1 1 0,-1-1-1 15,2 3-2-15,-1-1 2 0,-1 1 0 0,-1-1 0 16,2 0-1-16,-1 3-1 0,1-2-3 0,-1 0 0 15,2 0-1-15,-2 1-2 0,2-1-3 0,0 0 1 16,-3 0 1-16,3-2 2 0,-1 3 0 0,0-2 2 16,0 1 1-16,0 0 0 0,1-1 4 0,-2 1-1 0,2-2-2 15,0 1 3-15,0 0 0 0,0-1-1 0,0 0 1 0,0 0 0 16,0 0-3-16,2-1 4 0,-1 1 1 0,0-1-3 16,1 3-1-16,-1-3 1 0,1 0-1 0,0 2 1 15,1-1 1-15,-2-1 0 0,2 1-2 0,0 1 2 16,-1-2 0-16,2 1 0 0,-1 0-1 0,0 0 0 15,0-1 1-15,-2-1 0 0,2 2-1 16,1-2 0-16,-2 0 1 0,3 0 0 0,-1 0 1 0,0 1-2 16,1 0 1-16,0 0-1 0,-1-2 0 0,2 2 1 15,-2 0-2-15,0 1 1 0,4-2 0 0,-1 1 1 16,-3-1 0-16,-1 0 0 0,3 1 1 0,-1-1 0 16,3 0-1-16,-5 0 0 0,4 3 0 0,-4-4 0 15,4 1 0-15,-2 1 0 0,-1-2 0 0,2 1 0 0,1-1 0 16,-4 0 0-16,0 0 0 0,-2 0 0 0,-1-1-8 15,3 0-4-15,3 0-6 0,-5-1-7 0,0 1-19 16,2-2-12-16,1 1-13 0,0 0-12 0,3 0 50 16,-6 0-38-16,1-2-7 0</inkml:trace>
  <inkml:trace contextRef="#ctx0" brushRef="#br0" timeOffset="-90611.47">13913 14318 159 0,'0'0'92'0,"-3"-1"-45"0,2 1-29 0,1 0 16 15,2 0-16-15,-2 1-12 0,-1 0 0 0,1-1-1 16,0-1-4-16,0 1 3 0,0 0-4 0,0 0 0 16,0 1 0-16,0-2 0 0,0 0 2 0,0 1-2 0,0 2 2 15,-1-2-1-15,1 0 8 0,-2 1 7 0,0 0 23 16,2 1 6-16,0 3 4 0,-1-4 7 0,-2 0 7 0,2 0 7 15,-1-1-7-15,2 1-4 0,0-1-19 0,0 2-3 16,-3-2-5-16,2 0-8 0,2 0-6 0,-1 1-10 16,3-1 3-16,-4 3-2 0,1-3-3 0,0 0-2 15,0 0 2-15,0 0 2 0,0 0 2 0,3 0 0 16,-2 1 0-16,5-1 0 0,-2-1 0 0,-2-2 0 16,3 2 1-16,-2-2 0 0,1 2-1 0,1 0 1 15,-5-2-2-15,4 1 2 0,-2 0-2 0,3 2-1 16,-1-1 0-16,-1-2-3 0,2 2-1 0,-2 0 0 0,1-1 0 15,2 0-3-15,-1 2 1 0,-1-3 2 0,0 3-3 16,-1-2 0-16,3 0 1 0,-3 1-1 0,0 0-1 16,2-1 0-16,-2 0 1 0,1 1-2 0,1 0-1 15,-1 0 1-15,1 0 2 0,-1-3-2 0,0 1 3 16,1 0-1-16,-1 1-1 0,-1 0 0 0,1-1 2 16,0 0 1-16,0 3-4 0,1-3 3 0,-2 1-2 15,-1-3 0-15,2 3 3 0,0 0 0 0,-2-1-4 16,1 0-5-16,0 0-5 0,-2 1-10 0,0 1-28 15,-1-1-26-15,3 0-29 0,-2 2-32 0,-1-3 89 16,0 3-72-16,1 1-20 0</inkml:trace>
  <inkml:trace contextRef="#ctx0" brushRef="#br0" timeOffset="-89955.02">14025 14339 337 0,'-1'-1'146'0,"1"-2"-99"0,-2 2-34 0,2 1 9 15,-1-1-13-15,0 1-6 0,1 0-2 0,0-1-8 16,0 0-5-16,1 1-1 0,-1-1-7 0,1 1-3 15,-1-1-3-15,0 1 0 0,0 0 1 0,0 0 8 0,0 0 0 16,-1-3 11-16,1 3 8 0,-1 1 13 0,1-1 11 16,-2 0 8-16,2 0 13 0,-1 0 4 0,0 0 6 15,1 4-7-15,-1-4-4 0,1 0-2 0,-1 1-11 16,1 0-7-16,0 0-15 0,0 4-3 0,0-4-2 16,1-1-2-16,0 2-1 0,1-1-1 0,0 1-1 15,0 2 1-15,0-1-1 0,-2-2 0 0,0 1 0 0,0 2 1 16,1 1 1-16,-1-2-2 0,0 0 0 0,1 2-1 15,0-2 1-15,-1 3 0 0,1-2 0 0,-1-1 0 16,0 1-2-16,1 1 1 0,-1-2 0 0,0 2 1 16,0-2-1-16,0 1 1 0,0 3-1 0,0-2 0 15,0 1 2-15,0-2-1 0,0 1-1 0,0-1 0 16,0 1 1-16,2-1 2 0,-2 0-2 0,0 1 1 16,1-2 1-16,-1 1 2 0,1 1-1 0,-1-2 0 15,1 1-1-15,-1-1 0 0,0 2 1 0,0-3-3 16,2 1 1-16,-2 0-2 0,0-1 0 0,0 0 1 15,0 0-2-15,0-1 0 0,0-1-4 0,1 1-1 16,-1 0-4-16,0-1-5 0,0 0-10 0,1-1-8 16,-1 0-8-16,0 1-15 0,-1-1-14 0,1 0 45 15,0-1-33-15,0 1-6 0</inkml:trace>
  <inkml:trace contextRef="#ctx0" brushRef="#br0" timeOffset="-89022.16">14170 14507 388 0,'0'-2'227'0,"-2"0"-102"0,0 1-70 15,0-1 39-15,-1-2-30 0,3 2-15 0,-1 0-8 16,1-1-5-16,0 0-7 0,0 1-3 0,1-1-9 15,-1 0-3-15,0-1-5 0,0 1-1 0,0 0-1 0,-1 1-5 16,1-2 1-16,0 2-1 0,-2-1 0 0,2 2 0 16,-2 0-1-16,2 0 1 0,-1 0-2 0,1-1 3 15,0 2 0-15,-1-1-3 0,1 0 2 0,-1 1-1 16,1 0 0-16,0 1-1 0,0-1 0 0,0 1-2 16,1 1-2-16,-1-2-19 0,1 2-18 0,0-2-18 15,-1 0-29-15,2 0 61 0,0 0-46 0,-1 0-22 16</inkml:trace>
  <inkml:trace contextRef="#ctx0" brushRef="#br0" timeOffset="-82044.47">13634 14065 66 0,'0'1'43'16,"-1"-1"-15"-16,1 1-16 0,-1-1 9 0,1 0 0 15,0 0-7-15,0 0 1 0,-2 0-5 0,2 0 2 0,2 0-5 16,-2 0 2-16,0 0-2 0,0 0-4 0,0 0 3 16,0 0-3-16,-2-1 4 0,2 1-2 0,-1 0 5 0,0 0 3 15,1 1-2-15,0 0 1 0,0 0 2 0,-2-1 1 16,2 0-4-16,0 0 0 0,-1 1-5 0,0-1-1 15,1 2-1-15,-1-1 2 0,0 0-2 0,0 1-1 16,0-1 1-16,1 0 2 0,0 0 0 0,-2 1 0 0,1-1 0 16,0 1 0-16,-1-1 0 0,2-1 0 0,-1 2 1 15,0-2 0-15,1 1-1 0,-1-1 2 0,1 1-1 16,0 0 1-16,0-1 1 0,0 1-1 0,-1-1-3 16,1 0 2-16,-1 0-1 0,1 1-1 0,0-1 3 15,-2 0-2-15,2 1 0 0,-1-1 1 0,0 0 2 16,1 2-2-16,-2-1 1 0,0-1 0 0,2 1-2 15,-1-1 1-15,0 1 0 0,1-1-2 0,-1 0-2 16,1 0 0-16,-1 0-2 0,1 0 0 0,0 0 2 16,0 0-3-16,-2-1-1 0,1 0 1 0,1 1 1 15,0 0-1-15,-1 0 0 0,-1-1 0 0,1-1 0 16,1 2 0-16,0-1 0 0,-1 1-2 0,1-1 2 16,-1-1 0-16,1 1 2 0,0 1 0 0,-1-1 6 15,0 0 2-15,1 0 0 0,-2 1 3 0,2 0-2 0,-1 0 1 16,0-1 0-16,0-2-2 0,1 3-3 0,0-1-4 0,-3 0 0 15,2 0-2-15,1-1 0 0,-2 2-1 0,2-1 2 16,-1 1 2-16,1-1-2 0,-2 1 1 0,2-1 5 16,-1 0 1-16,1 1 8 0,-3-2-1 0,2 2 3 15,0-1-1-15,0 1 2 0,0 0 4 0,-2 0-6 16,3 0 2-16,0 0-5 0,-1 0 0 0,0-1-2 16,0 1 1-16,-1-1 4 0,0 0-3 0,1-1 3 15,0 1-2-15,0 0 0 0,-1 1 1 0,1-1-2 16,0-2-1-16,-2 3-6 0,2 0 2 0,0 0-5 0,-1 0 1 15,0-2-3-15,2 2-1 0,-2-1 0 0,1 0-1 16,-1 0 1-16,0 0-2 0,1-1 3 0,1 2-2 16,-1-1 2-16,1-2-2 0,-1 3 2 15,1-1-2-15,0-1 1 0,-2 1-2 0,1 1 0 0,-2-1 2 16,2 0-2-16,0 1 1 0,1 0-1 0,-1 0 2 16,0-1-2-16,0 0 1 0,1-2-1 0,0 3 0 15,-2 0 2-15,2-2-2 0,0 1 2 0,0 0-2 16,-1 0 2-16,0 0-2 0,0 1 0 0,1-1 0 15,-2 0 1-15,1-2-1 0,0 3 0 0,1 0-1 16,0-1 0-16,0-1 0 0,0 1 2 0,0 1-1 16,1 0 0-16,-1-1 0 0,0-1-2 0,0 2 2 15,0 0 0-15,1 0-1 0,-1 0-1 0,0-2 1 16,0 2-2-16,0-1 0 0,0 1 2 0,0-2-1 16,0 2-1-16,0-1 0 0,2 0 2 0,-1 1 0 0,1 0 0 15,-2 0 1-15,2-1-1 0,0 1-1 0,-2-1 2 16,2 1 0-16,-2 0 0 0,1 1 0 0,1-1 0 15,0 0-1-15,0 1 0 0,-2 0 1 16,0-1-1-16,2 0-1 0,0 1 2 0,-1 1-1 16,-1-2 1-16,0 1 1 0,2-1 3 0,0 0-1 0,-1 1 1 0,-1-1-1 15,0 0 1-15,2 0 1 0,-1 0-2 0,0 0-1 16,0 1-2-16,0-1 0 0,0 0-1 0,1 1 2 16,-1 1-1-16,2 0-1 0,-2-1 0 0,0 0 1 15,0 1 1-15,1-1-1 0,1 0 2 0,-1 0-2 0,-2-1-2 16,3 0 2-16,-2 0 0 0,1 0-1 0,-1 1 1 15,1 0 0-15,0-1 1 0,0 0-1 0,-2 1 0 16,1 0 1-16,1 1 0 0,-1-2 2 0,0 3 0 16,-1-2-2-16,2 0 2 0,0 1 3 0,-1 0 1 15,-1-2-4-15,2 2 2 0,-1-1-2 0,0 2-2 16,0-2 3-16,0-1-4 0,-1 2-1 0,0-1 1 16,3 0-1-16,-3 1 2 0,1-1-1 0,-1 0 1 15,1 1-1-15,1 0 2 0,-2-1 0 0,1-1-2 0,-1 0 2 16,1 1-2-16,0 0 0 0,1 0 1 0,-2 0-1 15,1 0 0-15,-1 0 1 0,0 1 1 0,2-1-2 16,-2 0 0-16,1 0 1 0,0 0-2 0,-1 0 1 16,2 0 0-16,0 0-2 0,-1 0 0 0,0 0-4 15,0 0-1-15,-1-1-5 0,4 2-2 0,-2-1-15 16,-2-1-8-16,1 1-8 0,0-1-15 0,1 0-50 16,-1 0-34-16,2 0 98 0,-1 0-74 0,-2 0-23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08T03:36:41.009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C00000"/>
    </inkml:brush>
    <inkml:brush xml:id="br3">
      <inkml:brushProperty name="width" value="0.05292" units="cm"/>
      <inkml:brushProperty name="height" value="0.05292" units="cm"/>
    </inkml:brush>
  </inkml:definitions>
  <inkml:trace contextRef="#ctx0" brushRef="#br0">13852 14545 30 0,'-1'-2'34'0,"1"1"-1"0,-2 0-12 0,1 0 14 16,-2 1-1-16,2-2 2 0,-2 2-3 0,2 0-3 15,-1-1-5-15,1 0-1 0,-1 1-5 0,2-1-5 16,0 1-2-16,-3 0-4 0,6-1-1 0,-3-1 0 16,0 2-3-16,-2 2-3 0,2-2 4 0,-1 0-2 0,-1 0-2 15,0 0 5-15,-1 1-1 0,3 0 1 0,0 0 1 16,0-1 0-16,-1 1 6 0,-1-1-2 0,2 1 1 15,0-1-1-15,-1 0 2 0,-1 0-5 0,-1 0 2 16,-1 0 0-16,1 1-4 0,2 0-2 0,0 1 1 16,0 1 0-16,1-1-3 0,-1 1 1 0,1 0 1 15,2 1-3-15,-1-1 4 0,-2-1 2 0,1 1 0 16,0 1 1-16,-1 0 5 0,-2-3 2 0,2 2-2 16,-2 0 2-16,1 0-3 0,1 1 3 0,0 0-2 15,-1-2-2-15,2 0-1 0,0 2-2 0,0 0 2 0,-2-2-1 16,2 1-2-16,0-1 0 0,2 3-2 0,-2-1-1 15,0 0-1-15,0 0 0 0,1 2-2 0,-1-1-1 16,1 1 1-16,-1 0-1 0,0-2 0 0,-1 3 0 16,0-2 0-16,-1 2 2 0,-3-6-1 0,4 5 2 15,-1-1 3-15,1-1-1 0,1 1 2 0,0 1 1 16,-3-4 2-16,3 5-2 0,0-1 1 0,0-1-2 16,-1 1-2-16,1 0 0 0,0-1 1 0,-4 0-4 15,4 0 1-15,0 0-3 0,-1 1 2 0,1-3 0 16,0 3 0-16,0-3-1 0,-2 2-1 0,2-1 0 15,1 0 2-15,0 1 1 0,0-2-1 0,-1 1 0 0,0 0 4 16,1 0-1-16,-1 0 0 0,0 1-1 0,3-3-1 16,-5 1 3-16,2 2-2 0,0-1 2 0,0-2-3 15,0 1 1-15,2 1 2 0,-2-1 0 0,0 1-3 16,1 0 1-16,0-3-1 0,-1 2 1 0,0 0 1 16,0 1-1-16,0-2-2 0,0 0 0 0,-2 0 2 15,0 0-2-15,0 2 0 0,3-2-2 0,-1 1 0 16,1 0 0-16,1 1 2 0,-2 0 0 0,1-1-2 15,0 2 1-15,-1-1 0 0,0-1 1 0,0 1 0 0,2 0-2 16,-2 1 0-16,0-2-1 0,1 0 2 0,-1 0 0 16,0 1-1-16,0 0 0 0,0-2-1 0,-1 0 1 15,1 3 0-15,0-3 1 0,0 2-1 0,0 0 0 0,2-3 1 16,-1 3 1-16,0-1 1 0,-1 1-2 0,0-2-1 16,0 2 2-16,0-3 0 0,-2 3-1 0,2-1-1 15,-1 0 2-15,1 0-1 0,1 1 1 0,1-2 0 16,-2 1-2-16,0 1 1 0,0-2 0 0,0 1 1 15,-1-1-3-15,1 0 1 0,0 1 1 0,0 1-1 16,0-2 2-16,1 1-3 0,2 3 1 0,-3-4 0 16,1 0 1-16,-1 2 0 0,0-1-1 0,0 0 0 15,3 3-1-15,-3-4 3 0,2 3-2 0,1 0 1 16,-2 0-1-16,2 0 1 0,-2 0-2 0,1-1 1 16,-2 1 1-16,0-1-1 0,2-2-1 0,-1 4-1 15,-1-2 4-15,0 1-2 0,0-2 0 0,0 2 0 16,0-3 1-16,-2 2 0 0,-1 0 0 0,3-1 3 0,0 1-4 15,2-2 1-15,-2-1 1 0,0 3 2 16,1 0-2-16,-1-1-2 0,0-2 1 0,-3 1-1 0,1 2 1 16,0-2 0-16,1-1 0 0,0 0-1 15,1 2-1-15,0-1 2 0,1 2 0 0,-1-1-1 0,0-2 2 16,0 3-2-16,-1 1 0 0,1-4-2 0,-1 1 4 16,-2-1-1-16,3 0 0 0,0 3 0 0,0-1-1 15,0-1 2-15,0 5 0 0,0-5 0 0,0 2-2 16,0 3 0-16,0-4-1 0,0 1 0 0,0 1 0 15,-2-3 0-15,0 0 1 0,0 0-1 0,1 2 2 16,0-1 1-16,-1 1-1 0,1 0-1 0,1-2 1 16,0 1 2-16,0 0-3 0,0 2 5 0,-2-3 2 0,2 0 3 0,0-1 7 15,0 0 3-15,0 1 0 0,-1-2-1 0,-2 0 2 16,3 0-5-16,0 0-3 0,-1 3-3 0,0-2-6 16,1 2-3-16,-1-3-1 0,0 1 0 0,2 0 0 15,-2 0 0-15,1 0 1 0,0-1 0 0,-1 0-2 16,1-1 0-16,0 1 1 0,0-1 0 0,1 2 0 15,0 0 0-15,0-1-1 0,1 3 1 0,-2-2 0 16,2 1 2-16,-2-1 0 0,0-1-2 0,0 1 0 16,1-1 0-16,-1 1 3 0,1 0-1 0,-1-1 1 15,2 0 0-15,-2 2 2 0,0-2 0 0,1-1 1 16,-1 1 3-16,0-1 3 0,0 0 1 0,-1 0 3 16,-1 0-1-16,2 0-1 0,0 1 0 0,-1 0 2 15,1-2-5-15,-1 2-5 0,1-1 0 0,-2 0-2 0,2-1 0 16,-1 0 0-16,1 0-1 0,-2 2-2 0,2-1 0 15,0 1 1-15,0 0-2 0,0 0 0 0,0 0 0 16,0 0-1-16,0 0 1 0,0 1 0 0,1 0-2 16,-1-1 2-16,0-1-1 0,0 1 0 0,-2 0-1 15,2 1-1-15,0-1 0 0,0-1 1 0,0 1 1 16,0 2-2-16,-1-2 1 0,0 4 0 0,1-3-1 16,0-1 2-16,1 2 0 0,0 3-1 0,-1-1 2 15,1 0 0-15,0-1 0 0,3 1 1 0,-4 0 0 16,0 2 1-16,0-3-1 0,0 1-1 0,0-2 0 15,0 2 0-15,0-1-1 0,0-1 1 0,0 0 0 16,1 1 0-16,0 0 0 0,-1-1 2 0,0-1-1 16,-1 1 0-16,0 0-1 0,1-1 0 0,-2 2 0 15,1-1 0-15,1-1 1 0,0 0-1 0,0 2 1 0,0-2-1 16,1 0 2-16,-1 3-2 0,2-4 0 0,-1 2 0 16,-1-1 0-16,-1 0 0 0,1 0 1 0,0 0 0 0,-2 0 0 15,2-1 4-15,-2 2-1 0,2-2-1 0,0 0 2 16,0 0 0-16,0-2-2 0,0 2 1 0,0-1 1 15,0-1-3-15,0 1 0 0,0-1 2 0,0 1-3 16,-1-1 0-16,2 0 0 0,-1 0 1 0,0 1-2 0,2-1 2 16,-3-2 1-16,1 1-2 0,0 0 1 0,0 0-1 15,0 1-1-15,-1-3 1 0,0 2 0 0,-1 0-1 16,2-1 1-16,0 1-1 0,0 0 0 0,0-3 0 16,0 2 1-16,2-1-1 0,-2-4 2 0,1 3-2 15,-1 0 0-15,0-2 1 0,0 1 0 0,0 2 1 16,-1 0 1-16,2-1-3 0,0-1 0 0,-1-1 0 15,0 1 0-15,1-3 2 0,-1-1-3 0,2 2-1 16,-2-2 2-16,1 0 0 0,-1 1 0 0,1 0 0 0,-1 0-1 16,2-1 1-16,-1 1 1 0,-1 1 0 0,1-3-1 15,-1 1 0-15,0-1 0 0,0 3 1 0,0 0 0 16,0-1 0-16,-2 1-1 0,0-1 0 0,1 2 0 16,-2-1 0-16,3 1-1 0,-2-1 0 0,0 1 1 15,2-1-1-15,0 0 0 0,0 0 1 0,0 3 1 16,1-2-1-16,0 2 2 0,-1-1-2 0,0 2 1 15,1-1-1-15,-2 0 0 0,1 0-1 0,0 2 1 16,0-1-1-16,-1 0-1 0,1 0 1 0,-1 1 1 0,1 1 0 16,2-1 1-16,-2 0-1 0,0-1 1 0,1 1-1 15,0 2 0-15,2-3 1 0,-3 0-1 0,1 1 1 16,-2-2-2-16,1 3 1 0,0-1 0 0,-1-1 0 16,-2 1 1-16,3 0-1 0,-1-1 0 0,1 1-1 15,0-1 2-15,0 0-1 0,-3 1 1 0,2-3-1 16,-1 2 0-16,1-1 0 0,-2 1-1 0,3-1 1 15,0 2 0-15,-2-2-1 0,2 2 1 0,1 0 0 16,-1-2 0-16,0 3 1 0,-1-2-1 0,-1 2-1 16,-1-2 1-16,3-1 1 0,-1 2-2 0,1-1 1 0,0 2 0 15,-1-1-1-15,1-2 1 0,0 1 0 0,0 0 0 16,1 4-1-16,-1-3 2 0,0 0-2 0,0 1 1 16,-1 0-2-16,1 1 1 0,0-1 1 0,1 3-3 15,-1-4-1-15,1 4-1 0,-1 0-5 16,0-1-6-16,4 0-28 0,-1 1-16 0,5 1-24 0,-5-1-31 15,4-1 76-15,4 1-62 0,-3-2-18 0</inkml:trace>
  <inkml:trace contextRef="#ctx0" brushRef="#br0" timeOffset="2495.38">13484 15555 86 0,'0'-1'52'16,"0"-1"-23"-16,1 2-16 0,-2-1 9 0,1 1 1 16,-1-4-3-16,-2 3-3 0,3-1-7 0,0-1 2 0,-2 2-2 15,0-1-2-15,1-2 1 0,0 3-2 0,0-2 1 16,1 2 1-16,0 0 4 0,1 0-1 0,0 0 6 15,-1-1 4-15,1 1 0 0,1 1 3 0,-1 0 0 0,-1-2 8 16,-1 0-2-16,-1 1 4 0,2 0-4 0,-1 0 1 16,0-1 0-16,1-1-1 0,1 2-1 0,-1 1-3 15,1-1-3-15,-1 0-4 0,2-1 0 0,-1 2-1 16,-1 0-3-16,0 0 1 0,-1 0-2 0,-1-1-1 16,2 1 3-16,-1 0-1 0,1 0 1 0,-1 0-6 15,0 0 1-15,1 0-3 0,0 0-3 0,-1 0-2 16,1 0-1-16,0 0-1 0,0 3 0 0,-1-1 0 15,1 0 0-15,1 2 2 0,0-2 1 0,1 1-2 16,-2 0 2-16,1-1-1 0,-1-1-1 0,0 0 2 16,-1 1 1-16,0-1-3 0,1 2 1 0,-1-2 1 15,0 3 0-15,-1-1 0 0,2 1 3 0,0 0-3 16,0 0 0-16,0-1 0 0,-3 1 0 0,3 0 1 16,0 0-2-16,0 2-1 0,0-2 2 0,0 2 0 15,1-1 2-15,-1 1 2 0,0 0 0 0,0 0 1 16,-2-1 2-16,2 0 1 0,0-1-1 0,-3 0 1 0,3 1-4 15,-1-1 0-15,1 0 0 0,0 1-2 0,0-1-1 16,0 1 1-16,0-1-5 0,0 0 0 0,0 2 0 16,0-2 2-16,-2-2-1 0,2 1-3 0,-1-1 2 0,1 3 0 15,0 0 0-15,0-2 0 0,0-1 2 0,0 1-2 16,1 3 1-16,-2-3 4 0,-1-2 1 0,2 1 1 16,0 1 2-16,0 1 5 0,0-1-1 0,-1-1 2 15,1 1-1-15,0 1 2 0,-1-1-2 0,2 2-3 16,-2-3 1-16,1 0-4 0,0 0 0 0,1 2-1 15,-1-3-2-15,1 2-1 0,-1-2 0 0,-4 0 0 16,6 1-2-16,-4-2 2 0,0 1-4 0,1 0 0 16,0 1 4-16,-1-2-3 0,0 0 0 0,1 2 0 0,0-2 1 15,2 0-3-15,-1 0 2 0,0 0 0 0,0 0-3 16,0 0 1-16,1-1 0 0,1 2-1 0,-2 0-2 0,0 0 1 16,0-1-3-16,3 2-2 0,-2-1-3 15,1 1-17-15,0-2-9 0,-1 0-9 0,0 0-11 16,-1 0-44-16,2 0-25 0,2 2-34 0,0-1 98 15,-1 0-85-15,3 1-36 0</inkml:trace>
  <inkml:trace contextRef="#ctx0" brushRef="#br0" timeOffset="4027.52">13632 15607 83 0,'0'-3'86'0,"0"0"-14"0,-2 2-37 0,1 0 28 16,0 0-6-16,-1-2-3 0,1 0-6 0,1 3-3 16,0-2-1-16,-1-2-2 0,0 3 4 0,1-2-3 15,-1 2-1-15,1 0-4 0,0 1 1 0,-1-2-8 16,1 2-4-16,0 0 0 0,0-1-2 0,0 0-2 0,-1-2-2 0,1 2 6 16,0-2 0-16,0 1-2 0,0 1 2 0,-2-3 3 15,2 0 0-15,0 1-4 0,0 1 1 0,2 0-9 16,-2 0-2-16,1-3 0 0,0 4-4 0,-1-1-2 15,0 2-3-15,1-2-2 0,-1 1 1 0,0-2 1 16,0 2-2-16,0 0-1 0,0-1 0 0,0 1-2 16,1 0 2-16,-1 0 0 0,1 1-1 0,0-1 0 15,1 0-1-15,-2 1-1 0,1 0 1 0,-1-2 1 16,1 2-3-16,-1-1 1 0,0 1-1 0,0-1 0 16,0 1 0-16,0-1 2 0,3 1 0 0,-2-1-2 15,0 0 3-15,-1 0 0 0,1 0 0 0,0 1-2 16,-1-1 1-16,0 0 0 0,0 0-2 0,0 1 1 15,3 0-1-15,-2 0 1 0,1 0-1 0,-2 0 0 0,2-2 4 16,0 1-2-16,0 1 0 0,1-1-1 0,-2 0 1 16,1 0 0-16,1 0 1 0,-1 0 0 0,0 0-1 15,1-1 0-15,0 2 1 0,-1-2-1 0,0 1-1 16,2 1 0-16,-1-1 0 0,0 0-1 0,1 1 0 16,-2-2-1-16,2 2 0 0,1-1 1 0,-1 0 0 15,0 1 0-15,1 0 1 0,-2 1 0 0,1 0-1 16,3 0 0-16,-5 0 1 0,1-1-1 0,1 2 0 15,-1-1-1-15,0 2-1 0,1 0 1 0,0 0 0 16,-2 1 1-16,0 0 0 0,3 1 3 0,-2 1-2 16,1 0 0-16,0 0 1 0,-1-1 0 0,-2 1 0 15,0 1-1-15,1 2-2 0,-1-1 1 0,-1-2 0 16,0 3 0-16,0 0-1 0,3 1 1 0,-1-1 1 16,-2-1 0-16,0 1 1 0,0-2-1 0,2-1 0 15,-1 0 0-15,-1 0 0 0,1 1 0 0,-1-3-1 0,0 3 1 16,0-3 0-16,-2 2-1 0,2 1 2 0,0-1-2 0,-2 1 1 15,2-1 0-15,-1 1-1 0,1 0 1 0,-3-1-1 16,2-1 0-16,-2 0 1 0,1-1 1 0,-2 2-1 16,-1 0-1-16,1-2 1 0,1 3 0 0,-1-1 0 15,1 2 1-15,-1 0-2 0,0-2 1 0,-1 2 1 16,3 0 1-16,-4-1-2 0,2 0 0 0,-2-1 0 16,1 1 0-16,-1 0 0 0,2-2 1 0,-3 3-2 0,3-3 0 15,-1 1 1-15,0-2 0 0,0 0 3 0,1 1-4 16,0-2 1-16,2-1 2 0,-1 1 0 0,0-1-2 15,1-1 1-15,0 0 2 0,0 0 1 0,0-1 0 16,-1 0 1-16,1 0-1 0,1 0-1 0,-1-1 1 16,0 1 0-16,1-3-3 0,0 0 1 0,-1 0 0 15,1 0-2-15,0-2 0 0,0 1-1 0,0 0 0 16,0-1 0-16,1 2 0 0,0-1-1 0,0-1-1 16,1 2 2-16,-1 0-1 0,2-1 2 0,-1 1-1 15,2-1-1-15,-2 0-1 0,0 0 2 0,1 2 0 16,-1-2 0-16,0 1 0 0,0 0-2 0,-1 1 3 15,2 0-1-15,1 0 0 0,-2 0-1 0,0-1 0 16,2 2-1-16,-1-1 0 0,0 0 0 0,1-1 1 16,-1 2-3-16,0-1 3 0,0 1 0 0,0 1 0 15,1 0 0-15,-2 0-1 0,2 0 2 0,0 0-3 16,-1 0 3-16,2 1-4 0,-1 0 3 0,1 0-1 16,0 2 1-16,0-1 0 0,-1-1 1 0,1 1 0 0,0-2-1 15,-1 2 1-15,1-1 0 0,0 0 0 0,-2-1 0 16,1 0 1-16,2 2-2 0,-3-1 0 15,1 0 1-15,-1 0-1 0,4 0 1 0,-2 0-1 0,1 0 1 16,-2 2 0-16,0-3 1 0,5 3-1 0,-3-2-1 16,0 0 1-16,-1-1 1 0,-2 0 1 0,2 1-3 0,0-1 2 15,1 0 0-15,-5 0 0 0,3 0 0 0,-3 0 1 0,1 0-2 16,2 0 1-16,-2-1 2 0,0 0-3 0,0 1 0 16,2 0 2-16,1 0 0 0,-2 0 0 0,-1 0 0 15,0 0-2-15,0 0 1 0,2 0 0 0,-3 0 0 16,0 0-1-16,0 0 0 0,0 0-1 15,0 0 1-15,0 0 1 0,0 0-2 0,0 0-5 0,1 0-32 16,-1 0-18-16,3 0-27 0,-3 0-35 0,4 0 81 16,0 0-70-16,-2 0-24 0</inkml:trace>
  <inkml:trace contextRef="#ctx0" brushRef="#br0" timeOffset="5224.89">13940 15503 536 0,'-5'1'216'0,"4"-1"-151"0,0-1-49 0,-2 1 7 15,3 0-4-15,0 1-16 0,-1-1-1 0,1 1 0 16,-3-1 0-16,2 0 14 0,1 0 3 0,0 1 5 0,-1-1 1 16,1 1 6-16,-1-1 1 0,1 1-2 0,0 1-1 15,0-1-11-15,-1-1-4 0,1 3-4 0,0 0-1 16,-1-2-3-16,1 2 2 0,-1-2 3 0,-2 1 2 15,-1 3 4-15,1-3 4 0,-1 0 1 0,-1-1 3 16,1 1-1-16,0 2-1 0,-1-4-2 0,4 3-3 16,-2-3-4-16,3 2-2 0,-3 0-2 0,4 1-4 15,-1-3 0-15,1 3-2 0,-1-1 0 0,-1 0-1 16,1-1-2-16,0 0 0 0,0 1-1 0,-1-1 2 16,-2-1-2-16,8 1 0 0,-4 1 0 0,2-2 0 15,-3 0 1-15,2 1-1 0,3 0 1 0,-1 0-1 16,-1-1 0-16,0 0 1 0,4 0-1 0,0 0 0 15,0 2 0-15,1-2 0 0,0 2 0 0,-1-2 3 16,1 1-1-16,-4 0-2 0,2 0 3 0,-3-1-2 0,2 0-1 16,-1-1 2-16,-1-1-1 0,2 0 0 15,-1-1-1-15,-1 1 2 0,1-1 0 0,-2 0 2 16,1 1 1-16,-2 0-1 0,2 0 0 0,-1 0-3 16,0-2 2-16,-1 2 1 0,1 0-1 0,0-1-2 0,0 1 1 15,-1-2 0-15,1 1-1 0,-2 0 2 0,1 1 0 16,-1-4-1-16,1 3 1 0,1 0 0 0,-2-2-1 15,0 2-1-15,0 0 3 0,-2-2-3 0,2 3 1 16,-1 1 0-16,1-1-1 0,-1-2 0 0,1 3 0 16,-2-1 1-16,2-1-2 0,-1 1 3 0,0-2-1 15,1 0-2-15,-2 1 1 0,1-1 0 0,-1 1-1 16,2-1 0-16,-1 2 1 0,0-1-1 0,0 2-1 16,-1-1 1-16,1 1 0 0,1-1 1 0,-1 1-1 15,1 1 1-15,-1 0-1 0,1-1 2 0,0 1-2 0,0 1 0 16,-1-1 0-16,0 0 0 0,1 0 0 0,0 0 2 0,0 0-2 15,0 0 0-15,-2 0 1 0,1-1-1 0,2 1 2 16,-1 1-1-16,0-1 0 0,0 0-2 0,0 0 0 16,2 0 1-16,-2 0-1 0,0 0 1 0,0 0 0 15,1 0-1-15,-1 1 1 0,0-1 0 0,1 0 0 16,0 1 0-16,0 0 0 0,0 0 0 0,-1-1-1 16,3 1 1-16,-2 0 0 0,0 1 1 0,2-2-1 15,-2 0-1-15,2 2 1 0,3 0 0 0,-3-2 0 16,2 1-1-16,-1-1-1 0,0 0 1 0,3 1 2 15,-3 0 0-15,0-1-1 0,0 0-1 0,0 0 1 16,0-1 2-16,-1 0-2 0,0 1 1 0,1-1 0 16,-2 0 0-16,1 0-1 0,-1-1 1 0,0 2 1 15,-1-1-2-15,2 1 0 0,-3 0 0 0,1 0-1 16,-1 0 1-16,0 1 1 0,2-1 0 0,-2 2 0 16,0 0 0-16,0 0-1 0,0 1 0 0,0-2 0 15,0 3 0-15,0-2 1 0,0 1-3 0,0 0 2 0,0-3-2 16,0 4 3-16,0-2 1 0,-2-1-2 0,1 1 0 15,1 0-1-15,0-1 4 0,0 2-2 0,-1 0 0 16,1-1 0-16,-2-1 0 0,2 1 1 0,-1 3 1 0,-1-2-1 16,1 1 0-16,-2 2 2 0,3-2 1 0,-3 2-1 15,0-1 1-15,1 1 1 0,0-1 0 0,-2 3 0 16,0-2-1-16,1 2 1 0,0 0-1 0,-1 2 0 16,1-1 0-16,1 1 0 0,-2 0-1 0,0-1 3 15,1 1-3-15,1 1 0 0,-3-1 0 16,3-2 1-16,-1 1 0 0,0 1 0 0,0 0 0 0,1-1-3 15,0-1 4-15,-1-1-2 0,2-1-1 0,-1 0 4 16,-2 0-4-16,1 0 0 0,1-2-1 0,0 2 1 0,-1 0 0 16,3 1 0-16,-2-3-1 0,2 3-1 0,-1-2-1 15,1 2 1-15,0-3 0 0,1 2 1 0,0-3-2 16,-1-1 0-16,0 4 3 0,0-4-2 0,0 1 1 0,1-1 0 16,0 1-9-16,2-1-14 0,0 1-17 0,1-1-69 15,2-1-53-15,0 0 118 0,2 1-91 0,1 1-72 16</inkml:trace>
  <inkml:trace contextRef="#ctx0" brushRef="#br0" timeOffset="6058.1">14158 15722 788 0,'0'-4'302'16,"-4"-1"-225"-16,2 1-63 0,-2 3-2 0,0-1-8 15,2 2-1-15,1 2-1 0,0 1-3 0,-1 0 0 16,1 1 1-16,-1 1-1 0,-2-2 5 0,2 1 6 16,-2 0 3-16,0-1 1 0,0 1 2 0,1-2 1 15,-1 2-1-15,1-1 1 0,-1 1-4 0,3 1-6 0,-2-1-2 16,1 1-2-16,1-2 3 0,-2 1 7 0,3 2 2 16,-3-3 4-16,0 1 9 0,0 0 4 0,1 0-2 15,-1-1 3-15,1 1-4 0,-1-2-5 0,0 0-3 16,2 1-6-16,-2-1-8 0,2 0-3 15,-2 0 0-15,1 1-2 0,1-1-1 0,0 0 0 0,1 1-1 16,-2-2 3-16,2 2-2 0,0-1 1 0,0 0-2 16,0 0 2-16,0 1-1 0,0-1-1 0,0 0 1 15,0 1-1-15,0 0-1 0,0-1 1 0,0-1 0 16,0 1-2-16,0 0 3 0,3 0-2 0,-1 1 1 16,0-1 1-16,1 0 0 0,0 0-1 0,-2 1 0 0,2 0 1 15,0-1-1-15,-1 1 1 0,-1-1-1 0,3 0-1 16,-1 1 1-16,1-2 0 0,-1 1 1 0,0 0-1 15,2-1 0-15,-1 1 0 0,-2-2 0 0,4 3 0 16,-3-2 0-16,1 0 0 0,1 1 0 0,0-2 1 16,0 0-1-16,0 0 2 0,2 2-1 0,-2-2 3 15,1 0-1-15,-1 0 0 0,1 0-2 0,-1 0 1 16,-1 0 0-16,1-1 0 0,-3 0 2 0,1 0-3 16,1 0 1-16,-2-1 0 0,3-1 2 0,-5 1 0 15,4 1 0-15,-2 0-2 0,-1-1-1 0,2 0 3 16,-1 1 0-16,-2-2-1 0,1 1-2 0,2 1 1 15,-2-1 1-15,0-1-2 0,1 0 2 0,-1 2-3 16,-1 0 2-16,0-2 0 0,0 1 0 0,0 0 0 16,0-1 0-16,-1 3-1 0,-1-2 0 0,2-1 1 15,0 2-1-15,-2 0 0 0,2 1 1 0,-2-2-1 16,2 0-1-16,0 0 1 0,0-1 1 0,-2 2-2 16,2-1 2-16,-1-1-1 0,0 1-1 0,0 1 2 0,-1-1-2 0,1-1 2 15,0 2-1-15,-2-2 0 0,2 1-1 0,0 0 2 16,-2 0-2-16,1 1 1 0,0-1 2 0,-2-3-3 15,1 4 0-15,1-1 0 0,-3-1 2 0,0-2-2 0,2 3 0 16,-2-3 1-16,2 2-1 0,1 2 1 16,-1-1 0-16,-1-1 0 0,2 2-1 0,1 1 0 15,-2-2 1-15,-1 0-1 0,2 0-1 0,-2 1 1 0,2-1 0 16,-1 2 0-16,1 0 1 0,-1-3 0 0,1 3-1 16,0 0 0-16,-2 0 0 0,2 0 2 15,0 0-3-15,-2-1 0 0,0 1 1 0,1 1-1 16,0-1 1-16,-1 0 0 0,0 0-1 0,1 1 1 15,-1 0 0-15,1 0 0 0,-1 0 0 0,3-1-1 0,-3 2 1 16,3-1 0-16,-1 2 0 0,1-3 0 0,0 1 0 16,-1 0-2-16,2-1 1 0,0 1 0 0,0-1-14 15,0 0-16-15,2 0-21 0,-1 2-29 0,0-2 59 16,1 2-45-16,4 5-21 0</inkml:trace>
  <inkml:trace contextRef="#ctx0" brushRef="#br1" timeOffset="32534.26">14474 15948 73 0,'0'0'55'0,"0"0"-18"0,0-1-19 15,0 1 13-15,-2-1-5 0,2 0-9 0,0 0 2 16,0 0-8-16,0 0-5 0,0-2-1 0,0 2 0 16,2-1-3-16,-2 1-2 0,0 1 4 0,1-1-4 15,-1-1 0-15,1 2 0 0,-1 0 4 0,0 0-4 16,1 0 0-16,0 0 2 0,0 0 1 0,1-2 3 0,-1 2 7 15,1-2 2-15,-2 0 0 0,2 0 4 0,-1 2 8 16,-1-2 5-16,0 1 1 0,0 1 0 0,0-2-4 16,0 1 2-16,0 1-1 0,0 0-1 0,0-2-6 15,0 2-3-15,-1 0-3 0,-1-1-1 0,2 1 0 16,0 0-3-16,0-1-1 0,0 1 1 0,0-1 0 16,0 0-1-16,0 1 4 0,0-2-1 0,0 1 2 15,0 0 0-15,0 0 1 0,0-1 1 0,0 1-1 16,0 0-1-16,0 0-1 0,0 1 1 0,2-1-2 0,-2 1-5 0,0-1 3 15,1 1 2-15,-1 0-2 0,0-1 0 0,-1 1 0 16,1-1 1-16,0 0 0 0,0-1 4 0,0 2-4 16,0 0-1-16,0-2-2 0,0 2-2 0,-2-1 0 15,2 1-6-15,0 0 1 0,0-1-3 0,0 1 1 16,0-1-2-16,0 0 2 0,0 1-1 0,0-1 0 16,0 0 1-16,0 1 0 0,2 0 1 0,-2 0 0 15,1 1-3-15,-1-1-1 0,0 0 0 0,0 1 1 16,1 1 2-16,-1-2-3 0,0 0 1 0,1 1-1 15,-1 0 1-15,1 1 1 0,-1-1 1 0,0 1-2 16,0-2 0-16,0 1 2 0,0 0-2 0,1 1 2 16,-1 0 0-16,0-1 2 0,2 2-2 0,-2-3 2 15,1 2-2-15,-1-1 2 0,0 2-1 0,0-1 0 16,-1 1 3-16,-1-1-2 0,2-1 1 0,-1 2-1 16,1 0 2-16,0 0-2 0,0-1 1 0,0 1-2 0,0 0-2 15,0 1 1-15,0-2 0 0,0 1-1 0,-1 2-1 16,1-2 1-16,0 0 0 0,0 0 2 0,0 0 0 15,0 0-3-15,-1 1 0 0,1 0 0 0,0-2 0 16,0 1 1-16,0 0 0 0,0 1-2 0,0-1 0 16,0 1 2-16,0 0 0 0,0-1 0 0,0 0 0 15,0 1-1-15,0 1 0 0,0 1 1 0,0 0-1 16,-1 0 0-16,1 1-1 0,0 0 1 0,0-1 0 16,0 2 1-16,0-2 0 0,1 2-1 0,0-1 0 15,0 0 1-15,0-1 0 0,1 0-1 0,-1 1 0 16,0 0 0-16,1 0 1 0,-1-5 0 0,0 3-1 15,-1-1 2-15,1-1 0 0,-1 1 1 0,0-1 2 16,0-2-1-16,0 1-1 0,0 0 3 0,0 0 2 0,-1-2-4 0,1 2 12 16,0-2 6-16,0 0 2 0,0 0 2 0,0 0 2 15,0-1 2-15,-1 0-2 0,0-2 3 0,1 1-11 16,0 0-6-16,-2 0-4 0,0 1-3 0,2-2-2 16,-2 1-2-16,1-2-1 0,0 4-1 0,-1-3 0 15,1-1-1-15,-1 1 0 0,2 0 0 0,0-2 1 16,-1 1-1-16,0 1 1 0,1-2-1 0,0 2 0 15,0-1 1-15,0 0 1 0,0 1-2 0,0-1 0 16,0 2 0-16,0-3 1 0,0 1-1 0,1 2 0 16,-2-4 0-16,1 2 1 0,0-1 0 0,0 2-1 15,-1-2 1-15,1 1 1 0,1 1-2 0,-1-2 0 16,0 1 2-16,0 1-3 0,0 0 1 0,0-1 0 0,0 0 0 16,0 0 0-16,-1 0 0 0,1 0 1 0,-2 1-3 0,1-2 3 15,1 1-1-15,0 1-1 0,0-1 1 0,0 2-1 16,0-2 2-16,0 2-2 0,3-3 1 0,-3 2-1 15,0 0 1-15,0-1 0 0,0 1 0 0,1 0 3 16,-1 0-3-16,0-3 1 0,0 3-1 0,0-2 0 16,1 1 1-16,-1 1 1 0,0 1-2 0,-1-4-2 15,0 4 3-15,-1 0-1 0,2-3 0 0,-1 4 0 16,1-3 0-16,0 2 0 0,0-4 1 0,0 5 1 0,1 1-2 16,-1-3 2-16,0 1 1 0,0-1-2 0,-1 1 0 15,1 0 0-15,0 1-1 0,-2-1-1 0,0-2 1 16,2 2 0-16,0 0-1 0,0 1 0 0,0 0 1 15,0 0 0-15,0 0 0 0,0 1 4 16,0-1-1-16,0 0 0 0,-2-1 2 0,2 2 0 0,-1-1-1 16,1 0 2-16,-1 0-1 0,1 1-3 0,0 0-1 15,0 0 0-15,0 0-1 0,0 0 0 0,1 0 0 16,-1 1-2-16,0-1 0 0,0 1 2 0,-1 0-1 16,-1 2 1-16,1-2-1 0,0 0 1 0,0 2 0 15,1 0 0-15,0 0 0 0,0-1 0 0,0 1-1 0,0-1 1 16,0 2-2-16,0-1 1 0,0-2 1 0,0 1-1 0,0 1 1 15,0 2 1-15,1-3-1 0,-1 1 0 0,0 1 0 16,0 0 0-16,0 0-1 0,-1 0 1 0,0 0 0 16,1 0-1-16,-1 1 1 0,1-1 0 0,-2 3 0 15,2-3 0-15,0 2 1 0,0-2-3 0,0-1 1 16,0 2 2-16,-1-1-1 0,1-1 0 0,-1 0 0 16,0 1 2-16,1 0-2 0,0-1 1 0,0 2-1 15,0-2 0-15,0 0 0 0,0 1 0 0,0-1 0 16,0 0 1-16,-2 1 0 0,2-1-1 0,0 1 0 15,-1-1 1-15,0 0-1 0,0-1 2 0,1 1-2 16,0-1-1-16,-1 1 1 0,1-1 0 0,-1 0 2 16,-1-1-3-16,2 3 1 0,0-1 1 0,0-2-1 0,0 2 1 15,0-1 0-15,0 0-1 0,0-2 0 0,0 3 2 16,0-3-1-16,-1 0-1 0,0 2 1 0,-1-2 2 16,1 1-3-16,1-1 3 0,0 2-1 0,0 0-2 15,0-1 1-15,0 3-1 0,0-4 2 0,0 1-2 16,-1 0 0-16,1-1 0 0,0 1 0 0,0 0 0 15,0 0 0-15,4-1-1 0,-4 1-7 0,2 0-31 16,1 1-17-16,0 3-21 0,0-5-28 0,-1 1-35 0,1 1-47 16,-2 1 112-16,1-3-85 0,2 3-4 0</inkml:trace>
  <inkml:trace contextRef="#ctx0" brushRef="#br1" timeOffset="33730.55">14338 16054 66 0,'0'-2'47'0,"0"0"-10"0,2 1-12 0,1-1 15 0,-1 1-5 15,-2-2 2-15,2 2 6 0,0 1 2 0,0-2 0 16,1 1-5-16,-3-1-3 0,1 0 2 0,-1-1 2 16,2 2-1-16,0-1-7 0,-1 0 1 0,0 1 0 15,5 1-1-15,-6 0-1 0,3-1 2 0,-1 1-2 16,-2 0 1-16,3-1-1 0,0 1 5 0,-2-1-3 16,0-2 0-16,2 2 0 0,-2 0-2 0,2 0-4 15,0-1 0-15,0 1 0 0,-1-1-6 0,1 2-1 16,-4-3-2-16,6 2-3 0,-4 0-4 0,4 0-2 15,0 0-1-15,-1 0-2 0,-3 0-3 0,3 1-3 0,2 0 3 16,-4-2 1-16,1 1-1 0,1 0 2 0,-1-1 0 0,0 1 6 16,1-1 1-16,-2 0 4 0,1 1 0 0,0 0-3 15,1 1 0-15,-3-1 0 0,0-3-1 0,3 3-6 16,-2-1-1-16,1 0-1 0,-2 0 0 0,0 0-3 16,2-1-1-16,0 3 1 0,1 0 1 0,-3-1-1 15,0 0-1-15,2 1-1 0,0 0-1 16,0 1 2-16,-3-1-1 0,1 1 0 0,2-1 0 0,-3 0 0 15,2 1 0-15,-1-1 0 0,0 0 1 0,0 0-1 16,2 0 1-16,-2 0-1 0,0 0 0 0,-1 0 0 16,3 0 1-16,-1 0-1 0,0 3 0 0,1-2 0 15,0-1 0-15,-2 2 0 0,1-2 0 0,0 2 0 16,0-1 0-16,0 0 1 0,-1-1 2 0,1 2-2 0,-1-2 0 16,1 2-1-16,0 0 0 0,0-2 3 0,0 1-3 15,0 1 0-15,-2-2 0 0,1 1 0 0,-1-1 0 16,0 1 1-16,1 0 1 0,-1-1-1 0,0 1 0 15,1-1 1-15,-1 0 2 0,1 0 0 0,0 2 2 16,-1-1 0-16,0-1 0 0,0 0-1 0,2 0 2 16,-2 0-1-16,0 2-3 0,0-2 1 0,0 0-2 15,0 0 0-15,0 3-1 0,1-2 1 0,-1-1 1 0,0 0-5 16,0 0 3-16,0 0 1 0,1 0 0 0,-1 0-2 16,0 0 2-16,0 0-1 0,0 0-1 0,0 0 1 15,1 1 2-15,-1 0-2 0,0-1 1 0,0 0 0 0,0-1-1 16,0 1 2-16,0 0 1 0,0 1 0 0,0-1-2 15,0 0 1-15,0 0-1 0,2 0 2 0,-2 0 2 16,0 1-1-16,0-1 0 0,-2-1 1 16,2 1-1-16,0 0 0 0,0 0 3 0,0 0-4 0,0 0 1 15,0-2-3-15,0 2 6 0,0 0 1 0,0 0 0 16,-1-1 4-16,0 0-3 0,0 0 2 0,1 1 0 16,-2 0 0-16,2-1-5 0,0 1-2 0,0 0-1 15,-1 0-3-15,1 0 1 0,0 0-2 0,0 0 0 0,0 0 0 16,0 0-1-16,0 0 2 0,0 0 0 0,1-2 0 15,-1 2-1-15,0 0 0 0,0-3 1 0,-1 3 2 16,1 0-2-16,0 0 1 0,-1 0-1 0,1 0 0 0,0 0 0 16,0 2 0-16,0-2 0 0,0 0-2 0,0 0 2 15,0-2-1-15,0 2 0 0,0 0 0 0,-1 0 0 16,1 0 0-16,-1 0-1 0,1 0 2 0,0 0-1 16,0 0 1-16,0 0-1 0,0 0 0 0,0 0 1 15,0 0 0-15,0 0 0 0,-1 0-1 0,1 0 0 16,-2 2 0-16,1-2 1 0,1 0 0 0,0 1 0 15,-1-1-1-15,1 0 2 0,0 0 0 0,0 0 1 16,-2 0-2-16,1 0-1 0,0-1 2 0,-1 1-2 16,1 0 0-16,-1-2-1 0,1 0 1 0,-1 2-2 15,-1-1 2-15,2 0 0 0,0 1 1 0,0-2 0 0,0 2-1 16,1 0 0-16,-2 0 1 0,1 0 0 0,1 0-1 16,-1 0 0-16,1 0-8 0,0 0-10 0,0 0-19 15,0 0-21-15,2-2-110 0,0 1 132 0,0 1-82 16,3 0-59-16</inkml:trace>
  <inkml:trace contextRef="#ctx0" brushRef="#br1" timeOffset="35863.5">14778 15866 65 0,'-1'-1'53'0,"0"0"-13"0,1 1-20 0,-2 0 17 15,2-1-6-15,0 1-3 0,0 0-1 0,0 0 1 16,0 0 2-16,0-1-1 0,-2 1 4 0,2-1-1 16,-1 1 5-16,0-2-1 0,1 1-1 0,0 1 0 15,0-1 1-15,1 1-3 0,0-1 0 0,1 1-1 16,0-1 0-16,-1 1 2 0,0 0 2 0,-2-1-3 16,-1 0-1-16,1 1 1 0,1 0-1 0,0-1 1 15,0 1-2-15,-3 0-1 0,4 0-3 0,2 0-2 16,-1-1 2-16,-2 1-2 0,0-1-1 0,-2 0-6 15,1-1-1-15,1 2-2 0,-3-1 0 0,3 0-3 16,0 1-1-16,4-1 1 0,-2 0-2 0,2 1 3 0,-2 0-3 0,1-3 9 16,-1 3 0-16,-2-2 2 0,-2 0-2 0,3 2-1 15,-1-2-1-15,1 1-3 0,0-1 1 0,1 2-8 16,1-1-2-16,1 0-2 0,-4-1-1 0,1-1-1 16,2 3 0-16,0-2-1 0,-2 1 3 0,0-1-3 15,-1 2 1-15,5-1-1 0,-5 1 0 0,-3-1 1 16,3 0 1-16,0 1-1 0,0-1 1 0,0 1 0 15,0 0 1-15,0 0 1 0,3 0 0 0,1 1-1 16,-3-1-2-16,-1 0 1 0,3 0-1 0,-3 0 1 16,0 0-1-16,0 0-1 0,0 0 0 0,-2 0 0 15,2 0 0-15,0 0 2 0,0 0-3 0,3 0 1 16,-3 0 0-16,0 0 0 0,3 0-1 0,1-1 1 16,-3 1-1-16,0 0 1 0,2 2 0 0,-3-2 0 0,6 1-1 15,-5 0 1-15,2 0-1 0,-2 0 1 16,1 0 1-16,2-1-1 0,-1 2 0 0,0 0 1 0,-1 0 0 15,2 1-1-15,0-1 2 0,-1 1-2 0,-2 0-2 16,2-1 2-16,-2 0 0 0,1 1-1 0,-2 0 1 16,0 0-2-16,2 0 3 0,-2 0 4 0,3 2 0 15,-1-2 0-15,-2 0 4 0,0 1-2 0,2-1 0 16,0 0 3-16,-2 0-3 0,0 1 0 0,-2-1 0 16,-2 0-2-16,4 3-1 0,1-2 2 0,-3 1-4 15,1 0 2-15,-2-1-1 0,0 1-2 0,3 0 1 16,-3-1 0-16,-1-1 2 0,0 2-3 0,1-1 2 15,1 0 0-15,0-1-1 0,-2 1 2 0,-1 0-1 16,2-1 0-16,1 2-2 0,0-3 2 0,-4-1 2 16,3 0-3-16,0 3 2 0,-1-3-2 0,2 2-1 15,-2 0 1-15,3-1-1 0,-4 0 0 0,3 2 0 0,-3-2 0 0,2 0 0 16,1 0 1-16,0-1 0 0,0 0-2 0,-3 0 3 16,3 1-1-16,1-1-2 0,1 0 1 0,-3-1-1 15,0 0 0-15,1 0 0 0,-1 0 0 0,3 0 0 16,0 0-1-16,-1 0 1 0,0 0 0 0,1 0 0 15,0 1 1-15,2 0-1 0,-2-1 1 0,0 1-1 16,1-1 0-16,-1 0 0 0,2 0-1 0,-2 1 1 16,3-1-1-16,-2 0 0 0,0 0-1 0,3-1 3 15,-3 1-2-15,-1-1 1 0,0 0-1 0,0-2 1 16,1 3-1-16,2-2 2 0,-3 0-1 0,0 2-1 0,0-1 1 16,4 0 0-16,-1 0 0 0,2 1-1 0,-3 0 1 15,1 0 0-15,-1 0 0 0,2-1 1 0,-2 1 0 16,0 0-1-16,-1 0 0 0,1 0 1 0,0 0-1 0,1 0-1 15,-1 1 1-15,0 0-1 0,0-1 0 0,-2 1-1 16,1 0 2-16,-1 0-2 0,0 2 1 0,-1-2 0 16,0 1 1-16,3 1-1 0,0 0 1 0,2 1 0 15,0-1 0-15,-5 0 0 0,2 2 0 0,4-2-1 16,-5 1 1-16,-4-2 0 0,4 4-3 0,-1-3 2 16,2 2 0-16,1-1 1 0,0 0 0 0,-2 2 1 15,1-1 0-15,0 2-1 0,0-1 1 0,-1-1 1 0,0 0-2 16,0 3 0-16,0 0 2 0,0-2-2 0,-1 2 2 15,-3-4-1-15,2 2 3 0,-1-1-4 0,1 1 2 16,-2-1 1-16,0-3-1 0,1 2-1 0,3 1 3 16,0-3 0-16,-5 2-1 0,4-2 3 0,-2 0 0 15,-1-1-2-15,1 0 0 0,0 0 2 0,-2 1-3 16,1 0-1-16,1 0 2 0,-1-1-3 0,2 1 1 16,0 1 1-16,-1-2 2 0,1 0-2 0,0-1 1 15,-3 3 1-15,4-1-2 0,-2-2 1 0,0 0-1 16,-3 1 0-16,2 0 0 0,-2-1-2 0,-1-1 0 15,3 1-1-15,-1 0 1 0,2 0 0 0,-1 0 0 16,2 0 1-16,0-1-1 0,1 1 0 0,-2 0-1 0,0 0 2 16,0 0-2-16,1-1 1 0,-1 0-1 0,-1 1 0 0,1 0 0 15,1-1 0-15,0-1 0 0,2 1 0 0,-1 1 0 16,0 0-1-16,1-1 0 0,0-1 1 0,0 1-2 16,0 1 0-16,-1 0 1 0,1 1-2 0,1-1-25 15,-1 0-17-15,0 2-23 0,1 0-26 0,0 3 65 16,2-4-54-16,-1 2-22 0</inkml:trace>
  <inkml:trace contextRef="#ctx0" brushRef="#br1" timeOffset="36763.67">14917 16259 200 0,'0'-2'134'15,"0"0"-49"-15,0-2-41 0,0 2 35 0,1 1-10 16,-1-1-4-16,4-1 1 0,-4-1-1 0,3 2 7 15,-1-1 1-15,2 0-3 0,-4-2-2 0,2 2-10 0,-2 0-6 16,0-1-5-16,1 2-4 0,-1 0-18 0,0 1-5 16,0 0-6-16,3 0-4 0,-2 1-4 0,1 0-1 15,-2 0-3-15,0 1-1 0,1-1 4 0,-1 0-1 16,2 2 2-16,-2-2 3 0,0 2-1 0,0 0 2 16,0 0 0-16,0-1 5 0,1 1-2 0,-1-2 2 15,0-1 2-15,0 1 0 0,0 0 1 0,0-1-1 16,0 1 0-16,0 0-4 0,0-1-2 0,0 1-1 15,0 1-2-15,0-1-3 0,0 0-2 0,0 0 0 16,0 0-1-16,0 0 1 0,0 1-1 0,0 0-1 16,0 0 1-16,0 1 1 0,0-1 1 0,0 0-2 15,1 1 1-15,-1 1 2 0,2-2 2 0,-2 1-1 16,-2-1 0-16,2 0-1 0,-1 1 2 0,1 3 0 16,0-3-2-16,-1-1-2 0,1 0 0 0,0 1 0 15,0 2 1-15,0-2 0 0,0-1-2 0,-2 0 1 0,1-1 1 16,1 1-2-16,0-1 2 0,0 0 0 0,-1 0-3 15,1-1 3-15,0-1 1 0,0 0-1 0,-1 0 3 16,1 1-1-16,0 0 0 0,0-1 0 0,0 1 3 16,0 1-3-16,0 0 0 0,0-2-3 0,0 1 1 15,0-4-1-15,0 3 0 0,0 0 0 0,0-1-1 0,0-2-1 16,0 4 0-16,0-4 0 0,0 0 0 0,0 3 0 16,0-2 1-16,0 0-2 0,-1 1 0 0,1-2 0 15,0 4 1-15,0-4 0 0,0 4-1 0,0-1 0 16,0 0-1-16,3 1-3 0,-3-2-7 0,-1 1-28 15,1 2-19-15,1 0-21 0,0 0-31 0,1 0 74 16,-1 0-63-16,2 1-20 0</inkml:trace>
  <inkml:trace contextRef="#ctx0" brushRef="#br1" timeOffset="37880.11">15019 15967 155 0,'0'-3'85'0,"0"1"-46"0,1 0-23 16,0 0 20-16,2 0-5 0,-2 1-2 0,0 0 12 16,1-2 2-16,0 3 3 0,-1-2 6 0,0 1 7 15,-1 1-3-15,3 0-2 0,-3 0-1 0,0 0-9 16,0 1-3-16,1-1 0 0,-2 1-2 0,1 0-6 16,-3 1 0-16,2 0-3 0,0 0-3 0,-1 0-5 15,0 3-1-15,1-2-5 0,0 1-1 0,0-1-2 0,-1 1-4 0,-1 0-2 16,1-1-1-16,2 1-1 0,-3-1-2 0,0 1 1 15,1 0-1-15,1-1-2 0,-1 0 3 16,0 0-1-16,2 0 0 0,0-1-1 0,0 0-1 0,0-1 2 16,0 0 0-16,0-1 0 0,0 0-1 0,0 0-1 15,0 1 0-15,0-1 1 0,0-1-1 0,0 1-1 16,2 0 1-16,-2-1-1 0,2 1 1 0,0 0-1 16,-1 0 2-16,2 0-2 0,-2 0 1 0,1-2 0 15,-1 2 0-15,1 0 1 0,-2 0-2 0,2 0 1 16,0 0 0-16,0 0 1 0,-1 0 0 0,2 0 0 15,-2 0 1-15,2 0 1 0,0 0 0 0,0 0 0 16,-2 0 0-16,1 0 2 0,-1 1-2 0,3 1 5 16,-2-2-2-16,0 0 3 0,1 1 1 0,-1-1 2 0,2 0 6 15,-2 1-2-15,1 1 1 0,-1-2-1 0,1 0 2 16,-1 0-4-16,0 1 1 0,0 1-2 0,0-1-3 16,1 0 1-16,-1 0-1 0,0 0-2 0,0 1 0 15,0-2 1-15,-1 1-4 0,0 1 1 0,1-1-4 16,0 0 1-16,0 1 0 0,-2-1 0 0,0 1-1 15,2 2 0-15,-1-1 0 0,-1-1-1 0,0 1 3 16,1 1-3-16,0 0 1 0,-1-1 1 0,2 3 0 16,-2-4-1-16,2 2 2 0,-2 1 1 0,1 0-3 15,-1-2 4-15,0 1-2 0,2 1-1 0,-1 0 0 16,-1-1 0-16,0 1-1 0,1-1-2 0,-1 0 1 16,0 0 0-16,0 3-1 0,0-4 1 0,0 2-1 15,0-1 1-15,-1-1 0 0,1 1 2 0,0 0 0 16,-1-1-1-16,-1-2 0 0,1 3 0 0,0-3 1 15,0 1-1-15,-1-1 2 0,-1 2-3 0,1-2 2 16,0 3-1-16,0-1 0 0,0 0 1 0,0 1-2 0,1-2-2 0,-1 0 3 16,-1-1-2-16,1 0 1 0,-1-1 0 0,0-1-2 15,0 1 2-15,-1 0-1 0,1 0 3 0,1 1-2 16,-2 0 0-16,-1 0 2 0,2 2 3 0,3-1 2 16,-4-2-1-16,0 0 5 0,1 0-1 0,0 0 0 15,2 0 2-15,-2-1-3 0,0 1-1 0,-1-1-3 16,3 1 1-16,-1-2-3 0,-1 1-1 0,2-2 0 15,-1 0-1-15,1 1 0 0,-2-2-3 0,0 1 3 16,1-1-3-16,1 3 2 0,0-1-2 0,-2-1 2 16,2 3-1-16,0-2-1 0,-2 1 0 0,1 1 1 15,1-1-1-15,-1 0 0 0,2 1-1 0,-3-3 1 16,2 2 0-16,-1-1 1 0,1 0-1 0,0 2-1 0,1-2 1 16,-1 1-3-16,0 0-1 0,0 1-3 0,-1-3-5 0,2 3-16 15,0 0-10-15,0 0-10 0,0-1-15 0,0 1-39 16,0 0-23-16,0-1-30 0,2 1-31 0,-1-1 117 15,0 0-82-15,0-2-18 0</inkml:trace>
  <inkml:trace contextRef="#ctx0" brushRef="#br1" timeOffset="38548.41">15025 15958 213 0,'-1'-1'118'0,"-2"-1"-56"0,3 2-31 0,0-2 31 15,0-1-2-15,0 0 0 0,0 1-2 0,2 0 7 16,-2-2 0-16,1 1 0 0,-1 0-1 0,0 1-12 16,1 1-7-16,0-3-1 0,-1 1-4 0,0 1-10 15,3 0-5-15,-2 1 1 0,1-3 1 0,-1 1-2 16,1 0 1-16,-1 0-1 0,2 1 0 0,-3 0 7 16,1 0 0-16,1 0 1 0,-1 0-4 0,-1 0 3 15,1 0-2-15,2 1-4 0,-1 0-1 0,-2 1-10 16,4 0-1-16,-4-1-3 0,1 1-1 0,4 0-6 15,-5 0 0-15,3 0 0 0,-3 0-2 0,1-1 2 16,1 1 0-16,1 0 0 0,1 0-2 0,-2 0-2 16,1 0 4-16,-1 0-3 0,4 0 1 0,-5 0 1 15,2 0 0-15,1 0 1 0,-2 1 3 0,1-1 2 16,0 0-1-16,0 0 2 0,-1 0-2 0,-1 1 3 0,2-1-2 0,0 0 0 16,1 0-2-16,-3 0-1 0,2 0-1 0,-1 0-2 15,2-1 2-15,-1 1-2 0,-1-1-2 0,-1 1 0 16,2 0 2-16,1 0-2 0,-1 0-1 0,-2 0 1 0,1 0 1 15,2 0-1-15,-1 0 1 0,1 0 0 16,-2 1-2-16,1 0-1 0,1 0-7 0,-2-1-10 16,1 2-44-16,1 1-27 0,-1-1-38 0,0 1-57 15,1 1 124-15,-2 0-100 0,0 1-31 0</inkml:trace>
  <inkml:trace contextRef="#ctx0" brushRef="#br1" timeOffset="39718.07">15271 15989 281 0,'-1'0'188'0,"1"-1"-72"16,-2 2-62-16,0-2 46 0,-1-1-31 0,2 2-5 15,1-1-6-15,-1 1-5 0,-1 0-9 0,0 0-3 16,2 0-2-16,0 0-4 0,-1 0-5 0,-3 1-5 15,3 2 0-15,1-2-3 0,0 0-5 0,-1 1-2 16,1 0-1-16,0 0-1 0,0 2-4 0,1-1-2 0,-2 1 2 16,0 0-1-16,1-2 1 0,-1 2-1 0,-2 2-1 0,2 0 2 15,-2 0-3-15,2 0 2 0,1 0-2 0,-4-1 0 16,4 3-1-16,0 0 0 0,0-2-1 0,-1 1-1 16,1 0 2-16,0 0-1 0,1 1-2 0,0-1 0 15,-1 0 1-15,1-1 1 0,0 0-1 0,1-1 1 16,2 2-1-16,-1-3 0 0,-1 1 1 0,2-1-2 15,-2-1 2-15,-1 1-2 0,1 0 1 0,-1-2-2 16,1-1 3-16,0 0-1 0,4-1 0 0,-4 2 1 0,1-1-1 16,4-1 1-16,-3 0 0 0,3 1 1 0,-3-2-1 15,1 0 0-15,-2-1 0 0,2 1 1 0,-1-1-1 16,1-3-2-16,-1 1 2 0,-1 0 0 0,1 2 0 16,-2-4-1-16,2 1 0 0,-3-1 0 0,1 2 0 15,-2 0 2-15,5 0-3 0,-5-1 1 0,3 1 0 16,-2-1-1-16,-1 1 1 0,1 0-2 0,3 0 1 15,-4 0-1-15,1-1 2 0,0 0-3 0,2 3 4 16,-3-2-2-16,0 2 1 0,-2 0-1 0,1-3 0 16,-2 2 0-16,0 0 0 0,1 1 0 0,-2 0 0 15,1-1-1-15,2 1-1 0,-1-2 3 0,1 3-3 16,0-1 2-16,-5-1-2 0,5 1 0 0,-2-1 0 16,-1 1 1-16,2-3 1 0,1 2-2 0,-3 0 2 15,3 1-2-15,-3-2 1 0,0 0 1 0,2 0 1 16,-4 0-3-16,3 1 0 0,-4 0 1 0,3-2 0 15,0 1-1-15,-2 0-1 0,0-1 1 0,0 1 0 0,1-2 1 16,-2 2 0-16,1 0-2 0,-2-1 1 0,1 1 0 16,1-1 2-16,1 1-4 0,0 1 1 0,2-2 1 15,-3 3-3-15,5-1 3 0,-2 2-3 0,-1-2 2 16,1 1-3-16,1 0 4 0,-2 2-1 0,0-2-3 16,3-1 2-16,-4 1 0 0,4-2 1 0,-1 2-2 0,-1-1 2 15,2 0-1-15,0-2-2 0,-1 2 4 0,3 1-1 16,-2 0 1-16,1-1-1 0,-3 1 0 0,3 0-1 15,-1 1 2-15,1-1 1 0,-3 1-2 0,2-1 0 16,1 0 0-16,0 0 1 0,0 1 0 0,0 0 0 16,0-1-1-16,0 0-1 0,0 0 1 0,0 0-1 15,1 2 2-15,0-2-2 0,-1 2 1 0,0-2 1 0,2 1-2 16,0 0 1-16,0 0 0 0,-2 1 1 0,0-2 0 16,2 0 0-16,1 1-4 0,-1-1 3 0,0 2 1 15,1-1-1-15,0 0 1 0,-3 0 0 0,5 0-1 16,-2 0 0-16,0 1 1 0,0-2-1 0,1 1 0 15,-1 0 0-15,0-1 1 0,4 2 0 0,-4 0-1 16,0-1 0-16,0 1 1 0,2-1-1 0,-2 0-1 16,3 1 1-16,-4 0-3 0,1-2 2 0,0 2 1 15,-1 0-1-15,3 1-1 0,-3 0 3 0,2 0-2 16,-3 1 1-16,-1-1 0 0,6 1 0 0,-2 1 0 16,-1-1 0-16,-2 0 1 0,0 0 0 0,0 0 0 15,0 0 0-15,3 3 1 0,-4-3-1 0,0 0 1 16,0 0 0-16,2 1 0 0,-2-1-1 0,3 0 1 0,-3 1-1 0,0-1 1 15,2 1 1-15,2 0-1 0,-4-1 0 0,0 1 1 16,2 1 0-16,-2-2-1 0,2 1 2 0,-2-1 0 16,0 2-2-16,-2 0 4 0,-2 0-1 0,6-1-1 15,-7-1 0-15,4 1 0 0,-2 0 0 0,3 0-2 16,0 0 1-16,0-1-1 0,-1 0-1 0,-3 3-1 16,3-1-6-16,1 0-36 0,0 2-24 0,0 2-37 15,-2-4-51-15,1 4 107 0,1-1-86 0,-3-2-33 16</inkml:trace>
  <inkml:trace contextRef="#ctx0" brushRef="#br1" timeOffset="41641.3">13206 16198 12 0,'0'-2'20'0,"-1"2"2"0,1-1-8 0,0 1 9 16,0-2 2-16,0 1 4 0,0 0 7 0,0-1 5 16,0 3 2-16,0-1 3 0,0-1 15 0,-2 1-1 15,2-1 4-15,0 1 1 0,0 0-3 0,-1-2-1 0,1-2 7 16,-1 3-1-16,-1 0-18 0,2-1-2 0,-1-2-6 0,0 2-1 15,1 2-8-15,-1-2-3 0,1 0-12 0,0 0 0 16,0 2 3-16,0 0 1 0,0 0 0 0,0 0 1 16,0-2-2-16,0 2 1 0,0 0-2 0,0 0-2 15,-1-1-3-15,1 1-4 0,0 1 0 0,-1 0-5 16,1 0 1-16,0 0-2 0,0 1-1 0,0-2 1 16,0 3-1-16,0-3 4 0,0 0 0 0,1 0 2 15,0 1 1-15,0-1 1 0,0 0 0 0,0 1-1 16,2 0-1-16,0-1-2 0,-2 0 1 0,1 0-5 15,0 1 1-15,1 0-3 0,-1-1 1 0,0 0 0 16,0 0 2-16,0-2-3 0,3 2 0 0,-3 0 0 16,1-1 1-16,1 0 0 0,-1 0-1 0,2-1-1 15,-1 2 0-15,0 0 0 0,-2-1 0 0,1 1 1 16,1-1 0-16,0 3-1 0,-2-2 0 0,3 0 0 16,-1 3 0-16,-2-3-1 0,0 1 0 0,3 1 0 15,-3-1 1-15,1-1 0 0,2 1 0 0,-5-1 2 0,3 1-2 16,-1 0 1-16,2 1 2 0,-1-2 0 0,-2 2 0 15,2-1 0-15,-3-1 1 0,2 0-1 0,-1 1 1 16,0 0 0-16,1-1-2 0,-2 0 3 0,0 0 3 16,-3 1 0-16,3-1 4 0,0 0 3 0,0-1 4 15,0 0-1-15,-2 1-1 0,1 0-3 0,1 0 2 16,-3-1-3-16,3 2-5 0,-4 0-1 0,2 0-1 16,-2-1-1-16,0 0 1 0,-2 0 0 0,1 2-2 15,2-1-1-15,-2-1 2 0,-1 0 0 0,2 0 0 16,-1 0-1-16,2 0 1 0,0-2-3 0,-1 1 2 15,-2 0-1-15,1-1 2 0,3 1-2 0,-2-1-2 0,0 2 1 16,-2-3 2-16,3 2-2 0,-1 1 0 0,2-1 1 0,-2 1 0 16,1-2 0-16,0-1 2 0,-1-1 1 0,2 4-2 15,-1-1 4-15,0 1 0 0,-2-1-1 0,3 0-2 16,0 0 4-16,-2 2-2 0,1-1-4 0,0 0 2 16,1 0-2-16,2 0-2 0,-3 0 0 0,3 0 1 15,-1 0-3-15,-1 0 1 0,2 0 0 0,0 0-2 16,0 0 0-16,0 1 1 0,0 0 1 0,0 0-3 0,0-1 3 15,0 2-2-15,2-2-1 0,-1 4 3 0,0-4 1 16,1 0-1-16,-1 1-1 0,1 0 2 0,-1-1 0 16,1 2-1-16,2-2 0 0,-2 0 0 15,0 1 0-15,1-1-1 0,0 0 1 0,-1 0 0 0,1 0 0 16,1 0 0-16,-1 1 1 0,0-1-2 0,1 1-1 16,1-1 2-16,-1 1 0 0,-1-1 1 0,2 0-1 15,-1-1 0-15,1 1 0 0,-2 0 2 0,1 0 1 16,1 0-3-16,-1 0 0 0,-1 0-1 0,1 0 1 15,-1-1 1-15,3 2 0 0,-1 2-1 0,-2-5 0 16,1 2 1-16,0-1 0 0,-3 0 1 0,5 2-1 16,-3-3 0-16,1 0 0 0,-3 1 0 0,2 0 0 15,1 1 1-15,-2-1-1 0,2 1 0 0,-3 0 2 0,-2-1-3 0,1 0 2 16,0 1 2-16,0-2-1 0,0 2 0 0,-2-1-1 16,0 0 0-16,2 1 3 0,3 0 0 0,-3 0-2 15,0 0-3-15,-3-1 1 0,3 0 0 0,0 2 0 16,-1-1 0-16,1 0-6 0,-5 0-12 0,4 0-18 15,1 1-26-15,0 1-140 0,-1 0 161 0,1 2-95 16,-2 1-76-16</inkml:trace>
  <inkml:trace contextRef="#ctx0" brushRef="#br1" timeOffset="43748.34">12313 16162 105 0,'-1'-4'81'0,"-2"3"-8"15,2 0-25-15,1 0 27 0,0 1-9 0,-1-2 12 16,0 1-4-16,1 0 2 0,0 0 1 0,-1-2-6 16,1 2-4-16,0-1-6 0,-4 0-4 0,4-1-13 15,0 2-3-15,0-3-7 0,0 0-7 0,1 3-9 16,-1-4-4-16,0 2-1 0,0 0-3 0,0 3-4 16,0-2-1-16,1 2-1 0,-1-4 0 0,-1 3 1 15,1 1 0-15,0 0 0 0,0 0 2 0,0-1 7 16,-1 0 2-16,1 1 0 0,0 1 0 0,0-2 3 15,-2-1 0-15,5 1-2 0,-2 1-1 0,1 0-6 16,-1 0-3-16,-1 0-2 0,2-1-1 0,0 1-4 16,-2-2 0-16,5 3 0 0,-2-1 0 0,0-1-1 15,4 1 1-15,-3 0 0 0,1 0 0 0,-1 0 2 16,-2 0-1-16,2-2 0 0,0 2-1 0,-1-1 3 16,3 1-3-16,2 0 2 0,-2 0-1 0,0-1 0 15,2 1 1-15,-3-1-1 0,1 0 1 0,-2-1-2 0,0 1 2 0,0 0-2 16,1 0 0-16,-2 1-1 0,1 0 1 15,-1 1 1-15,3 0-1 0,-3-1-1 0,2 2 0 16,-3-1 1-16,0-1 1 0,1 1 1 0,2 1-2 0,-1 1 1 16,-3-2 1-16,1 1 1 0,2-1 1 0,-3 1-2 15,3 3 0-15,-4-4 4 0,1 2 0 0,2 2-2 16,1-1 3-16,-2-1 1 0,0 1-1 0,-2 3 2 16,0-3 1-16,2 2-4 0,-3-2 2 0,0 3 1 15,-1-2-3-15,2 2 0 0,0-2-1 0,-2 2 0 16,4 0-2-16,-2-1 1 0,0 0 0 0,0 1-2 15,0 0 4-15,-2-1-3 0,0-1 1 0,-2-1 2 16,-1 1-2-16,0 0-2 0,1-2 2 0,0-2 1 0,-1 5-1 16,0-2 0-16,0-2 1 0,1 3-1 0,-1-2 0 0,1-1 2 15,-1 1-2-15,3 2 0 0,-2-3-2 0,1-1 1 16,2 2 0-16,-1-1 0 0,2 1 2 0,-2-2-5 16,-1-1 3-16,0 1-2 0,0-1 1 0,3 1-1 15,-2-1 0-15,1 0 0 0,-1-1-1 0,2 1 2 16,0 0-2-16,2 0 0 0,-1 0-1 0,-1 0 1 15,0 0 0-15,2 0-1 0,1 0 0 0,3 0 0 16,-2 0 1-16,-4-2-2 0,1 1 2 0,2-1-1 16,-2 0 0-16,6 0 1 0,-5 1 1 0,-1-1-1 15,5 0-2-15,0 2 3 0,0-1-1 0,0 1 0 16,-2 0 1-16,0 0-1 0,-1-2 0 0,0 2 0 16,0 0 1-16,0 3-1 0,-3-3 0 0,3 0 0 15,-2 0 0-15,-1 0 0 0,6 2-1 0,-5-1 0 0,1-1 1 16,0 0 0-16,2 0 1 0,-3 0-1 0,-1 1 0 15,2 1 0-15,-1 0 1 0,-1-1 0 0,1 2-1 16,-3-1 0-16,0 0-1 0,2 0 0 0,-2 0 1 16,3 4 0-16,-3-4-1 0,0 2 1 0,2 2 0 15,3 1 1-15,-6-2 0 0,3 0 0 0,-3 0 0 16,2 0 0-16,1 1 2 0,-1-1 0 0,-2-1-1 16,-2-2 4-16,3 2 2 0,-1 1 2 0,2-1-1 15,-5-1 2-15,1 0-1 0,1 2 2 0,-1-1 0 16,2 2-2-16,-1-2-1 0,0 0 1 0,-1 0 0 15,1 0-1-15,1 2-2 0,1-3 0 0,0 0-2 16,-2-1-1-16,2 1 0 0,1-1-2 0,-2 1 0 16,1-2 2-16,-1 0 0 0,1 1-2 0,-2-2 1 0,3 0 0 15,-3 0 0-15,4 0-3 0,-3 0 1 0,2 0 0 16,-2-2-1-16,3 2 1 0,-2 0-1 0,-1 1-13 16,2-1-9-16,-1 0-4 0,2 0-12 0,-2 1-13 0,-1 0-38 15,2 1-27-15,-1 0-32 0,2 0-36 0,-2 1 118 16,0 1-86-16,2-1-24 0</inkml:trace>
  <inkml:trace contextRef="#ctx0" brushRef="#br1" timeOffset="44481.9">12614 16351 214 0,'0'-4'164'15,"0"2"-30"-15,0-2-52 0,1 2 46 0,-1 0-2 16,0-1-6-16,0-1-1 0,0 0-4 0,2 2-25 16,-2 0-11-16,0-2-5 0,0 1-8 0,0 1-24 15,0 0-4-15,0-2-6 0,0 3-3 0,0-1-3 16,-2 0-2-16,2 1-7 0,0 0-3 0,0-2 0 16,0 3-3-16,0 0-1 0,0 0-3 0,0 0-4 15,0 0 2-15,0 0-2 0,-1 0-1 0,1 0-1 16,0 0 0-16,-1 0 1 0,0 0 1 0,1 0 0 15,0 0-3-15,0-1 1 0,0 1 2 0,0 0-1 16,0-1-1-16,0 1 0 0,0 0 0 0,0-1 0 16,-2 1 0-16,2 1-2 0,0-1 1 0,0 0 1 15,0 0-1-15,0-1-1 0,0 1 0 0,0-1 0 0,2 1-1 0,-2-1 2 16,0 1 0-16,0 0-1 0,0 1 1 0,0 1 0 16,1-1 0-16,-1 0 0 0,0 1-1 0,0 0 1 15,0-1-1-15,0 0 1 0,0 0 0 0,0 1-1 16,-1 0 2-16,1-1 0 0,0 2 1 0,0-1-2 15,-2-1 1-15,2 1-1 0,0-2 2 0,0 1 1 16,0-1-2-16,-1 1-1 0,1-1 1 0,0 1-1 16,0-1 1-16,0 2 2 0,0-2-2 0,0 1 0 15,0-1 0-15,-1 0 1 0,1 0 0 0,-1 0 0 16,0 0-1-16,1 0-1 0,-1-1 0 0,1 1 0 0,0 0-1 16,0-2-4-16,0 2-10 0,0-1-33 15,1 1-21-15,-1 0-26 0,0 0-35 0,0 1-48 0,0-1 112 16,2 2-90-16,-1-2-16 0</inkml:trace>
  <inkml:trace contextRef="#ctx0" brushRef="#br1" timeOffset="45248.39">12676 16048 120 0,'-1'-2'108'0,"1"2"-23"0,0 0-40 0,1 0 48 0,0 0-6 15,-1 0-1-15,0 1-2 0,0 1-6 0,0-2-1 16,0 0-2-16,0 0-7 0,-1 0-21 0,1 1-6 15,-1 1-9-15,1-2-3 0,-1 2-6 0,1 1-2 16,-2-1 0-16,2 0 1 0,-1 0 2 0,0 0-4 0,1 1 4 16,0 1-4-16,0-2-4 0,0 0-2 0,0 0-3 0,0 1 2 15,0-1-2-15,1 0-1 0,-1-1-3 0,0-1 1 16,0 1-2-16,0 0 0 0,0 0 0 0,0-2-1 16,1 2-4-16,-1 1 2 0,2 1-3 0,-2-3 1 15,2 0 1-15,0 0-2 0,2 0 1 0,-2 1 0 16,0-2 0-16,1 0 2 0,-1 0-1 0,2 1 1 15,-2-3-3-15,1 2 2 0,-1 1-2 0,3 0 2 0,-2-1 1 16,1-1-3-16,0 0 2 0,-1 1-1 16,1 1 1-16,0-1-1 0,0 1 1 0,-2-3-1 0,3 3-1 15,-3 2 1-15,3-2-1 0,-3 0 2 0,2 0 1 16,-2 0-1-16,1 0 1 0,1 1 1 0,-3-1 1 16,1 0 1-16,1 1 1 0,-2 0 2 0,2 1-1 15,1 0 2-15,-2 0 0 0,0 0 0 0,-1 0-3 16,0 0 2-16,-1-1-2 0,3 2-1 15,-2-2-2-15,-1 0 3 0,0-1-3 0,1 5 0 0,-1-4 2 16,1 2-3-16,-1-1 2 0,2 2-3 0,-2-1 2 16,0 1-2-16,1 2 0 0,-1-3 3 0,0 1 0 15,0 3 1-15,0 0-1 0,-1-2 2 0,1 1-3 16,-2-2 2-16,1 1 0 0,0-1-3 0,-2 1 0 16,2 0-1-16,1-1 0 0,0 0 0 0,-1 2 2 15,1-3-2-15,-1 0 1 0,1 3 0 0,0-2 2 16,-2-2-3-16,-1 3 3 0,-1-2-2 0,1 0 0 0,0 2-2 15,1-1 0-15,-2-3 2 0,2 3-1 0,0 0 1 16,-1-2-1-16,0 0 0 0,2 0 0 0,-2 2 1 16,0-3 1-16,0 2-1 0,-1-3 0 0,1 3-2 15,-1-3 1-15,0 4 2 0,1-2-1 0,-1-1 0 16,1 0 0-16,0 1-1 0,1-2 0 0,0 0-1 16,-2 1 0-16,1-2-2 0,2 1-4 0,-1 0-2 0,2 0-18 15,-3 0-7-15,0 0-9 0,2 0-10 0,-1 0-13 16,1 1-42-16,1-1-23 0,-1 0-29 0,-1-1-19 15,2 1 108-15,0 0-84 0,-1 0-19 0</inkml:trace>
  <inkml:trace contextRef="#ctx0" brushRef="#br1" timeOffset="45716.86">12682 16096 210 0,'-2'-1'112'16,"1"-1"-68"-16,-1 0-29 0,2 0 14 0,0 0 7 15,0 1 3-15,0 0 1 0,0 1 7 0,0 0 6 16,0 0 6-16,0-1 1 0,0 0-3 0,-1 1-10 16,1-1-3-16,-1 0 0 0,1-2-4 0,-1 2 4 15,1 1-2-15,1-1 0 0,-1-1 2 0,0 2-1 16,1-1-2-16,0-1-5 0,-1 1-1 0,1-1-10 0,0 0-2 15,0 2-3-15,1-1-4 0,-1 0-4 0,0 1-1 0,1-1 1 16,0 1 2-16,0-1-3 0,1 0 1 0,-1-2 4 16,0 3 4-16,2-1-3 0,0-2 1 0,-2 3-2 15,0-2-1-15,1 0 0 0,1 1-3 0,-1 0 0 16,-1-2-5-16,1-1 0 0,1 1 0 0,0-1 0 16,0 1-2-16,1 0 0 0,0-1 1 0,1-2-2 0,-2 3 0 15,0-1 1-15,1-1 0 0,-1 1-1 0,1-1 2 16,0 2-2-16,-1 0-1 0,-2 0 2 0,3-1-2 15,-2 2 0-15,1 0-2 0,0 2 0 0,0-1-1 16,-3-2 1-16,4 3 1 0,-1 0-3 0,-2 0 3 16,2-2-2-16,-3 2 2 0,1 0-1 0,-1-1-1 15,1 1 2-15,-1-1-2 0,0 1-2 0,0 0-9 16,3 0-8-16,-2 1-12 0,-2-1-18 0,2 1-56 16,-1 3-49-16,0-2 108 0,0 1-81 0,-1 0-56 15</inkml:trace>
  <inkml:trace contextRef="#ctx0" brushRef="#br1" timeOffset="47283.36">13044 16023 216 0,'-2'1'119'0,"-1"-1"-63"0,0 1-41 0,1 1 19 16,2 0-10-16,-2-1-2 0,0 3 9 0,1-2 6 16,-2 0 6-16,3 1 7 0,-1 1 9 0,-1-1 1 15,0-1-3-15,1 1-6 0,-1-1-13 0,1 2-4 0,-3-1 2 16,2 1-2-16,2 0-6 0,-1 0 1 0,0-1 0 16,-1 3 0-16,-2-1-1 0,2 1-4 0,0-3-5 15,1 4-1-15,-2-3-2 0,1 3 0 0,0-1-1 0,1 0-1 16,1-1-1-16,0 2 1 0,-1-1-4 0,0 2-3 15,1-2 0-15,0 1-3 0,0 0 0 0,-1-2-2 16,0 3-2-16,1-3 2 0,0 3-1 0,-2-4 2 16,1 2 1-16,-3-1 2 0,2 0 1 0,1 2 1 15,-1-2 3-15,2 0-2 0,-3-2 1 0,3 3 1 16,0-2-4-16,-1 0-2 0,-1 2-2 0,1-3-1 16,0 1 0-16,-1 0-2 0,3-1 2 0,-1 2-2 15,0-2 2-15,0-1-1 0,1-1 1 0,0 1 1 16,0 0-2-16,2 0 0 0,-3-1 2 0,1-1-1 0,1 1-1 15,-2-1 1-15,4 1 0 0,-4 0-2 0,2-1 0 16,2 0 3-16,0 0-2 0,-2 0 1 0,2 0 0 16,-4 0 0-16,3 0 1 0,-3 0 0 0,1-1 0 15,0 1 0-15,2 0-1 0,0-1 0 0,-1 0 0 16,2-1 0-16,-2-3 0 0,2 4 0 0,-1-1 0 16,-1-1 0-16,-1 1 0 0,2-2 2 0,-1 1-2 15,2 1 1-15,-2 0-1 0,-1-2-1 0,3 1 2 16,-3 0-1-16,1-1 1 0,-2 3-2 0,3-1 3 0,-3-2-2 15,1 1-1-15,0-1 1 0,-1 2 2 0,1-2-3 16,-1 0 0-16,-1 1 2 0,0 0-1 0,0 0 1 16,0-1 0-16,-1 1 0 0,0 1-1 0,1-2 0 15,-1 1 0-15,1-2 0 0,0 3-2 0,-1-3 1 16,2 1 0-16,-1-1 0 0,-2 1-1 0,2 1 1 0,-1-1-1 16,1 2-1-16,-2-3 1 0,1 0 1 0,-1 3 0 15,2-1-1-15,-2 1 1 0,1-2-1 0,-2 1 1 16,3 0-1-16,0 2 2 0,-1-3-1 0,-1 0-1 15,0 1 1-15,0 1-1 0,-1-2 0 0,2 4 0 16,-2-4 1-16,-1 2 0 0,4 0-1 16,-2 1-1-16,-1-2 0 0,4 1 2 0,-5 0-1 0,0-2 0 15,4 1 0-15,-5 0 0 0,4 1 2 0,-1 0-2 16,-2 0 1-16,3 0 0 0,-2-1-1 0,3 2 1 16,0 0-1-16,-3-1 0 0,0-3 0 0,2 1 0 15,0 1 0-15,-1-1 1 0,0 0-1 0,3 2-2 16,-3-4 2-16,2 4 0 0,1-1 0 0,-1 0-1 15,0-1 1-15,-2 0-1 0,4 0 0 0,-2-1 1 16,1 1 0-16,0-1-1 0,0 2 1 0,1-1-1 16,2-1-2-16,-1 2 1 0,-2-1 2 0,0 0-1 0,4 0-1 15,-2 1 1-15,5 1 0 0,-7-1 1 0,3 0 0 16,1 1 0-16,-2 0-2 0,-1 1 2 0,2 0-1 16,-3-2 0-16,1 1-1 0,1 0 1 0,1 1-2 15,1 0 2-15,-1 1 1 0,1 0-2 0,2 0 0 16,-2 0 1-16,2 0-1 0,-3 1 0 0,2 0 1 15,-3-1 0-15,1 0 0 0,1 0 1 0,-2 0-1 16,0 0 1-16,0 1 0 0,-1 0 2 0,0-1-1 0,1 0-1 0,3 1-1 16,-4 0 1-16,2-1 1 0,-1 0-1 0,0 0 0 15,2 0-1-15,-2 0 0 0,-2 0 1 0,0-1 1 16,1 0-1-16,-1 1 0 0,1 1 0 0,-2 0 0 16,1 0 1-16,0 1-1 0,0-1 1 0,0 0-1 15,0 1-1-15,0 0 0 0,1 1 1 0,0-2-1 16,-1 3 2-16,0-2-1 0,-1 0 0 0,1 1 0 15,0 0 2-15,-4-1-1 0,2 1-1 0,0 0 1 16,2 2-1-16,-3-2 1 0,1 1-1 0,2 1 0 16,-4 0 1-16,4 0-1 0,0-1 0 0,-2-1 1 15,0 2 0-15,1-2 1 0,-1 1-1 0,-1 0 1 16,3-1-2-16,-1-1 2 0,0 3-2 0,-1-2 1 0,2 0-1 16,0-2-1-16,2 2 1 0,-1-1 0 0,0 0 0 0,1-1-1 15,-2 1 1-15,3-2 1 0,-1 2-1 0,-1-1-4 16,2-1-9-16,2 1-10 0,-4-1-8 0,4 0-35 15,-2 2-22-15,1-1-29 0,0-1-33 0,1 0 94 16,-3 0-72-16,3 1-17 0</inkml:trace>
  <inkml:trace contextRef="#ctx0" brushRef="#br2" timeOffset="68619.73">12203 16624 103 0,'0'-1'86'0,"0"-3"-11"16,-1 4-30-16,0 0 24 0,1 1-13 0,0-1-1 15,0 0-4-15,-2-2-6 0,2 1-4 0,0 0-9 16,0-3-2-16,0 1-3 0,0-1-2 0,0 0-1 15,0 3-1-15,0-2 2 0,0 2-3 0,0 1 0 16,0 0 2-16,0-3-1 0,0 3 0 0,-1-1 1 16,1 0 0-16,0 1-1 0,0 0 3 0,0-1 3 15,-1 1-1-15,-1-1 2 0,2 0-2 0,0 1 2 16,0 0 3-16,-1 0-2 0,1-2 1 0,-1 2-5 0,0-1-4 0,1 2 6 16,-1-1-3-16,0-1-6 0,-1 0-2 0,2 1-2 15,0-1-4-15,-1 1 0 0,1 0 0 0,0-1-8 16,1 0 4-16,-1 1-2 0,0-1-2 0,0-1 2 15,0 1-3-15,2 1 0 0,-1 0 0 0,-1-1 1 16,1 1-2-16,-1-2 1 0,0 1 0 0,0 0 0 16,0 2 1-16,0-2 0 0,0 1-1 0,0-1-1 15,0 1 3-15,0 0-1 0,1 0 2 0,0 1-2 16,-1-1 2-16,0 0-1 0,0 0 1 0,0 0 2 16,0 0-5-16,0 0 2 0,0 0-3 0,0-1 2 15,0 1-2-15,0-1 0 0,0 1-1 0,0 0-1 16,0 0 0-16,0 0 3 0,0-1-3 0,0 1 0 0,0 0 0 15,0 0 2-15,0 0-2 0,3 1 2 0,-3-1 3 16,0 0 0-16,0 0 2 0,1 0-1 0,-1 0 4 16,0 0-3-16,0 0 2 0,0-1-3 0,0 1-2 15,1 1-3-15,-1-1 1 0,0-1 1 0,2 1-3 16,-2 0 0-16,1 0 0 0,0 0 0 0,-1-1 1 16,1 1-1-16,1 1 0 0,-1-1-1 0,1 1 1 15,0 0 0-15,-2-1 0 0,0 0 1 0,0 0-1 16,2 0 0-16,-2 0 0 0,1-1 2 0,0 1-1 15,2 0-1-15,0 1 0 0,0-1 0 0,-2 0 2 16,1 0-2-16,0 0-1 0,2 0 1 0,-3-1-1 16,2 1 1-16,-1 0 0 0,0 0-1 0,1 0-1 15,-1 0 2-15,0 0 0 0,0 0 1 0,0 1-1 16,2-1 0-16,-1 0 0 0,-2 0 1 0,2 0-1 16,1 1-1-16,-2-1 1 0,0 1-1 0,1-1 1 0,1 1 0 15,-2-1-1-15,1 2 1 0,-1-2 1 0,2 2-1 0,-1-1 1 16,0 0 0-16,-2-1-1 0,1 2 0 0,1 0 0 15,-1-1 0-15,0-1 0 0,-2 1 7 0,1 2 2 16,-1-3-1-16,2 0 4 0,-1-1 1 0,0-1 1 16,1 0-2-16,1 2 2 0,-3-2-4 0,4-1-4 15,-1 2 3-15,1 0-4 0,0 0-2 0,-1-3-1 16,2 3 1-16,-2-1-1 0,0 0 0 0,1 0 1 16,0-1-3-16,-1 0 0 0,2 1 1 0,-1 1-1 15,-2-1 0-15,0-2 2 0,2 2-1 0,0 1-1 16,-2-1 0-16,-1 1 0 0,0 0 2 0,1-1 1 0,0 2-1 15,0 0-2-15,-2 0 0 0,0 0 0 0,0 0 2 16,2 0 0-16,-2 1-2 0,0-1 1 0,0 0 4 16,-1 0 1-16,1 0 2 0,0 0 2 0,-1 1 1 0,1-1 3 15,0 0 1-15,0 0-1 0,0 0-2 0,1 0-1 16,-1 0 0-16,0 0-4 0,0-1-1 0,-1 1-3 16,-1-1-1-16,2 1 0 0,-2 0 1 0,0-2-2 15,2 2-1-15,0 0 1 0,0 2-1 0,0-2 0 16,0 0 1-16,4 2-2 0,0-1 1 0,-2-1-2 15,2 0 3-15,-2 1-1 0,-2-1 0 0,3 0-1 16,-3-1 1-16,-3 0 1 0,5 0-1 0,-2 1 2 0,3 0-2 16,-3 1 1-16,0-1 1 0,2 0 0 0,0 0-1 15,-2 0-1-15,0 1 2 0,-4-1-2 0,1-1 1 16,1-1 1-16,2 2-2 0,-1 0 0 0,4 0 0 16,-3 0 0-16,-2 0-1 0,2 1 1 0,0 1 1 15,0-2-1-15,3 0 0 0,-6-1 1 0,3 1-1 16,4 1 0-16,-3-1 0 0,-1-1 0 0,0 1 0 15,-3 0 0-15,1 0-1 0,1 0 1 0,-3 0 0 16,2-1-1-16,2 0 2 0,-1 1-3 0,2 0 2 16,-1 0 0-16,2 0 0 0,1 1 0 0,-3 0 1 0,2-1-1 15,-2 1 1-15,0 0 0 0,2 1-1 0,-2-3-1 16,0 1 1-16,1 0 0 0,-2-2-1 0,1 3 0 16,0-1-1-16,0-2 2 0,0 2-9 0,0 1-12 0,1 0-40 15,1 2-28-15,2-1-33 0,-7 1-65 0,7 1 127 16,-3 0-101-16,1 1-30 0</inkml:trace>
  <inkml:trace contextRef="#ctx0" brushRef="#br2" timeOffset="70001.84">12171 16756 40 0,'0'-3'46'15,"0"2"-14"-15,1-1-13 0,1 2 10 0,-2 0 9 16,1 0-1-16,0-3 1 0,1 3 2 0,-1 2 4 0,-1-2 12 16,1-2 1-16,0 2 6 0,0-1-10 0,0 0 9 15,0 1 0-15,2 0-6 0,-2-2-1 0,1 1-6 16,0-1-4-16,-2-2-3 0,1 2 1 0,0 1-8 15,-1-1-4-15,1 0 0 0,1 1 1 0,-2-1-4 16,2 2-1-16,0-2-3 0,0 1-2 0,0 0-4 16,0 0-1-16,1-1 0 0,-2 1-5 0,1 0-2 15,-1 0 0-15,1 1-3 0,-1-4 1 0,2 3-2 16,-2 1 1-16,0-1 1 0,1 1 2 0,-2-2 1 0,2 2 1 16,-1-1 1-16,1 2 2 0,-1-1-2 0,2 1 0 15,-2 0-2-15,1 1-1 0,-1-2-1 0,0 0 1 16,0-1-3-16,-1 2 1 0,1-1 3 0,0 0 3 15,-1 0 0-15,2 0 6 0,0 2 0 0,-1-1 3 16,-1 0 3-16,2-2-2 0,-1 1-3 0,0-3-2 16,0 3 1-16,0-1-8 0,0 1-3 0,1 0-2 15,-1-1-1-15,0 0-3 0,1 1 1 0,1 0-2 16,-1 0-2-16,0 0 1 0,0 0 1 0,-1 0-1 16,2 3 0-16,-1-1 1 0,-1-2-2 0,2 0 2 15,-2 0-1-15,0 0 0 0,1 0 2 0,-1 0-3 16,-1-2 1-16,1 2 1 0,0 4 0 0,0-3-2 0,-1-1 2 15,1 0-1-15,1 0-1 0,-1 2 3 0,0-2-3 16,0 1 0-16,-1 0 1 0,2 1-1 0,-1 1 1 16,1-2 0-16,0 0-1 0,0 1 0 0,0 0 0 15,0 0 0-15,-2-2 0 0,0 0 0 0,1 4 0 16,-1-2 0-16,0 0 0 0,0-1 2 0,0-1 0 16,0 2 0-16,1-2 0 0,0 0 0 0,0 0 2 15,0-1-1-15,1 1 1 0,-2 0 0 0,3 0-1 16,-3 0 0-16,0 0 0 0,3 0 0 0,-2-1 0 0,0 1-2 15,0-1-1-15,0 1 2 0,1-1-2 0,-1 0 0 16,0 1 2-16,2 0-2 0,-2 0 0 0,0 0 0 16,1 0 1-16,1 0 0 0,-1 0-1 0,2 1 1 15,-3-1-1-15,1 0 1 0,-2-1 0 0,3 0 2 16,-2 0-3-16,1 2 0 0,-1-1 0 0,-1-3 1 16,1 3 0-16,-1-1 1 0,3 1-1 0,-2 0-1 15,-1-1 1-15,3 1 0 0,-2-1 1 0,2 1-1 0,-3 0 0 16,2 0 0-16,-2 0-1 0,2 0 4 0,-2-1-3 15,0 0 0-15,0 1 1 0,2-1 3 0,-1 1 2 16,-1 0 0-16,3 0 4 0,-3-1-3 0,1 1 2 0,-1-1 0 16,-1 0 0-16,-1 0-3 0,2-3 0 15,2 3-3-15,-2 1-3 0,0-2 4 0,0 1-2 16,1 0 0-16,1-1 0 0,0 2-1 0,-2 0 2 0,4-3-2 16,-3 1 2-16,-1 2-3 0,4-1 1 0,-1 1-2 15,-3 0 2-15,5-2 1 0,-5 1-3 0,0 0 0 16,2 0 0-16,-4 0 0 0,2-2 0 0,2 1 1 15,-1 1 1-15,-1 0-1 0,3 1-1 0,0 0 1 16,-5 0 1-16,6-1 0 0,-4 1-2 0,0 0 0 0,4 0 0 16,-3 0 0-16,-1-2-1 0,0 2 2 0,0-2-2 15,2 2-1-15,-2-2 2 0,0 1 0 0,-1 0 0 0,1 1-2 16,3 0 3-16,0 0-1 0,-3 2 2 0,3-2-1 16,-1 0-1-16,-1 2 0 0,2-1 1 0,-1-1 0 15,0 0-1-15,-2-1 0 0,0-1 0 0,0 2 0 16,0-2 0-16,2 3 0 0,-2-1 0 0,-2 0 1 15,2 1 0-15,0 1 0 0,1-1-1 0,0 0 1 16,-1-1 0-16,1 0 0 0,-1 0-1 0,0 0 1 16,4 1-2-16,-4-1 1 0,0 0 0 0,0 0 1 15,-3 0-1-15,1-1 0 0,3 0 1 0,-4 0-1 16,-3-1 2-16,4 2 1 0,2 0-3 0,1 0 0 16,2 0 0-16,-1 2 0 0,-2-1-4 0,2-1-17 15,1 1-9-15,-3-1-13 0,0 2-15 0,0-1-55 16,0 1-39-16,1-1-61 0,0 0 139 0,3 4-120 15,-3-2-54-15</inkml:trace>
  <inkml:trace contextRef="#ctx0" brushRef="#br2" timeOffset="72422.98">12216 16937 160 0,'-1'-1'95'0,"1"0"-52"16,0 1-31-16,0 0 16 0,0-1-8 0,1-1-17 0,-1 2-2 16,1 0-1-16,-1 0 2 0,3 0-1 0,-3-2 3 15,0 2 2-15,1 0 3 0,0-1 8 16,1 0 5-16,-2 0 0 0,2 1 3 0,-2-1 3 15,2 1 4-15,-2-1-2 0,1 0-1 0,-1 1-5 16,0-1-2-16,1 0-1 0,-1 1 1 0,0 0 0 16,0 0 0-16,0-2-2 0,0 2 2 0,0 0 2 15,0 2 1-15,0-2 3 0,0 0-1 0,0 1 3 16,0 0-1-16,0-1 1 0,-1 1 1 0,1-1 0 16,-1 1-3-16,1-1 0 0,-1 1 1 0,-1-1-8 15,1 0 0-15,-1 1 0 0,1-1 0 0,-2 1-5 0,1-1 0 0,0 2-2 16,-1-1 0-16,3 2 1 0,-2 0-2 0,-1-1 1 15,1 0 0-15,0 3 3 0,1-2 0 0,-2 0-1 16,0 2 2-16,0-2-2 0,-1 1 0 0,2 0-4 16,-2 1 1-16,1-2-6 0,0 1 1 0,1 0 1 15,-2 0-3-15,1 1 0 0,1 0-1 0,0 1 2 16,-2 0-2-16,1 1 0 0,2 1-1 0,-3-2-4 16,1 2 2-16,0-3-2 0,0 2 2 0,1 0-1 15,-2-3-2-15,2 2 1 0,0-1 1 0,0 1 1 16,-2-2-2-16,2 1 2 0,-1-1-2 0,1 2 0 15,2 2 2-15,-2-4-2 0,1 1-1 0,-1 0 1 0,2 0 0 16,2 1 0-16,1-2-3 0,-3 2 3 0,3-3-1 16,0 2 1-16,0-5 0 0,1 4-2 0,-1-2 2 15,1-2 0-15,-1 0 1 0,1 0 0 0,2-1-1 16,-1 1 1-16,2-2 0 0,-3 2 0 0,3-3 0 16,-2 0 1-16,-1 0-1 0,2 1-1 0,-2-3 4 15,1 2-2-15,-1 1-1 0,2-3 2 0,-4 3-2 16,1 2-1-16,0-3 2 0,2 0 0 0,-3 2-1 15,1-1 0-15,0 0 0 0,0 0-1 0,0-2 1 16,0 0 2-16,1 2-1 0,-2 0 0 0,-1-3-1 16,2 1 0-16,-1 0 1 0,0 2-1 0,-2-1 0 15,3 0 2-15,-3 0-2 0,1 1 1 0,-1 1-1 16,0-2 2-16,0 1 0 0,0 0-1 0,0 1-1 16,0 0-1-16,0 1 1 0,0-3-2 0,0 0 1 0,0 2 0 15,0 1 0-15,0-2 0 0,-1 1 0 0,1-1 0 16,-3 1 0-16,1-1 0 0,1 2 0 0,0 0-3 15,0-2-3-15,-1 2 2 0,1 0-2 0,-1-2-2 0,0 1 2 16,1 1-1-16,-2 0 1 0,2 0 1 0,-2-1 1 16,-1-1 2-16,1 2 0 0,1 0 1 0,-2 0 1 15,-1-3-1-15,1-1 1 0,0 2 0 0,1 1-1 16,0 1 0-16,-1-1 1 0,-1-1-1 0,1 2-1 16,0 0 2-16,0 2-1 0,0-1 1 0,0-1 1 15,-1-1 0-15,2 2-1 0,-1-1 2 0,1 1-2 0,1-2 0 16,-2-1 0-16,1 2-1 0,2 0 1 0,-1-1 0 15,-1-3 0-15,2 2-1 0,1 0 1 0,-2 1 0 16,0-2 2-16,1 1-1 0,1-2-2 0,-2 1 1 16,2 1 0-16,-1-3 0 0,0 3 0 0,1-1 1 15,0 0-1-15,0 0-1 0,-3 1 0 0,3-1 1 16,0 0 0-16,-1 2-2 0,-1-3 3 0,1 1-2 0,0 1-1 16,1 1 2-16,0-3 0 0,-1 2 0 0,1 1-2 15,0-1 2-15,0 0-4 0,0 1 1 0,0-3 0 16,-1 2-1-16,1 1-1 0,0 0 2 0,0-2-2 15,0 2 1-15,0-2 3 0,0 1-1 0,1 1 1 16,0-1 0-16,0 1 0 0,0-1 1 0,1 1-1 16,-2-2 1-16,1 1-1 0,0 0 1 0,1 0-1 15,-2 0 1-15,0 1-1 0,0-2 0 0,0 1 1 0,2 1-1 16,-1 0 0-16,0 0 1 0,0 0 0 0,-1 0 0 16,2-2 0-16,0 2 0 0,-2-1 0 0,1 1 0 15,-1-1 1-15,2 0-1 0,-2 0 0 0,1 0 0 16,1 0 0-16,-1 0 0 0,0 0 0 0,2 0 1 15,-2-2-1-15,-1 3 0 0,2-2 0 0,-1 1 0 16,1 1 1-16,0 0 0 0,1-3-1 0,-1 4 0 16,0-1 1-16,0 0-1 0,1 0 0 0,0 0 0 15,0 1 0-15,-1-2-2 0,1 2 1 0,0-1 1 16,-1 1 0-16,1 0 0 0,0 0 0 0,-2 0 0 0,2 0-1 16,0 0 1-16,-2 0 0 0,1 2-1 0,1-2 1 15,0 0 0-15,-2 0 0 0,2 1 0 0,-1 1 0 0,0 0 0 16,-2-1 3-16,2 1-2 0,-1 0 4 0,-1-2-2 15,0 2 1-15,1-2 0 0,-1 1 2 0,2-1-1 16,-2 1-2-16,0-1 2 0,0 0-1 0,1 1-1 16,-1 0-1-16,0-1 0 0,1 1-1 0,0 2 0 15,-1-3 1-15,2 2 0 0,-2-2-1 0,1 1 0 16,1 0 2-16,-1-1-2 0,-1 1 1 0,0-1 1 16,0 0-2-16,0 2-1 0,0 0 0 0,0 1 0 0,0-2 1 15,0 0 1-15,0 0 0 0,0 1 0 0,0 0 3 16,0-2 1-16,-1 1 2 0,1 0 0 0,-2 2-3 15,0-1 0-15,1 0 1 0,-1-1-1 0,2 0-4 16,-1 1 1-16,-1 1-1 0,0 0-1 0,2 0 0 16,-2-1 2-16,2-1-3 0,-1 2 1 0,-1-1 1 15,1-1-1-15,0 0 2 0,-1 0-1 0,2 0 0 16,-1 1 0-16,0 1 2 0,-1-2-3 0,2 1 0 16,0-1 0-16,0 1 0 0,-1-2 1 0,0 0 1 15,1 1-1-15,-2-1-1 0,2 1 0 0,-1 2 0 16,0-2 0-16,1-1-1 0,0 3 0 0,-2-2-1 15,2 1 2-15,0-1 0 0,0 2 0 0,0-1-1 16,2-1 1-16,-2 1 0 0,0-1-11 0,0 1-5 16,0 0-12-16,0 1-9 0,1-2-34 0,0 1-25 15,0-2-44-15,2 1 91 0,0 1-78 0,-2-2-36 0</inkml:trace>
  <inkml:trace contextRef="#ctx0" brushRef="#br2" timeOffset="80653.64">12463 16915 51 0,'-1'-1'35'0,"-1"1"-10"0,1 0-8 0,1 0 16 0,0 0 0 16,0-1 2-16,1 1 5 0,-1 0 3 0,0 0 2 16,0 0 4-16,-2-1-3 0,2 0-1 0,-1 1 1 15,-1 0 2-15,-1 0-2 0,2 0 3 0,-2 0-3 16,0 0 1-16,3 0 2 0,-3 0-1 0,3 0-1 15,-1 0-4-15,0-2-1 0,-3 2-10 0,5-1-5 0,-1 1-4 16,-1 0-3-16,1-1-11 0,1 1-3 0,1 0-3 0,-2 1-2 16,0-1-1-16,0 0 2 0,0 0-1 0,0-1-1 15,-3 0 4-15,2 1 3 0,0 0 2 0,3 0 1 16,-2 0 5-16,0 0 1 0,0 0-1 0,0 0-1 16,0 0 0-16,0 0-3 0,4 0-2 0,-7 1 0 15,3-1-4-15,0 1 0 0,2-1 1 0,-1 1 2 16,-1 1 0-16,0-1-1 0,-1 1 4 0,1-2-4 0,0 1 3 15,0 0 0-15,-3 0-2 0,2 0 0 0,1 0-3 16,-1 0 2-16,0-1-2 0,1 3 1 0,-1-3-2 16,1 3-1-16,0-1 2 0,0 0 0 0,0 0 2 15,0 2-2-15,1-1 0 0,-1 0 1 0,1 1 0 16,-1-2 0-16,1 2 0 0,-1-4 0 0,0 3-3 16,0 0 0-16,0-1-1 0,1 0 2 0,-3 1-2 15,2-2 1-15,2 2-3 0,-2 0 1 0,0-1 1 16,0 0 0-16,0 0 1 0,0 1-1 0,1-1 0 15,-1 0 0-15,0 1 0 0,0 1 0 0,2-2 0 16,-1 0 0-16,1-1 2 0,-2 1 1 0,0 0 1 16,0 0-1-16,0-1 2 0,2 0-1 0,-2 0 2 15,0 0 0-15,-2 0-2 0,2 0 0 0,0-1-1 0,0 0-2 0,0 2 1 16,0-2 0-16,0 0-2 0,2 3-1 0,-2-1 0 16,0-2-1-16,0 1 0 0,0 1 0 15,0-2 1-15,0 0-1 0,-3 0 0 0,3 1 1 0,1-1-1 16,-1 1 1-16,-1-1 0 0,1 1 1 0,0-1-2 15,1 1 1-15,1 0 0 0,-2 1-1 0,1-1 3 16,-1 0-1-16,1-1 1 0,-1 0-1 0,3 0-1 16,-3 0 0-16,0-1-1 0,0 0 3 0,0 1-2 15,0-2 0-15,0 2 0 0,0 0 0 0,-3 0 0 16,5 0 0-16,-2 0 1 0,0-1-2 0,0 2 0 16,1-1 1-16,-1 0 0 0,2 3-1 0,2-2 0 15,-6-1 0-15,2 3 0 0,0-3 0 0,-1 0 1 0,0 0-1 16,-1 0 0-16,2-1 3 0,-2 1 5 0,2 0 1 0,0-2 7 15,2 2-2-15,0 0 1 0,-2 0-1 0,0-1 2 16,-2 1-3-16,2-1-4 0,3 1-1 0,-3 0-8 16,1 1 2-16,-1 0-1 0,0 0 0 0,2-1-1 15,-2 1 0-15,0 1 0 0,0-1-1 0,0-1 1 16,0 1 0-16,1-1 0 0,1 0-1 0,2 1 1 16,-1-1 0-16,1 0 0 0,-2 1 0 0,-1-1 1 15,2 0-1-15,0 0 1 0,-2 0-1 0,0 0 1 16,1 0-1-16,1-1 1 0,-1 0 0 0,1 1-1 15,-1 0-2-15,0 0 2 0,1-1 0 0,-1 1-1 16,1 0 1-16,-1 0 0 0,0-2 0 0,2 1 1 16,-3 1 1-16,2 0-2 0,-2-1 2 0,1 1 2 0,-1-2-1 15,2 1-2-15,-2 1 1 0,1-2 1 0,-2 1 0 16,1-1-1-16,1 2 0 0,-1-1-1 0,0 0-1 16,2-1 0-16,-1 2 1 0,0-1 0 0,-1 1-1 15,0 0 0-15,0-1 0 0,1 0 0 0,0 1 1 16,-1 0 2-16,0-2-2 0,0 2 0 0,2 0 0 15,-2 0 1-15,-1 0-1 0,1 0 1 0,-1 0-2 0,0 2 0 16,0-2 0-16,-2 0 0 0,2 1 0 0,-1-1 1 0,1 0 1 16,0 0-2-16,0-1 0 0,0 1 1 0,0 0 0 15,1 0 1-15,-1 1 0 0,2 1-3 0,-2-1 2 16,0 0 1-16,0 1 0 0,0-2-1 0,0 1-1 16,0-1 0-16,0-1 0 0,0 1 1 0,0-1-1 15,0 0 1-15,-1 0-1 0,0 1 0 0,1 0 0 16,0 1-3-16,0-1-1 0,0 2-6 0,0 0-9 15,0 1-26-15,0-2-11 0,0 2-16 0,0-3-18 16,1 2-63-16,-1-1-32 0,0 0 116 0,0 0-87 16,1 0-19-16</inkml:trace>
  <inkml:trace contextRef="#ctx0" brushRef="#br2" timeOffset="81452.67">12575 16886 364 0,'-2'-4'181'0,"2"3"-97"16,-1-1-48-16,1 1 28 0,0 0-7 0,0 1 1 16,0-4 0-16,0 3 1 0,-1-1-1 0,1 1 0 15,0 0 2-15,-2 0-7 0,2 1-5 0,-2 0-7 16,-1 0-4-16,3 0-12 0,-2 0-4 0,1 2-3 16,0 0-4-16,0-1-7 0,1 0 0 0,0 2-2 15,0 0-1-15,-2 1 1 0,0-1 0 0,2 1 0 16,-2-1-2-16,0 3 2 0,2-1-3 0,-2 0 1 15,1 1-1-15,1-2 0 0,0 1 0 0,-2 0 0 0,2 1 2 16,0-2-2-16,-1 0 5 0,1-1-2 0,-1 1 8 16,0 1 0-16,1-1 2 0,0 0-1 0,0 1 2 15,-2-2 0-15,2 2 0 0,-1-1 1 0,0-1-8 16,1 2 2-16,-1 0-3 0,0-2 0 0,0 1-1 16,1 1 2-16,0 0-3 0,0 0-2 0,-2 0 1 15,2-1-2-15,0 2 1 0,2-1 0 0,-2 0-2 16,0 0-1-16,0 1 1 0,-3-3 1 0,3 2-3 15,-1 0 3-15,-1-1-1 0,2 3-1 0,0-3 0 16,-1-1 2-16,1 3-1 0,0-3 0 0,0 2 5 16,0-1 1-16,0-1-2 0,-1-2 2 0,0 0 0 15,0 2 0-15,1 0-2 0,0 1 1 0,0-3-4 16,0 3 0-16,1-4-2 0,-1 2-1 0,1 2 1 16,-1-3-1-16,-1 0 2 0,1 3 1 0,1-2-1 15,-1 2-1-15,1 2 1 0,-1-5 1 0,0 1 0 16,0 0 0-16,1-2-2 0,-1 0 0 0,-1 0 1 0,-1 0-2 0,0-1 1 15,2 1 1-15,0 0-1 0,0 2 0 0,0 3-1 16,0-3 2-16,1-2-2 0,-1 0 2 0,1 1 1 16,-1-1-3-16,0 0 1 0,-1-3-1 0,-1 1 1 15,2 2-1-15,-2 0 1 0,2 0-1 0,0 0 0 16,2 0 0-16,-2 0-2 0,0 1 2 0,1-1 0 16,-1 0-1-16,0 0 1 0,0 0-1 0,2 1 0 15,-1-1 1-15,0 0 1 0,2 0-1 0,-1 0-1 16,-2 0 1-16,3 2-5 0,-3-2-2 0,0 1-2 15,0-2-1-15,2 2-5 0,-2 0 1 0,0-1 0 0,0 2-2 16,1-2 6-16,0 0 1 0,1-1 4 0,-1 2-1 16,-1-1 3-16,1-1-2 0,-1 1-6 15,1-2 0-15,-1 1-6 0,0 1-5 0,0 0-7 0,0 0-20 16,0 0-15-16,0 0-12 0,2 0-14 0,-1 1-78 16,0-1 118-16,0-1-76 0,3 1-33 0</inkml:trace>
  <inkml:trace contextRef="#ctx0" brushRef="#br2" timeOffset="82810.08">12630 16943 79 0,'0'0'85'0,"0"0"-11"0,0 0-32 0,-1-1 27 16,1 1-5-16,0-1-3 0,0 0-6 0,0 1-13 0,0-2-7 16,0 1 2-16,0 0-3 0,0 0-7 0,0 1-1 15,0-1 0-15,1 1 4 0,-1 0 1 0,0 0 1 16,0 0-1-16,1 0 3 0,-1-2 3 0,1 2 0 15,-1-1 2-15,1 1-4 0,-1-1 0 0,2 1 3 16,-2-4-3-16,0 3-2 0,1 0-2 0,-1-1-2 16,1-1-2-16,0 1-3 0,-1-1-1 0,2 3-5 15,0-1-1-15,-1 0-3 0,0-2-5 0,2 3-1 16,-2-2-2-16,2 0-1 0,-3 2-5 0,1-2 1 16,-1 1 2-16,2-1-3 0,0 1 3 0,-1 1-3 15,2-3 2-15,-2 2-2 0,2-1 2 0,-3-2-2 0,2 4 1 16,0 0-1-16,0-3-1 0,-1 3 1 0,0 0-1 0,1 0 1 15,-1 0 1-15,2 4-1 0,-2-4 0 0,0 0 2 16,2 0 1-16,-2 0-2 0,2 1 2 0,-1-1-1 16,-1 1 0-16,0-1 2 0,2 0-1 0,0 0 0 15,-2 0 1-15,2 1-2 0,-1-1-1 0,1 1 3 16,0-1-1-16,-2 1 0 0,1-1-1 0,-1 1 1 16,0-1 1-16,1 1 0 0,-1-1 2 0,0 0-2 15,0 3 2-15,1-2 1 0,-2 1-1 0,2-2-2 16,-1 3 2-16,0 0-1 0,-1 1-1 0,1-1 0 15,-1-1 0-15,0 2-3 0,2 0 3 0,-2-1 0 16,0-1-4-16,0 2 1 0,0 0 2 0,0 0-1 0,1 1-1 16,-1-2 0-16,0 1 0 0,0 0 0 0,0 1 3 15,0 1-2-15,0-2-1 0,0 0 1 0,0 2 0 16,1-1 1-16,-1 2-1 0,0 1-1 0,0-3-1 16,0 2 2-16,0 0 0 0,0 0 0 0,0 1 0 15,0-1 0-15,0 2-2 0,0-4 2 0,-1 4-1 16,0-1 0-16,-1-2 1 0,1 1 0 0,-1 0-2 15,0-3 0-15,0 3 1 0,1 0-1 0,0-2 2 16,0 0-1-16,-1-3-1 0,1 6 0 0,1-4 3 0,-2 1-2 0,1 3 2 16,0-6 0-16,1 4-1 0,-3 1-1 0,0 0 0 15,-1-2 1-15,2-1-2 0,0 0 1 0,0 0 2 16,-2 2-3-16,1-2 0 0,1-1 4 0,-2-1-2 16,2 1 1-16,-1 1 1 0,0-2-1 0,-1-2-3 15,1 0 4-15,-1 1 0 0,2 0-2 0,0 0 1 16,-1-1-2-16,0 0-1 0,0 0 0 0,0 0-1 15,1-1 0-15,0-1-2 0,-1 1 0 0,3-1-5 16,-2-3 2-16,1 3-1 0,1-2-1 0,-2 0 0 16,1 1-4-16,1-1 0 0,0 0-1 0,-1 2 2 15,1-1 1-15,-1 0 0 0,1 0-1 0,0 0 2 16,0 0 1-16,-1 0 2 0,1-1 2 0,0 0-1 0,1 2 1 16,0-4 1-16,0 3 2 0,0 0 1 0,2 1 0 0,-1-2 0 15,0 2-1-15,1 0 1 0,-2-1 0 0,2 1 0 16,-1-1-1-16,1 3-1 0,0-3 2 0,1 1-1 15,-2 0 0-15,2 2 0 0,-2-5 1 0,5 4-1 16,-5-3 0-16,1 0 1 0,1 4-1 0,-1-2 0 16,1 1 0-16,0-1 0 0,0 2 1 0,-1 0 2 15,1 0-2-15,-2 2 0 0,1-2-1 0,-1 0 1 16,-1 0 0-16,3 2 0 0,-2-1 1 0,0 0 0 16,0 2 0-16,0-2 6 0,2 1 3 0,-1 1-1 15,-2-1 1-15,1 1 3 0,-1-1-2 0,0 2 1 16,2-1 0-16,-2 1-4 0,-1-4-2 0,1 5 1 15,1-1-2-15,-1-3-4 0,1 3 3 0,-1-2-1 16,0 1 0-16,1 0-2 0,0 2 1 0,0-5-1 16,-2 2 1-16,0 1 0 0,0-2-1 0,0 0-19 15,0 0-20-15,2-1-33 0,-1 2-55 0,0 0 96 16,3 0-69-16,-3 3-32 0</inkml:trace>
  <inkml:trace contextRef="#ctx0" brushRef="#br2" timeOffset="88122.59">15121 16433 41 0,'-1'-1'30'0,"1"0"-12"0,0 0-12 0,0 0 7 16,1 0-3-16,-1-1-5 0,0-1-2 0,0 2-2 15,-1-1 1-15,1 1-2 0,0 0 2 0,0 0 1 0,0 1-4 16,0 1 0-16,0-1-2 0,0 0 4 0,1 0-1 16,-1 0-2-16,0 0 2 0,0 0-2 0,0 0 1 15,0-1 2-15,0 1 0 0,0-1-1 0,-1 1 0 16,1-1 2-16,0 0-1 0,0 1 15 0,0 0 6 16,0 0 2-16,0-2 5 0,0 1 13 0,0 1 1 15,0 0 2-15,0 0 3 0,0 0-12 0,0-1 0 16,0 0-3-16,0 1-2 0,0-1-7 0,0 1-2 15,0 0 2-15,0-1-3 0,0 1 3 0,-2 0-2 0,2 1 3 16,0 0-1-16,-1-1 6 0,1 1 1 0,-1-1 2 16,1 0 4-16,0 0 4 0,0 0 0 0,0 0-1 15,-2-1 3-15,2 0-5 0,0 1-1 0,2 0 0 16,-2 0-2-16,0 1-6 0,0 0-2 0,0-2-1 0,0 1-3 16,0 0-2-16,0 0-2 0,0-1-3 0,0 1-3 15,0-1-6-15,0 1 0 0,0 0-2 0,0 1-1 16,0-1 0-16,0 0-3 0,0 1 0 0,0 0 4 15,0-1 2-15,1 1 2 0,-1-1 1 0,1 0 2 16,-1 0 0-16,0 1 2 0,0-1 0 0,0 0-1 16,0 0 0-16,0 2-3 0,2-1-1 0,-1 0 1 15,0-1 3-15,0 1 0 0,0-1 0 0,0 0 1 16,2 0 1-16,-2 0 2 0,0 0 1 0,-1 0-3 16,3 0 0-16,-2 0-3 0,2 2 2 0,1-2 2 15,-2 0-1-15,-2 0 0 0,3 0 0 0,-1 0-1 16,1-1-2-16,-1 0-1 0,1 1-2 0,-1-1-2 15,2 0-3-15,0 0-2 0,-1-1 2 0,1 2-4 16,-1 0 2-16,-1 0 2 0,3 0 0 0,-2 0-4 16,0 2 1-16,-3-2-1 0,1 1 1 0,1-1 1 15,-2 2-1-15,5 0-1 0,-4 0 1 0,2-1 1 16,2 3-2-16,-1-4 3 0,-2 0-1 0,1 1-1 0,-3-1-1 16,1 2 1-16,3-2-1 0,-4 0 0 0,1 1 1 15,0 0-1-15,2 0 5 0,-2-1 2 0,1 0 1 0,3 1 1 16,-5-1 1-16,2 0 2 0,-2 0-2 0,3 0 2 15,-1-1-6-15,2 1-3 0,-3-1 2 0,1 0-1 16,1 0 0-16,1 1-2 0,-3 0 1 0,1-1-3 16,-2 1 3-16,4-1-1 0,-3 1-1 0,0 0 1 15,2 0-2-15,1 0 1 0,-3 0 0 0,1 0 1 16,0-1-2-16,-2-1 2 0,2 2 0 0,0 0-2 16,-1-1 1-16,-1 1-1 0,2 0 1 0,-1 1 0 15,0 1-14-15,-1-1-13 0,2 0-16 0,-2 0-18 16,1 2-71-16,-1-3-58 0,6 2 130 0,-6 2-104 15,1-2-63-15</inkml:trace>
  <inkml:trace contextRef="#ctx0" brushRef="#br2" timeOffset="90983.28">15116 16618 127 0,'-2'-2'99'15,"1"1"-21"-15,0 0-35 0,0 1 20 0,1-1 1 16,-1-3-4-16,0 2-7 0,1 0-3 0,0 1-17 16,0-1-7-16,0 2-5 0,0-5-5 0,0 4-9 15,1 1-3-15,0-1-3 0,0 1 0 0,-1-2-1 16,0 2 2-16,1-1 0 0,0 1 2 0,-1 0 4 0,2 0 2 16,-2-1 1-16,0 1 4 0,1 0 1 0,-1 0-1 15,0-1 0-15,0 0-4 0,0 0 0 0,0 1-5 0,0 0 1 16,0 0-2-16,0 0-3 0,0 1 1 0,1 0-1 15,-1 0 5-15,0-1-4 0,0 0 5 0,0 0 4 16,0 0-1-16,0 0 8 0,0-1 3 0,0 0 2 0,0 1-2 16,0 0 5-16,0 0-1 0,0 2-2 0,0-2 0 15,2 0-2-15,-2 1-3 0,1-2-2 0,0 1 0 16,-1 0-1-16,1-1-4 0,-1-3-3 0,1 3 1 16,-1 0-5-16,1 1-1 0,1 0 1 0,-2-1-1 15,0-1-4-15,0 2 0 0,0 0 1 0,2 0 0 16,-2-1-1-16,1 1 2 0,-1-1-3 0,2 1 0 15,-1 0 3-15,0 0-1 0,0 0 4 0,-1-2-3 16,1 2 4-16,-1-1-1 0,0 1 4 0,0 0-2 16,1 0-1-16,1-2 2 0,-1 2-2 0,-1 0 0 0,1 0-1 15,-1 0 0-15,2-1-1 0,-2 1 2 0,0 0-1 16,0 0 3-16,0 0-2 0,1 0 3 0,-1 0 0 16,0-1 0-16,0 0-1 0,0 1 0 0,0-1-2 15,0 1-1-15,1 0 0 0,-1 0-1 0,1 0-1 16,0-1-2-16,0 3 1 0,-1-2 0 0,3 0-1 15,-3 0 0-15,0 0 0 0,1 0-2 0,0 0 2 16,-1 0 0-16,3 0-1 0,-2 0 0 0,0 0 1 0,3 0-1 16,-2 0-1-16,1 0 3 0,-2-1-3 0,0 0 1 15,-1 0 1-15,2 0 1 0,-2 0 2 0,0 1-2 16,-1-1 5-16,1 0-2 0,0 1 3 0,3 0-2 16,-1 0 0-16,-1-3 0 0,1 3 1 15,0 0 0-15,-1-2-3 0,1 2 1 0,2 0-1 0,-1 1-1 16,-1-1-2-16,3 1 1 0,-3-1-2 0,3 1 2 15,-3 1 0-15,4-1 0 0,-5-1-1 0,1 0 0 16,0-1 1-16,-1 1-1 0,3 0-1 0,0 0 0 0,-2 0 0 16,1 1 0-16,-2-1-1 0,2 0 0 0,0 0 1 15,3 1 1-15,-6-1 1 0,0 0 0 0,4 0-1 16,0-2 2-16,0 2-1 0,-3 0 1 0,6 0 1 0,-5-2-4 16,2 2 0-16,4-1 1 0,-4 1 0 0,-3 0-1 15,3-2 0-15,-2 1 0 0,3 0 0 0,-1 3 2 16,0-2-2-16,-3-2 1 0,4 2-1 0,1 0 2 15,-2 1-1-15,-3-1 1 0,0 0-1 0,2-2 0 16,0 2 2-16,-3 0-2 0,5 0 2 0,-5 0 0 16,4 0 1-16,0 2-2 0,-4-2-1 0,0 0 2 0,2 1-2 15,-2-1 1-15,-5 0-1 0,8 0 0 0,-3 0 1 16,2 0 0-16,-1 1 0 0,1 0-1 0,-2-1 0 16,4 0-1-16,-3 3-1 0,-1-3-7 0,0 0-9 15,0 0-11-15,0 0-16 0,2 0-67 0,-2 0-53 16,0 0 118-16,2-2-91 0,3 2-41 0</inkml:trace>
  <inkml:trace contextRef="#ctx0" brushRef="#br2" timeOffset="98036.75">14841 16904 68 0,'-2'-3'55'0,"2"1"-12"0,1-2-21 16,0 3 14-16,-1-2-9 0,0 2-3 0,0 0-4 15,2 0-4-15,-1-1-6 0,-2-1-4 0,3 2 3 16,-1-1 2-16,-1-1-1 0,1-1 1 0,-1 5 4 0,0-3 8 15,1 0-1-15,1 1 5 0,-2 1-4 0,-3-2 0 16,6 2 2-16,-3-1-1 0,1-1 0 0,1-1-5 16,-3 2-1-16,1-2-1 0,-1 1 3 0,1 1 3 15,0 0-2-15,0-2 3 0,0 3-1 0,0-1 3 16,0 1 0-16,0 0 2 0,0 0-1 0,1 0-2 16,-1 1 4-16,0-1-1 0,0 1 0 0,0 1 0 15,1-2 3-15,-1 1 0 0,-2 0 0 0,1-1 2 16,1 0-2-16,-3-2-2 0,3 0 0 0,-1 1-6 15,1 1-1-15,0 0-4 0,0-1-2 0,0 1-3 16,0 1 1-16,0 2-2 0,-1-3 1 0,1 1 3 16,0 0 1-16,-1-1-2 0,0 2 1 0,1 0 1 15,0-1-5-15,0 3 0 0,-2-4-3 0,0 2-2 16,0-1-1-16,0 0 0 0,1 2-1 0,0-1-4 16,0-1 2-16,-2-1 0 0,4 4 0 0,-2-1 0 15,0-1 0-15,-2 0 0 0,3 1 4 0,-1-1 2 0,1 0-4 16,1 2 5-16,-1 0 0 0,0-3 2 0,2 2 0 15,0-1-1-15,-2 0 0 0,-1 2-1 0,1-2 4 16,-1 0 0-16,-4-1-2 0,3 1 0 0,-1 2 1 16,-2 0 1-16,6 0-2 0,-4-1 0 0,-1 1 0 0,4 1-2 15,0 1 1-15,-2-2 0 0,-1 1 0 0,3-2-2 16,-4 0 2-16,4 2 0 0,0-2 0 16,-4-3 1-16,1 2-1 0,2 0 3 0,-1 0-3 0,2 1 2 15,-3-2-2-15,3 0-3 0,0 1 0 0,0 0-2 16,0-1 0-16,0 0-4 0,0-1 1 0,-2 0 0 15,2 0-1-15,-3 0 0 0,2 3-2 0,1-1 0 16,0-1 0-16,-1 0 1 0,2 0-1 0,-1 1 0 0,3 0 1 16,-2-2-1-16,1 2 0 0,-2-2 0 0,0 0 0 0,0 2 0 15,0-1 0-15,0-1 0 0,0 1 1 0,-1-1 1 16,0 0 0-16,1 0-1 0,1 0 1 0,-1 0-1 16,1 1 1-16,-1-2 0 0,0 1-2 0,0 0 2 15,0 0 0-15,-1 0-1 0,0 0 1 0,-2 0-1 16,2 0 0-16,4 1-1 0,-3-1-1 0,0 0-1 15,0 0-3-15,0 0-6 0,0 0-7 0,1 0-22 16,-1 0-12-16,2 0-12 0,-2-1-17 0,2 1-17 16,3 0-24-16,-1 0-78 0,0 0 131 0,2 0-72 15,-4-1-28-15</inkml:trace>
  <inkml:trace contextRef="#ctx0" brushRef="#br2" timeOffset="99537.75">14975 16868 141 0,'0'-1'91'0,"2"-2"-32"0,-1 1-26 0,1 1 15 0,-2-1-3 0,0 0 4 16,2 0-5-16,-1 1-7 0,-1 0-5 0,1 1-1 15,0-2-2-15,-1 0-2 0,1 1 0 0,0 0-6 16,-1 0 8-16,2 1-1 0,-2-2 3 0,0 1 1 15,0 1 5-15,0 0-1 0,-2 0-1 0,2 0 2 0,0 1-3 16,-1-1-1-16,0 1-4 0,1 0-4 16,-1 0-6-16,0 1-2 0,0-1-1 0,-1 0-2 15,1 2-5-15,0-1-1 0,0-1 1 0,1 2 1 0,-2 1-1 16,2-2 3-16,-1 1-1 0,1-2 0 0,0 2 1 16,0 1 2-16,-1-2-2 0,0-2 1 0,1 3 5 15,-1-2-1-15,0 0-1 0,1 3 1 0,0-2 1 16,-2-1-2-16,0 0-1 0,2 1 1 0,0-1-7 15,-2 1 0-15,1 1-2 0,0-2 0 0,1 0-4 16,0 0-1-16,0 0 1 0,-2 1-3 0,2 0 1 16,0-1 0-16,0 2-2 0,1-2 0 0,-1 1 2 15,0-1 1-15,0 0-1 0,0-1 0 0,0 1-1 16,0-1 1-16,0 0 2 0,0 0-1 0,0 0-2 16,-1 0 0-16,1 0 0 0,1 0 1 0,-1-1 0 15,0 1-1-15,2 0 0 0,-2 0-1 0,3 0 1 16,1 0 0-16,-4-1 2 0,1 0-3 0,0 0 0 15,0-1 1-15,0 2 0 0,0 0 1 0,2-1-1 16,-2-1 0-16,0 2 0 0,1 0 0 0,1 0 1 16,-1 0-1-16,1-1 0 0,-2 1 1 0,1 0-1 0,-1 0 0 15,0-1 0-15,1 1 0 0,-2-1 0 0,3 1 0 16,-2 0 0-16,0-1 0 0,0 1 0 0,-1 0 0 16,4 0-1-16,-3 0 1 0,1 0 0 0,0 0 0 15,-1 0 0-15,2 1 0 0,-3-1 0 0,2 1-1 0,0 0 1 16,-2 0 1-16,3 1-1 0,-2-1 1 0,1 0 2 15,0 1 0-15,-1-1 0 0,-1 1 3 0,1-1-1 16,1-1-2-16,-1 3 2 0,1-2 0 0,-1 2-1 16,-1-1 1-16,1 0 0 0,1-1 1 0,-1 3-2 0,-1-1 2 15,0 0 2-15,0 1 0 0,3-1 1 0,-3 1-1 16,0-1 2-16,0 1 0 0,0-2 1 0,1 1 2 16,-1 1-4-16,-1-2 1 0,1 1 0 0,0 0 2 15,0 1-3-15,-1 0 0 0,1-1 0 0,-1-2 0 16,0 5 3-16,0-3-3 0,-1-1 1 0,0 2-1 15,0-2 0-15,2 2-2 0,-2 1 3 0,1-1-5 16,0-3-2-16,0 2 2 0,1 2-2 0,-2-3-1 16,2 0 0-16,0 1-1 0,0-1 0 0,0 1 0 0,-1-1 0 15,0 0-1-15,1-1 1 0,-1 0-1 0,-1 4 0 16,1-5 1-16,0 1-1 0,0 2 1 0,0-1 0 16,0 1 0-16,-1-1 0 0,1 1 2 0,-2-1 1 15,1 0-3-15,1 0 3 0,0 1-2 0,-2-2 0 16,3 1-1-16,-1 1 2 0,0-3-1 0,0 2-2 15,-1-1 3-15,0-1-3 0,1 0 1 0,0 0-1 16,0 0 2-16,1-1-1 0,-2 1 1 0,1-2 0 0,0 2 0 16,1 0 1-16,-3 0-1 0,3-1-1 0,-2 1 1 15,0 0-2-15,0-1 2 0,0 0-1 0,-1 1 1 16,1 0-2-16,2 0 1 0,-2 0 0 0,1-1 0 16,-1 0 0-16,1 0-1 0,0 1 0 0,-1-3 0 15,0 1 0-15,-1 0 1 0,1 1 0 0,0-1 0 0,-1 2-1 16,2 0 2-16,-2-1-1 0,2 1 0 0,-3 0-1 15,2 0 0-15,0 0 0 0,-1 0-1 0,1-1 2 16,-1 1-1-16,1-2 0 0,0 2 0 16,0-2 0-16,-1 1 1 0,2 1 1 0,0-1-2 0,-1 1 0 15,1-1 0-15,-1 0-1 0,2-1 1 0,-1 2 0 16,1 1-1-16,0-1 1 0,0 0 0 0,1-1-1 0,-1 1 0 16,0 0 1-16,0 2-2 0,0-1 2 0,0-2 0 15,-2 1 0-15,1 0-1 0,1-1 0 0,0 1-1 16,0 0 1-16,-2-3 1 0,2 3-1 0,0 0-1 15,2 2-1-15,-1-1 0 0,2 1-2 0,-1-2-13 0,1 2-31 16,-2 0-18-16,3-2-20 0,-2 4-31 0,2-4 77 16,-2 2-67-16,1-2-18 0</inkml:trace>
  <inkml:trace contextRef="#ctx0" brushRef="#br2" timeOffset="100236.81">15001 16888 82 0,'0'-2'105'0,"-1"0"-19"15,-1 1-34-15,2 0 25 0,-1-1-3 0,1 1-4 16,0-1-2-16,0 1-1 0,0-2 1 0,0 1 4 16,0-1-7-16,0 1-1 0,0 1-4 0,0 0-2 15,0-2-16-15,1 1-5 0,1 0 4 0,-1 0-4 16,0 1-5-16,0-2-1 0,-1 0-1 0,0 1 3 16,2-1-2-16,-2 2-1 0,1-3-4 0,0 3-4 0,0 0-4 15,0 0-1-15,2 1-3 0,-2 0-7 0,0 0 0 16,1 0 2-16,-2 0-4 0,0 0-1 0,1 0 0 15,0-2-1-15,-1 1 1 0,1 0 0 0,0 1-2 16,0-1-1-16,1-1 1 0,-1 2-1 0,0 0 1 16,0 0 0-16,-1 0 1 0,3 0-3 0,-3 0 3 15,2 0 1-15,-2 2-2 0,1-2 1 0,0 0 1 16,1 0 0-16,-1 0 0 0,0 0 0 0,1-2 1 0,-2 4-1 16,2-4 1-16,-1 2-1 0,1 0 0 0,1 0-1 15,-1 0-1-15,0 0 1 0,1-1-3 0,-1-1 1 16,2 2 0-16,-1 0 0 0,-1-2 0 0,3 0 0 15,-3 1 1-15,2-1 1 0,-1-1 1 0,1 1 3 16,-2 0-1-16,0-1 2 0,1 2-2 0,0-2 2 0,-2 1-3 16,2 1 3-16,-3 0-1 0,2 0-4 0,-1 2-1 15,0-1 0-15,0 0 1 0,1 0-2 0,-2 0 2 16,0 1-1-16,1 0-3 0,-1-1-1 0,1 0-3 16,0 1-12-16,-1 0-32 0,2-1-18 0,-2 4-27 15,2-3-40-15,-2 1-46 0,1 0 112 0,0 1-112 16,-1 0-51-16</inkml:trace>
  <inkml:trace contextRef="#ctx0" brushRef="#br2" timeOffset="101371.71">15146 17049 111 0,'1'-4'102'15,"-1"3"-15"-15,3-1-29 0,0 2 26 0,-3-2-1 0,3 0 3 16,-3-1-1-16,0 0-3 0,2 1 3 0,-2 1-2 15,0-1-3-15,-1-4 1 0,1 4-6 0,0-1-11 16,1-1-1-16,0 2 1 0,0 1-5 0,1-2-13 16,0 2-4-16,0 1-4 0,-2-4 0 0,0 2-6 15,0 0-5-15,0 0-7 0,0 1-4 0,-2-1-3 16,2 2-3-16,2 0-1 0,-2 0-4 0,1 0 0 16,-1 1 2-16,-1 0-3 0,1 1 3 0,0-1-1 15,-3 1-1-15,-1 0 1 0,3 3 0 0,-4-3 1 16,5 2 0-16,-3-2-1 0,0 1-1 0,1 1 5 15,0-1-2-15,0 2 0 0,0-3 1 0,-1-1-1 16,2 1 0-16,0 3 0 0,0-3 1 0,0-1-6 16,1 0 2-16,-2-1 0 0,2 0-4 0,0 1 1 0,-1 0-1 0,1-1 2 15,0 0-3-15,0 0 1 0,0 1-1 0,0 0 0 16,0-1 2-16,0 0 0 0,0 0-2 0,1-1 2 16,-1 1-2-16,0-1 3 0,0 1 0 0,0 0 0 15,0 0-2-15,0 0 2 0,0 0 1 0,-2-1-1 16,2 1-1-16,0 1 1 0,0-1 1 0,-1 0 0 15,1 2 0-15,0-2 0 0,1 3-2 0,-1 0-1 16,0-2 3-16,0-1 0 0,0 1-4 0,0-1 0 16,0 0 1-16,0 1-1 0,0-1 0 0,0 1 0 0,0-1-1 15,0 0 0-15,0 0 1 0,0 0 1 0,0 0-1 16,0-1 0-16,0 0-2 0,1 1 2 0,0 0 3 16,-1-1-3-16,0 1 0 0,2 0 0 0,-1 0 2 15,0-2-2-15,0 2 1 0,0-2 1 0,-1-2-3 0,1 4 1 16,1-2 0-16,-2 1 0 0,1 0-1 0,0 2 2 15,-1-1 0-15,2 0-1 0,-2 0 0 0,0 1 0 16,0 0 0-16,0-1 0 0,0 1 1 0,0-1-1 16,1 0 0-16,-1 3 1 0,1-1 1 0,-1-2-2 15,0 1 1-15,-2 0-1 0,2 1 1 0,0 0 0 16,-2-1 0-16,1-1-2 0,0 1 1 0,-1 1 0 16,2-1-1-16,-2 0 2 0,2 1-1 0,-1-1 2 0,1 1-2 15,0-1 2-15,-1 2-1 0,0-3 1 0,1 1-1 16,0 0-1-16,-2-1 2 0,2 0-2 0,0 0 0 15,0 0 0-15,0-2 0 0,0 2 0 0,0-2 0 16,0 2 2-16,2-1-2 0,-1-1 2 0,-1 0-1 16,0 0 1-16,0 1 0 0,0 0-1 0,1-3 0 15,-1 2-1-15,0-1-1 0,0 1 0 0,0 1 1 16,1 1-1-16,-1 0-1 0,0-2 1 0,2 1 1 16,-2-1 0-16,2 2 1 0,-2 0 0 0,0-2-1 0,0 1-1 15,0 0 0-15,0 1-16 0,1 0-10 0,2 1-13 16,-3 0-15-16,1 0-17 0,1 0-24 0,-1 1-94 15,2-2 129-15,-1 1-76 0,-1-1-36 0</inkml:trace>
  <inkml:trace contextRef="#ctx0" brushRef="#br2" timeOffset="102672.47">15325 16894 80 0,'-2'-2'100'0,"2"1"-7"0,1 1-37 0,-1-2 30 15,0-1-12-15,0 2 6 0,0 0-7 0,-1-1-7 16,1 1-11-16,1-1 7 0,-4 0-2 0,3 1-5 16,3 1 1-16,-2-3-2 0,2 2-3 0,-3 1 0 0,1-2-4 15,0 2-8-15,-1 0-4 0,0 0-2 0,-1-2-2 16,0 2-9-16,1 0 0 0,1 1-3 0,1 0 1 16,-2 0-3-16,2 0 1 0,-3 1 1 0,1 1-1 15,-1-3 4-15,-1 0 0 0,-1 0 1 0,2 2 0 16,-1-2-3-16,2 0-1 0,-2 0 4 0,0 0-1 15,0 4-2-15,1-2 0 0,1 2-2 0,-3-4 6 16,0 3-2-16,1 0 2 0,0-1-6 0,2 2 2 16,-1-3-3-16,-2 1-2 0,2 2-2 0,-2 0-7 15,0-1 0-15,1 1-3 0,0 0 0 0,-2-1-1 16,1 1-2-16,-1 0 1 0,2-3 0 0,-1 2 1 16,3-1-1-16,0 0 1 0,-3 2-2 0,3-3 0 15,0 1 1-15,-2 0 0 0,2-1-1 0,0 1 0 16,-2-1 0-16,2 1 0 0,2-1 3 0,-4-1-3 15,4 2-1-15,-1-1 1 0,1 0 0 0,-1 0 0 16,-1-1 0-16,3 0 0 0,0 1-1 0,-3 1 1 16,2-2 0-16,-2 0-1 0,2 0 0 0,-2 2 1 0,0-2 0 15,2 0-1-15,-2 0 1 0,1-3 0 0,2 3 0 16,2-1-1-16,-4 1 1 0,4-1 0 0,-3 0 0 16,-2-1-1-16,4 1 1 0,-1 0 0 0,-1 0-1 15,2-2 1-15,-1 2-1 0,1 0 0 0,3 0 1 16,-1 0-1-16,-3 0 1 0,2-1 0 0,-2 2 0 15,-2-2 1-15,3 0-1 0,-2 1 0 0,3 0 0 0,-1-1 0 16,0 1 0-16,-1 0 0 0,-1 0 0 0,4 0 0 16,-5-2 1-16,1 3-1 0,-1 0 2 0,0 0-2 0,3 2 1 15,-1-2-1-15,1 0 0 0,-1 1 0 0,0 0 1 16,3 1-1-16,-3-1 0 0,1 1 1 0,-3-1 1 16,2 3-1-16,-2-1 0 0,1 1-1 0,0 0 0 15,0-1 2-15,1 1-2 0,-1 1 0 0,-1-2 2 16,3 0-2-16,-2-1 1 0,1 4 3 0,-1-4-1 15,0 1 0-15,-1 1 0 0,-1 1 0 0,1-2-1 16,0 1 3-16,0-2-1 0,-1 2-1 0,1 0-1 16,-1-1 2-16,0-1 0 0,0 2 1 0,0 1 0 15,0-2 0-15,0 0 0 0,0-1 0 0,0 2 2 16,-1-1-1-16,1 0-1 0,-1 0 3 0,0-1 1 16,1 0-1-16,-1-1 1 0,0 1 1 0,1 1 0 15,-2 0 0-15,1-2-2 0,-2 1 0 0,2 0-5 16,0 0 2-16,-1 2 0 0,1-1-4 0,-2-2 1 15,1 2 0-15,0 1 1 0,1-2-1 0,-1-1 2 16,2 2-4-16,-2-1 2 0,-1 1-1 0,3 0 0 0,-4-1 0 16,1 0-1-16,2 0 1 0,-3-2 0 15,0 3 0-15,1-3 0 0,3 3 0 0,-3-2 1 0,-1 0-1 16,3 0 2-16,0 1-2 0,1 2-1 0,-2-3 1 16,-2-1-1-16,0 1 0 0,2 0 1 0,-3-1 0 15,3 1 0-15,-3-1-1 0,2 1 1 0,-1 0 0 16,-1-1-1-16,3 0 1 0,0 0-2 0,1 0 2 15,0 2-1-15,-4-2 0 0,3-3 1 0,1 2 0 16,-1 1 0-16,0 0 2 0,-2-1 0 0,2-1-3 16,-3-2 1-16,2 3 0 0,2 1 0 0,-3 0-1 0,2 0 0 15,0-2 1-15,-2 2-2 0,4 0 1 0,-1 0 0 0,-3-1 1 16,2-1 0-16,-1 2 1 0,1-1-2 0,0 1 0 16,-2-1 0-16,1 1 0 0,-4 0 1 0,7 0 0 15,0 0-2-15,-3 0 0 0,0 0 0 0,-1 0 1 16,4 0 0-16,0 0-1 0,0 0-2 0,0 0-1 15,-4 1-2-15,1-1-7 0,1 3-6 0,0-3-8 16,0 0-24-16,0 0-11 0,-2 0-11 0,3 0-16 16,1 2-47-16,1-1-28 0,-4-1-36 0,5 3 122 15,-2-2-100-15,0 1-40 0</inkml:trace>
  <inkml:trace contextRef="#ctx0" brushRef="#br2" timeOffset="103270.35">15273 16903 454 0,'-3'-4'245'0,"3"4"-118"16,0-2-68-16,-2 2 30 0,1-3-17 15,1 2 1-15,0-1-11 0,1 1-5 0,-2 1-1 0,4-4 1 16,-3 0-4-16,1 1-3 0,0 3-4 0,0-5-2 15,1 3-9-15,3 0-2 0,0 0-4 0,-4 0-3 16,2 0-8-16,1-1 0 0,1 0 0 0,0 2-1 16,-5-2-1-16,5 3-2 0,-1-3 1 0,-3 2 3 15,4 0-4-15,-4 1-2 0,1 2-2 0,2 0-3 16,-3-2 0-16,1 0 1 0,1 0-1 0,2 1-2 16,-4-1 2-16,2 0 2 0,3-3 0 0,-3 3 2 15,1 0 1-15,1-1 1 0,-5 0-1 0,4 0 0 16,-1 1-1-16,-1-1-1 0,2 0-1 0,-3-1 0 15,2 1-3-15,1 0 0 0,2 0 1 0,-5-1-2 16,1 0 0-16,-1 1 0 0,1 0-1 0,1 1 0 16,-2 0 1-16,2 0-2 0,1 0 0 0,-1 0-1 15,0 0 0-15,1 0-1 0,0 0 1 0,-2 0-2 16,0 0 1-16,-2 0-1 0,1 0 0 0,0 0 0 16,0 0 0-16,-1 0 1 0,0-1 0 0,1 1 0 0,0-1 0 15,1 1 1-15,-1 0 0 0,0 0-2 0,0 0 0 16,2 1-2-16,-2 0-9 0,2 0-21 0,0 0-13 15,0 0-13-15,-1 0-19 0,0-1-61 0,1 0-47 16,-2 2-68-16,3-1 164 0,0 1-134 0,0-1-61 16</inkml:trace>
  <inkml:trace contextRef="#ctx0" brushRef="#br2" timeOffset="104768.32">15603 16870 443 0,'0'-2'257'0,"-1"2"-110"16,-1-2-80-16,-2 2 32 0,1 0-15 0,3-1-1 15,-3 1-14-15,0 1-20 0,2-1-7 0,-1 0-5 0,0 0 0 16,0 1-5-16,1 0 1 0,-1 0-9 0,-2 2-1 16,1-1-1-16,3 3 1 0,-3-3 1 0,-2 2 2 15,3 1 1-15,0-1-1 0,-1 2 2 0,-1-1 0 16,1-1-3-16,0 2-3 0,2 1-2 0,-2-3-4 15,-1 0-1-15,2 2-2 0,2-2-4 0,-3-1-3 16,2 2 1-16,-1-1-2 0,1 1 0 0,1-2-2 16,0 1-2-16,-1 0 0 0,1 0 2 0,1-1-3 15,0-1 1-15,1 2-1 0,2-2 0 0,-3 0-1 16,2-1 2-16,1 0-1 0,-2 1 0 0,1 0 0 16,0-2 0-16,1 2-1 0,-1 0 0 0,0 0 0 15,0 0 0-15,3-2 0 0,-3 1 0 0,2 3 1 16,0-4 0-16,2 0 0 0,-2 1 2 0,1-1-2 15,0 1 1-15,-1 0 0 0,-1-1 0 0,3 0 1 16,-4 0 0-16,3 2-2 0,-1-2 1 0,-2 0 2 16,3 0-1-16,-3-3 0 0,3 2 1 0,-2 0-3 0,-1-3-1 0,1-1 2 15,0 3-1-15,-2-3 0 0,3 2 2 0,0 1-2 16,-2-3 2-16,-1 2-1 0,0 0 1 16,-1 1 1-16,2-2-3 0,-2 2 2 0,-1-2 0 15,-1 1 0-15,-1 0-2 0,2 0 3 0,-1-1 0 0,2 0-3 16,-2 2 2-16,0-1-2 0,0-1 1 0,-1 1-1 15,1 0-1-15,-1-1-2 0,-3 2 1 0,-1-3 0 16,4 2-1-16,-2 1-3 0,0-1-1 0,0 0 0 0,-1 1 0 16,1 0-1-16,2 2 2 0,-2-3-1 0,0 0 1 15,0 1 3-15,1 0-1 0,-1 1 1 0,0-1-1 16,0-2 4-16,2 3-3 0,-2-1 2 0,0 0-2 16,1 1 1-16,1-1 1 0,-3 1 1 0,1-3 0 15,1 1-1-15,-1 0 0 0,-1 1 1 0,3-1 0 0,-5-1 0 16,5 1 1-16,-1 0-1 0,-1-1 0 0,-1 1 1 15,2 0 1-15,-1 1-2 0,-1-2 0 0,1 0 1 16,3 0-1-16,-4 2-2 0,2-1 2 0,2 1 0 16,-5-2-1-16,5 1 1 0,-1 1 0 0,-2 1-1 15,4-1 1-15,0-1 0 0,-2 1 0 0,0 0-2 16,0 0 0-16,1 1 1 0,1-2 1 0,-1 0-3 16,1 1 1-16,-1 0 2 0,1 0-3 0,0 1 4 0,0 1-2 15,0-3-1-15,0 3-1 0,0-1 1 0,0 0 0 16,1 1 0-16,0 0 1 0,0-1-1 0,0-1 0 15,0 1 1-15,1-1 1 0,0 1 0 0,-2-2 0 16,3 2 0-16,-1-2 0 0,0 1-2 0,1 0 2 16,-2-2-2-16,1 2 1 0,0-1-1 0,-1 0 1 15,1-2 0-15,2 3-2 0,-3-1 2 0,4 1 0 16,-1-1 1-16,0-1 0 0,0 3-1 0,1-1 0 16,-1 0 1-16,0 0 0 0,1 1 1 0,0 1-2 15,1-3 2-15,-1 3-1 0,1 0-1 0,-1 0 1 16,0 1 0-16,-1-1 0 0,1 0 0 0,-1 2 0 15,0 1-2-15,-2-2 2 0,0 1 3 0,1-2-5 0,0 2 1 16,0 0 1-16,-2-2-2 0,2 0 2 0,-2 1 0 0,1 0 0 16,-2 0-1-16,2 1 3 0,-2 0-2 0,0-1 0 15,0 1 0-15,0 0 1 0,0 2-1 0,0-2 1 16,0 1 1-16,0-1-1 0,0 0 0 0,0 1-1 16,0-1 2-16,-2 0-1 0,2 0 1 0,0-1-1 15,0 1-1-15,0 1 1 0,0-1 0 0,-1 0 1 16,1 1-2-16,0-1 0 0,-1 0 0 0,0 1 0 15,-2-1 0-15,3 0 0 0,-1 0 0 0,-1 1 3 16,1-1-1-16,-2 0 1 0,2 1 0 0,-2-1 1 16,0 2 1-16,0-3 0 0,2 1 0 0,-1 0 0 15,-1-2 1-15,0 2-1 0,2 0-1 0,-2-1-1 16,0 1-1-16,2 0 0 0,-1 0 1 0,0 0-3 16,0 1 1-16,1-2-2 0,-1 1 1 0,0-1 0 15,1 1-1-15,0-1 1 0,0 1 0 0,1 0-1 16,0 0-3-16,-1 1-4 0,1-1-11 0,-1-1-25 15,1 0-16-15,0 0-24 0,0 1-27 0,0-2-36 0,0 0-53 16,3 0 125-16,-2 0-88 0,2 0-10 0</inkml:trace>
  <inkml:trace contextRef="#ctx0" brushRef="#br2" timeOffset="105686.29">15799 16715 217 0,'-3'-3'130'0,"3"1"-54"15,-4-2-35-15,4 3 20 0,1 0 2 0,-2 0-3 16,2 1 3-16,-1-3-5 0,0 0 0 0,-2 3 1 16,0-1-1-16,0 1-5 0,-5-2-4 0,5 2-10 15,-3 0-6-15,0 0-1 0,6 2-4 0,-2-2-3 16,-4 0-2-16,5 0 0 0,0 0 1 0,-3 0-1 16,5 1 1-16,-6-2 0 0,1 1 0 0,0 0-2 15,2 0-1-15,0-1-1 0,-3 1-1 0,1 0 0 16,-1 0-2-16,4 2-4 0,0-2 3 0,-5 1-1 15,1 1 0-15,1 1-4 0,3-2 0 0,0 0 0 16,-2-1-1-16,2 0 1 0,-5 1-4 0,5-1-2 16,0 0 0-16,1 2 0 0,-2-2 0 0,2 1-1 15,0 2-1-15,-2 0-1 0,2-2-1 0,1 1-1 16,-1-1 1-16,3 1-1 0,-3-2 2 0,-1 1-2 0,0-1-2 0,3 1 0 16,-2-1 0-16,2 0 2 0,0 0-1 0,-2 0-1 15,1 1 0-15,1-1 2 0,2 0 1 0,-3 0 0 16,1 0 0-16,3 2 0 0,-1-1 0 0,1-1-2 15,-3 1 1-15,6-1 0 0,-3 0 0 0,0 2 0 16,-1-2 0-16,-1 0-1 0,2 0 1 0,-6 0 1 16,3-1 0-16,-2 1-1 0,0-1 0 0,4 0 0 15,-2 0-2-15,-3 1 3 0,4-2-1 0,2 1-1 16,-3 1-5-16,0 0-2 0,0-1 0 0,-3 1-1 16,1 0 1-16,-1 0-4 0,0 0 2 0,0 0 1 15,0 0 3-15,0 1 3 0,2 3 1 0,0-3 2 16,-2 0 1-16,2 1 1 0,-2-2-2 0,0 0 0 0,0 2 2 15,0-2-1-15,-2-1-1 0,1 0-1 0,1 1-1 16,-1 1 2-16,-1 1-1 0,2 0 1 0,-1-2 0 16,1 4 0-16,-3-2 3 0,2 0-1 0,-1-1-1 15,1 0 0-15,-3 0 3 0,4 1-1 0,-4-2 1 16,3 0 1-16,0 2 1 0,-1-2 1 0,1 0 1 16,-1 1 0-16,2 0 1 0,0 1 2 0,0-1-1 15,0 0-1-15,-3-1-2 0,-2 1 0 0,3 0 1 16,0 2-1-16,-3-2-2 0,4 1-1 0,-4 0 1 15,5 1 0-15,0 0 1 0,0 1-1 0,-2-2 2 16,1 0 2-16,-4 3 1 0,3-3-1 0,-1 1 1 16,0-1-1-16,0 3 1 0,1-3-3 0,0 1 0 15,0-1-2-15,-3 0-1 0,2 0-2 0,-4 1-1 16,1-2 2-16,6 1-1 0,-3 1 0 0,-3 0-2 16,5-1 1-16,-6 1 0 0,4-1 0 0,0 2 1 15,-3-2-1-15,3 2-1 0,-1 0 0 0,-1-1 3 0,2 2-3 0,2-1 1 16,-1 0 0-16,2 0-1 0,0 0-1 0,-1 0 2 15,0-1-1-15,-1 0-2 0,1-2 2 0,0 2 0 16,-1-2-1-16,1 1 1 0,1-1-6 0,0-1-10 16,1 2-7-16,-1-2-32 0,3 2-18 0,-2-2-26 15,5 0-31-15,-6 0 80 0,2 0-66 0,6 0-15 16</inkml:trace>
  <inkml:trace contextRef="#ctx0" brushRef="#br2" timeOffset="106491.67">15825 16927 217 0,'-3'-1'171'0,"3"0"-36"0,-3-1-60 16,4 1 48-16,-1-1-8 0,-1-1-6 0,-1 2-6 16,2-2-22-16,-1-1-10 0,0 2-12 0,0 1-8 15,-1 0-21-15,2 1-7 0,0 0-5 0,0 0-4 16,-2 0-9-16,1 0-3 0,1 1 1 0,-4-1 1 16,4 1 3-16,-3 0 3 0,0 3 5 0,3-3-1 15,-2 1 2-15,1 1 3 0,-1-1 1 0,2 2 3 16,-1-1-1-16,1 0-2 0,0 1-2 0,-1-2-1 0,1 1-1 15,-3 0-2-15,3 1-2 0,-4-1-4 0,2 0-1 16,0-1-1-16,0 1-3 0,-1 0 0 0,3-1-1 16,0-1-1-16,0 1-1 0,2 1 0 0,0-1-1 15,1 0 0-15,-4-1 0 0,2 1 1 0,3 1-1 16,-4-1 1-16,2 0 0 0,-2-1 0 0,1-1 1 16,2 1-1-16,5 0 0 0,-5 0-1 0,1-1 1 15,1 0 1-15,-3 0-1 0,5 0 0 0,-3 0 0 0,1 0-1 16,-4-1 2-16,2 1 2 0,1-1-3 0,-2 0 1 0,2 1 1 15,-1-1 2-15,-1 1-3 0,-2-2 3 16,4 2-2-16,-2-2 3 0,-2 0 0 0,0 0-1 16,-1-1 0-16,1 1 0 0,-1-2 2 0,1 2-2 0,-3-2 0 15,1 2-3-15,0-3 1 0,0 2 1 0,2 0 0 16,0-2-2-16,-2 0 0 0,2 0 1 0,-2 1 0 16,-1 0 2-16,2-1-5 0,-1 0-5 0,-5-1-8 15,5 2-12-15,-2 1-38 0,2-1-28 0,-2 3-42 16,2-2-60-16,2 2 130 0,0 1-97 0,5 0-32 15</inkml:trace>
  <inkml:trace contextRef="#ctx0" brushRef="#br2" timeOffset="108065.77">12909 16841 71 0,'0'-3'55'0,"0"1"-2"15,0 1-14-15,0 0 20 0,0-1-2 0,0 2 0 0,1-1 14 16,-1 1 3-16,-1 0 0 0,0 0-12 0,0 0 5 16,1-1-4-16,0-1-8 0,-2 2-3 0,2 0-7 15,-2-1-2-15,2 1-1 0,-1-2-1 0,-2 2-7 16,3-1 1-16,-3 1-2 0,1-2 0 0,2 1-5 16,-3 0-3-16,-1 0-3 0,3 1-2 0,-3-1-3 15,2-2-2-15,-4 3 1 0,7 0-3 0,-2-1-1 16,-1 0-2-16,3 1-2 0,-3-1 1 0,0 1-2 15,2-1 0-15,0 1-2 0,0 0 0 0,0 0-2 16,-1 0-2-16,0 0 3 0,-2 0-4 0,5 1 0 16,-4 0 0-16,-1-1-1 0,1 0 1 0,0 1 0 15,2-1 0-15,-4 1 0 0,1 2 2 0,3-2 2 0,0 1-2 16,-2 0 4-16,-1 0-3 0,1 0 0 0,-1-1 1 16,2 2 1-16,1-1-1 0,-5-1-3 15,5 1 2-15,0 0 1 0,2 1 0 0,-1-1-1 16,-1 0-1-16,2 2 2 0,-1 1-4 0,4-1 4 0,-2 0-2 15,-2 0 0-15,3-1-2 0,0 0 0 0,-2-1 1 16,2 1-3-16,0-1 3 0,-2-2-1 0,3 1 0 16,-1 1-1-16,2-1 2 0,0 1-1 0,-4-2 0 15,5 1 2-15,-3 1-1 0,1-1 0 0,4-1-1 16,-2 1 0-16,-5-1 0 0,4 0 2 0,-2 1 0 16,1-1 0-16,-1 0-2 0,-2 0 4 0,2-1-3 15,0 1 3-15,-1-1-1 0,0 1 1 0,0-3-3 16,-1 2 0-16,3-2 4 0,-5 1-3 0,3 0 1 15,-3 0-2-15,1-2 2 0,1 1-1 0,-1 3 3 16,-1-3-1-16,0 1 0 0,-4 2-1 0,2-3 1 16,2 0 1-16,-4 2 0 0,3-2-2 0,0 0-2 0,-2 1 3 15,1-1-3-15,2 0 0 0,-2 1 1 0,-1 0-2 0,1 0 0 16,-1 1 1-16,0 0 0 0,2 1-3 0,-2-1 1 16,4 0 1-16,-2 0 0 0,0 1 1 0,1-1-1 15,0 0-1-15,1 1-1 0,-1 0 1 0,-1-2 0 16,1 2 0-16,2 2-4 0,0-2 3 0,-2 0-2 15,-2 1 2-15,1 0-2 0,4 0 0 0,-2 2-5 16,2-2-2-16,-2 1 3 0,-1-2-3 0,1 2-7 16,0-2-3-16,-1 2-3 0,1-1-5 0,-1 0 0 15,0 0-9-15,1-1-28 0,2 0-17 0,-1 2-19 0,1-2-23 16,0 0-33-16,0 2 98 0,1 1-75 0,0-2-11 16</inkml:trace>
  <inkml:trace contextRef="#ctx0" brushRef="#br2" timeOffset="108781.23">13098 16847 164 0,'-1'-1'112'0,"1"0"-39"0,0 1-41 0,-2-1 19 16,1 0-9-16,0 0-9 0,0 0-6 0,1 1-18 15,-1 0-3-15,1 0-2 0,-1 0-1 0,1 0-3 16,0 0 1-16,-2 0 1 0,2 0 0 0,0 1 4 15,0-1-1-15,-1 0 2 0,1 0 3 16,-1 0 0-16,0 0 4 0,1 0 5 0,0 0 7 0,-2 0 0 16,1 0 4-16,0 0 1 0,1 0-4 0,0 0 1 15,0 0-4-15,-1 0-5 0,0 0-9 0,1 0-2 16,0 0-3-16,0 0-1 0,0 0-1 0,0 0 1 16,0-1-4-16,-1 1 3 0,1 0 0 0,0 0-2 15,-2 0-1-15,2 1 0 0,-2-1 0 0,0 1 0 16,1 0 4-16,0 0 1 0,0 0 3 0,1 1 2 15,-1 0 2-15,0-1 3 0,-1 1 0 0,1 1 0 16,0-1-2-16,-2-1 1 0,1 1 0 0,0-1-1 16,1 2 1-16,-3 0 1 0,1 0 0 0,0 0 3 0,3 1-1 0,-3 1 1 15,1 0 1-15,-2-1-1 0,2 0 1 0,2 0 1 16,-2 0 2-16,-1 0-2 0,-1 2-2 0,2-3 0 16,0 3-3-16,-1-1 0 0,-2 2-2 0,4-1-1 15,-1 1-5-15,-1 0 0 0,2 0 3 0,-3 1-4 16,-1-1 2-16,5 1-1 0,-6 1 0 0,2-2-2 15,1 2 0-15,1 0 0 0,0 1-1 0,2-1-1 16,-1-1 1-16,-1 0-3 0,-1 1 2 0,1 0-2 16,1-2 1-16,-4 0-1 0,2 0 0 0,1-1-1 0,-4-1 1 15,6 1 1-15,-1-1-2 0,-2 2 1 16,-1-4-1-16,1 3 3 0,2-1-2 0,-2 0 1 16,3 0 0-16,0-1-1 0,0 1 1 0,0-1 1 15,0-1-3-15,0 1 2 0,-2 0-2 0,2-2 1 0,0 2 1 16,0-2-1-16,0 1 0 0,0-1-1 0,0 1 1 15,2 0-7-15,-2 1-12 0,2-3-12 0,-2 0-49 16,0 0-30-16,1 2-40 0,0-3 101 0,3 1-104 16,-1-1-43-16</inkml:trace>
  <inkml:trace contextRef="#ctx0" brushRef="#br2" timeOffset="109415.39">13018 17150 500 0,'-8'1'212'0,"1"2"-143"0,3-1-48 16,3 4 6-16,0-3 0 0,-2 1-10 0,3-2 2 0,-1 0 12 15,1 4 4-15,0-3 4 0,-2-2 0 0,2 2 4 16,-1 0-1-16,1 0-8 0,0 1-6 0,0 0-13 15,0-2-5-15,4 1-6 0,-4-2 1 0,1 0-3 16,2 3-1-16,-1-2-1 0,3 1 0 0,-3 3 0 0,1-3 0 16,1 1 0-16,0-1 0 0,0 2 0 0,-2-1 0 15,2 0 0-15,0-1 0 0,0-1 1 0,1 0 0 16,-2 3 0-16,1-4 1 0,3 1-1 0,-3-2 2 16,1 1 0-16,0-1-1 0,1 0-1 0,-1 0 2 15,1-1-1-15,-2-2 1 0,0 0 1 0,1 0-2 16,-1 1 1-16,1-2 0 0,-2 1-1 0,1-2-2 15,1 3 2-15,-1-3-1 0,1 1-1 0,0 1 2 16,0-2 0-16,1 2 0 0,-3-3 1 0,1 2 0 16,-1-1 0-16,-1-4 0 0,0 4 0 0,-1-1-2 15,1-1 1-15,-2 4-2 0,0-1 3 0,0-1-1 16,0 4 2-16,0-1-1 0,0 1 0 0,-1 0 2 16,0-1-1-16,-3 1 3 0,1-5-1 0,1 5-1 0,-1-2-2 15,0 4-1-15,-1-2 4 0,0-3-3 0,1 4 0 16,1-3-2-16,-2 3 3 0,0 0-1 0,0 0 0 15,0-2 2-15,1-1-3 0,0 0 2 16,-2 1 2-16,1 2 0 0,1-2 0 0,-2 0 4 16,2-1 0-16,0 2-5 0,1 1 3 0,-3 0 0 0,3 1-4 15,0-1 2-15,0 0-5 0,-1 1-1 0,1-1 0 16,-2 3 0-16,3-2 0 0,-1 0-1 0,0 2 1 16,0-3-2-16,0 3 1 0,1-2 1 0,-1-1 0 15,0 2 2-15,0-1-2 0,0 0 0 0,1 2-1 16,-1 0 1-16,0-1 2 0,1 0-2 0,-1-1 0 15,2 2 0-15,-2 0 0 0,1-1 0 0,0-1 1 0,0 0-7 16,1 1-16-16,0 0-13 0,0-2-21 0,-1 0-36 0,1 0 67 16,1 3-50-16,0-2-22 0</inkml:trace>
  <inkml:trace contextRef="#ctx0" brushRef="#br0" timeOffset="115546.89">3185 17382 75 0,'-2'2'76'0,"1"-2"-18"0,0 1-34 0,0 0 17 16,-1 0-18-16,1 1-37 0,0-1 20 0,1 0-27 16,0 1-17-16</inkml:trace>
  <inkml:trace contextRef="#ctx0" brushRef="#br0" timeOffset="120372.22">13778 16837 57 0,'0'0'41'0,"2"-2"-10"0,-2 2-12 16,2 0 20-16,-1-1 2 0,0 0 3 0,-1 1 5 16,2 0 11-16,-2-1-3 0,-1 0 1 0,1 0-2 15,0 1-9-15,-1-2-5 0,2 2-6 0,-1 0-7 16,0-1-15-16,-2 1-4 0,3 0 3 0,-1 0-5 15,-1 0-1-15,1 0 1 0,1 0 3 0,-1 0 6 16,1 0 0-16,1 0 3 0,-2 0-1 0,4 1 2 0,-2-1 4 16,-2 2-2-16,0 0 2 0,0-1-7 0,0 1 6 15,2 1-2-15,-3 0-2 0,1-1 1 0,0 2-1 16,1-1-3-16,0 0-1 0,-1 1 2 0,0 0-4 16,0 0-1-16,5 0-1 0,-5 0 0 0,-3 1-4 15,3 0 0-15,0 1-1 0,-1-1-2 0,1 1-1 16,-3 0 0-16,2 2-1 0,1-2 0 0,0 1-2 15,0 1 2-15,0-1 2 0,0 2 0 0,2 0 3 16,-1-1 0-16,-1-2 0 0,0 3 1 0,1-3 3 0,0 2-4 0,0 1 0 16,-1-3 1-16,0 1-4 0,2 1 1 0,-2-2 0 15,2 1-3-15,-2-3 0 0,0 3 0 0,2-3 0 16,1 3-2-16,-2-5 1 0,3 2 0 0,-1 1 0 16,0 0 1-16,-1-2 1 0,3 1 1 0,-3 0-1 15,0-3-1-15,0 2 1 0,1 0 0 0,-2-2 0 16,-1 0 1-16,1-1-2 0,-1-1 1 0,0-1 2 15,-1 2 1-15,2-3 0 0,0 1-1 0,-4-3-1 16,1 0 0-16,2 2-1 0,-2-2 1 0,0 0-2 16,1-1 0-16,-3-2-2 0,4 4 2 0,0-2-1 15,-3 1 1-15,1-1 1 0,-3-3-4 0,3 2 2 16,-1 0-1-16,-3 1 1 0,2-2 0 0,0 1-2 0,2-3 1 16,-2 4 1-16,0-2-1 0,-1 2 2 0,3 0-3 0,-2-1 1 15,2 0-1-15,-4-3 2 0,3 6-2 0,-1-4-1 16,1 0 2-16,1 1-2 0,-2-2 1 0,2 3 0 15,1 0 0-15,1 3-1 0,-2-6-2 0,2 3 4 16,-2 1-1-16,-1-1 0 0,3 2 0 0,-1-1 0 16,1 0 0-16,-1 0 0 0,0-1 0 0,1 2-2 15,0 0 0-15,0 1-1 0,0-1 1 0,-1 1 0 16,1-1-1-16,2 1 1 0,0 0 0 0,2 3 0 16,-1-3 1-16,1 1-2 0,-1 0 2 0,0 1 1 15,-3 0-1-15,5 1 1 0,-3-1 0 0,0 0 0 16,0 0-1-16,0-1 1 0,0 2-1 0,2-2-1 0,2 2 0 15,1 0-2-15,-1-1 3 0,0 1-2 0,1 0 1 16,1 0 1-16,-2 0 0 0,3 0 1 0,-2 0 0 16,2 0 1-16,-5 0-1 0,6 0 1 0,-3 0 1 15,0 0-2-15,-3 1 4 0,1-1-3 0,-2 0 2 16,4 3-1-16,-2-2 2 0,-3 0-3 0,4 0 2 16,-3 0 2-16,1 1-2 0,3 0 0 0,-5 1 1 15,4-1 1-15,-3 1-3 0,-2 0 4 0,3 1-3 16,0 0-2-16,-1-2 1 0,-2 2 0 0,0 0 0 15,-1-2-2-15,1 2 3 0,1-1-1 0,0 1-1 16,-1-2 3-16,0 3-2 0,-1-2 0 0,0 0 1 16,0 0-1-16,3 1 1 0,-3-1 0 0,-1 1 0 15,1 1 1-15,0-1 0 0,-2 2-1 0,2-4-1 16,-1 3 1-16,0 0-1 0,-2-1 0 0,3-1 1 0,-2 2-3 16,0-2 0-16,1 1 1 0,-2 0-1 0,0-1 1 15,2 0 0-15,0-1 0 0,-2 3 0 0,1-2 1 16,-3-1 0-16,2 0 0 0,2 2 1 0,-3-2-1 15,-2 1 0-15,1-1 1 0,1 1-1 0,0-1-1 0,3 0 0 16,-3-1 0-16,0 0 1 0,2 1-2 0,-1-1 0 16,1 1 1-16,-1 0-1 0,-2-1 0 0,2 0-1 15,-3 1 1-15,6 1 0 0,-1 0 0 0,-3-1-1 16,3 0 0-16,-5-2 0 0,5 3 1 0,1-1 0 16,-3 1 0-16,1-1 0 0,-2-2 0 0,4 1 3 15,0 0-2-15,0-1-1 0,-1 1 3 0,0-1-1 16,-2-1-1-16,3 0 0 0,0 1-1 0,-3-1-2 15,3 1 1-15,0-2 0 0,0 1 0 0,1-1 1 0,1 1-4 16,-2 0 2-16,0-1 1 0,2 0 1 0,0 2 0 16,-1 0-1-16,0-1 0 0,0 0 1 15,1 1 1-15,2-2-1 0,-4 2 1 0,1-2-2 0,2 1 1 16,2 0 0-16,-2 0 0 0,0 0-3 16,-1 0 2-16,0 0-1 0,2 1 1 0,0-1 0 0,0 1 0 15,-4 0 1-15,2 0-1 0,3 0 0 0,-1 2 1 16,0-1 1-16,-3 1-2 0,0 0 1 0,1 1 0 15,1-2-1-15,-1 1 1 0,-2 0 0 0,0 0 0 16,3 0-1-16,-3 0 1 0,1-1-2 0,0 1 2 16,2 1 0-16,-1-1-1 0,2 1 1 0,-2 0 0 0,-2-1-1 15,2 2 1-15,3 1 1 0,-2-2-2 0,-2 0 1 16,1 0 0-16,-1 0 0 0,2 2 0 16,-3-3 1-16,1 2 4 0,-1-1-1 0,0-1 2 0,0 3-1 15,1-3 4-15,1-1-3 0,-2 2 3 0,0 0-3 16,2-1-1-16,-1 1-1 0,1-1 1 0,1-1-1 15,-3 2 0-15,0-3-1 0,1 0 0 0,0 0 4 16,1 0-3-16,-1 0 0 0,1 1 0 0,0 1-1 16,2-2-3-16,-2 1 1 0,2 2 2 0,-2-2-3 15,2-1-1-15,-1 2 1 0,-1-1 0 0,2 2 0 0,-2-2 0 16,-1 0 1-16,2-1-1 0,-3 1 2 0,2 1-1 16,0-1 2-16,0 0-2 0,-1-1 1 0,0 2 1 15,-1-1 0-15,2 2-2 0,-2-3 1 0,0 2 2 16,0-2-4-16,0 1 3 0,0-1-1 0,0 0-1 15,0 1-1-15,0-1 1 0,0 2-1 0,0-2-1 16,1 2 1-16,-1 1 0 0,2-3 0 0,-2 1 0 16,0-1 1-16,0 1 1 0,0 0 0 0,-1-1 0 0,1 0-2 15,0 0 1-15,-1 2-1 0,1-1 0 0,0 1 0 16,0-1 0-16,0 1 0 0,-1 0-2 0,1 1 3 16,0-2 0-16,0 2-3 0,0-1-13 0,0 1-4 15,0 1-10-15,1-1-7 0,0 1-41 0,0-2-30 16,-1-1-41-16,1 1-55 0,3 3 139 0,-2-4-99 0,1 3-31 15</inkml:trace>
  <inkml:trace contextRef="#ctx0" brushRef="#br0" timeOffset="121291.26">14179 16873 219 0,'-1'-2'151'0,"1"1"-46"0,0 1-50 0,-1 0 38 16,1 0-2-16,0 0-8 0,0-2-6 0,0 1-8 16,0 0-3-16,0-3-4 0,0 3-1 0,0-1-12 15,0-1-8-15,0 3-1 0,0-2-5 0,0 1-6 16,0 1-1-16,0-2-3 0,0 1-3 0,1 0-3 15,-1 1 3-15,1 0-1 0,-1 0-1 0,2 0-2 16,-1 0 0-16,-1 0-2 0,1 0 0 0,0 0-1 16,-1 0-3-16,0 0-1 0,2 0 1 0,-1 0-3 15,0 0-1-15,1 1-3 0,-1-1 2 0,2 0-3 16,0 0 1-16,-3 0 0 0,1 0-1 0,1 0 1 16,0 0-2-16,1 0 0 0,-1 0 0 0,-2 0 0 15,6 0-1-15,-2 1-2 0,1-1 2 0,-2 0-2 16,2 0 1-16,0 0 2 0,0 0-4 0,-2 0 1 0,0 2 0 0,2-4 1 15,-3 4 0-15,2-2-1 0,-2 0 1 0,1 0-1 16,1 0 2-16,-1 0-3 0,-1-2 1 0,2 2 2 16,0 0-2-16,0 0 1 0,0 0-1 15,-1 0 0-15,4 2 1 0,-2-2 0 0,1 1-1 0,-3-1 0 16,-1 0 1-16,5 0-1 0,-3 0 0 0,1 1 0 16,-5-1 0-16,5 0 0 0,0 0 0 0,-1 0 0 15,0 0 0-15,-4 0 1 0,0 0 0 0,1-2-1 16,1 2-4-16,-3-2-12 0,1 1-7 0,0 1-6 15,6-1-8-15,-4 0-21 0,0 1-9 0,-1 0-9 16,0 0-9-16,4 0-2 0,-4 0-13 0,2 0-42 16,-3 0-17-16,1 0 106 0,2 0-67 0,-2 2-23 0</inkml:trace>
  <inkml:trace contextRef="#ctx0" brushRef="#br0" timeOffset="121771.65">14191 17023 584 0,'0'-2'291'0,"0"0"-180"15,-1 0-77-15,0-3 11 0,1 5-10 0,0-2-13 0,1 1-3 16,2-1-10-16,-2 1-5 0,0-1 3 0,2 3 1 16,-2-3 6-16,1 2 5 0,2-2 4 0,-2 4 4 15,-2-2-1-15,4 0 5 0,-2 0-4 0,1-2-3 16,1 1-8-16,-1-1-2 0,1 1-5 0,1-1-3 0,0 1-1 16,2-1-3-16,-2 2-1 0,3-3 2 0,-1 3 0 15,-1 0-3-15,3-2 3 0,-3 2-3 0,1-1 0 16,2-1-1-16,-4 1-8 0,2 0-6 0,-2-3-24 15,1 3-13-15,2 1-16 0,-4 0-24 0,-1-1-29 16,3 1-36-16,-2 0 98 0,3 1-71 0,-3 0-4 16</inkml:trace>
  <inkml:trace contextRef="#ctx0" brushRef="#br0" timeOffset="122717.32">13402 16955 234 0,'-3'0'129'16,"-1"-3"-69"-16,3 1-35 0,0 2 19 0,1-2-6 16,0 1-3-16,0 1 1 0,0 0-3 0,0 0 3 15,-2 0 8-15,1 0 0 0,1-1-2 0,2 1 0 16,-1 0-9-16,1 0-4 0,-2 0-3 0,0 0-2 15,6 0-6-15,-5 1 0 0,5-1-1 0,-6 0 2 16,0 1 0-16,3 0 4 0,-3-1 2 0,3 1 2 16,-3-1-2-16,0 1-3 0,0 0 4 0,2-1-4 15,-1 0-2-15,4 1-5 0,-3-1-4 0,0-1-1 16,4 1 0-16,-2 0-1 0,3-1-3 0,-3 0-1 0,-2 1-1 16,5 0 1-16,-1 0 0 0,2-1-2 0,-5 1 0 15,2-2-1-15,-1 2 1 0,1-1-2 0,1-2-1 16,-3 2 1-16,0 0-1 0,1-1 1 0,0 2 0 15,-1-1 0-15,1-1-1 0,-3 2 2 0,4-2 0 16,-1 2 0-16,0 0 0 0,-2 0 0 0,0-2-1 16,-1 2-1-16,2 0 0 0,-1 0 1 0,-2 0-1 15,0 2 0-15,3-2-1 0,-2 0-14 0,1 0-6 16,-1 0-12-16,2 1-7 0,0-1-44 0,-2 0-22 16,1 0-32-16,-1 2 86 0,2-1-78 0,-1 0-32 15</inkml:trace>
  <inkml:trace contextRef="#ctx0" brushRef="#br0" timeOffset="123136.67">13294 17180 298 0,'0'-1'184'0,"-1"1"-87"0,-3 0-66 15,2-1 55-15,-1 1-70 0,3 2 0 0,0 0 2 16,2-1 5-16,1-1 5 0,1 1 4 0,0-1 16 16,0 2 6-16,2-2 1 0,-3-1 3 0,0 0 2 15,2-2-4-15,2 2-7 0,-2-1-3 0,2-2-15 0,1 2-7 16,-5 1-5-16,4 0-7 0,2 0-7 0,-4 0-1 16,1-1 1-16,0 1-5 0,-1 0 1 15,2-2 1-15,-1 1-2 0,-1-1 3 0,2 1-3 0,-2 1-5 16,3 1-13-16,-4-2-9 0,2 1-41 0,1 1-25 15,1 1-31-15,0 2-47 0,-5-2 109 0,1 0-88 0,4 0-53 16</inkml:trace>
  <inkml:trace contextRef="#ctx0" brushRef="#br0" timeOffset="126134.14">12064 17342 54 0,'0'-1'58'0,"0"-1"-4"15,0 1-22-15,1-2 16 0,-1 0-2 0,0 1-14 16,0-1-5-16,1 2-5 0,0 1-6 0,0 0-6 15,-1-2-5-15,0 1-2 0,3 0-1 0,-2 1-2 16,-1-1 0-16,1 1 0 0,-1-1 1 0,0 0-1 16,2 0 0-16,0 1 2 0,-1 0 0 0,-1 0 2 15,1 0 1-15,0 0 0 0,-1 0 0 0,2 0 2 16,-1 0 0-16,-1-1 2 0,0 1-2 0,0 0 2 16,0 0-1-16,0 0 1 0,0 1 1 0,0 0 1 15,0-1 0-15,0 1 0 0,0 1 1 0,0 0-2 16,0 0-1-16,3-2-2 0,-3 0-2 0,0 1-3 15,0 0 3-15,1-1-1 0,0 0-2 0,0 0 2 0,-1 0 3 16,1 0 5-16,0 0 1 0,2 0 5 0,-1 0-1 16,-2 0-1-16,0 0 1 0,3 1 1 0,-2-1-1 15,-1 0-5-15,1 0 2 0,0 1-5 0,0-1-1 16,3 0-1-16,-2 0 1 0,0 0-4 0,0 0-2 16,3 0 2-16,-4 0-4 0,3 0 1 0,-2 1-1 0,1-1 2 15,1 0-2-15,-2 0 3 0,-1 0-1 0,1 0 1 16,2 0 2-16,-3-1 1 0,3 0 0 0,-2 0 2 15,2 1 2-15,-1-2 1 0,0 0 2 0,1 1 0 16,-1 0-2-16,1 1 4 0,-2 0 0 0,2-1-2 16,-1-1-1-16,0 1-1 0,-1 0-1 0,2 1 1 0,-3-1-1 15,3 1-3-15,-1-1-1 0,1 0-2 0,0-1 1 16,-2 1-1-16,3-1-2 0,-2 0-1 0,0 1-1 16,1 0 0-16,0-1 2 0,-3 0-2 0,2 0 0 15,-1 2 0-15,2 0 0 0,-2 0 2 0,1 0-2 16,-1-1 1-16,1 1-2 0,-1 0 2 0,1-1 0 15,-1 1 0-15,2-2 0 0,0 2-1 0,-2 0 0 16,0 0 0-16,3 0 1 0,-4 0 0 0,2 1-1 0,1 1 0 16,-1-2 0-16,0 1 1 0,-1 0 1 0,3 0-3 15,-2 1 3-15,-1-1-4 0,3 0 2 0,-2-1 0 16,1 0 0-16,-3 0 0 0,2 0-2 0,0 0 3 16,-1 0-1-16,0 0 3 0,2 0-3 0,-1 0 0 15,2 1 0-15,0 1 1 16,-1-2-1-16,-1 2-1 0,0-1 1 0,0 0-1 0,-1 1 1 0,0-2 0 15,-2 1 0-15,0 0 0 0,1 0 0 0,1 0 3 0,-1 0-3 16,3 0 0-16,-3-1 3 0,0 1-2 0,1 0-1 16,0-1 0-16,0 0 0 0,2 0 0 0,-1-1-1 15,-1 0 2-15,1 1-3 0,2-1 3 0,0 1-1 16,5 0 2-16,-7 0-1 0,2-1-1 0,-1 1 2 16,-4 0-2-16,2 0 0 0,1 0-1 0,-5 0 1 15,4 0-3-15,1 0 3 0,-1 0 0 0,5 0 0 16,-3-1 0-16,-2 1 0 0,5 0 0 0,-6 0 0 15,2 1 0-15,-3-1-1 0,0 1 0 0,1-1 1 0,0 1-1 16,1 0 0-16,1-1 1 0,-2 0 1 0,-2 1 0 16,4-1 0-16,-3 0-1 0,0 0 0 0,1 0 1 15,-1-1 2-15,0 1-3 0,0 0 0 0,1 0 0 16,0 0 0-16,-1 0 0 0,1-1 1 0,0 1-2 0,1 0 0 16,1-1 1-16,-1 0 0 0,0 1 0 0,1 1 1 15,-1-1-1-15,-1 0-1 0,0 0 2 0,2 0 0 16,-3 1-2-16,0-1 1 0,2 0 1 0,-2-1-2 15,5 1 1-15,-3 0 0 0,-2 0-1 0,2 0 0 16,-1 0 1-16,-1 0-1 0,1 1 1 0,-1 0 0 16,-1-1 0-16,1 0-1 0,6 1 1 0,-6 0-1 15,4 2 1-15,-3-3-2 0,1 0-5 0,1 0-4 16,1 1-4-16,-4 0-2 0,3 1-1 0,-1-2-2 16,2 2-1-16,-3-2 1 0,0 0 3 0,2 0 4 15,0 1-1-15,-3 0-6 0,0-1-6 0,0 0-20 16,0 0-8-16,4 1-12 0,-3 0-8 0,-1 1-23 15,1-2 56-15,3 0-40 0,-2 1-3 0</inkml:trace>
  <inkml:trace contextRef="#ctx0" brushRef="#br0" timeOffset="127378.5">12132 17470 122 0,'0'1'83'0,"0"-1"-24"0,0 1-23 16,-2-1 19-16,2 1-5 0,0-1-12 0,0 0 2 15,0 0-3-15,0 0-3 0,0 0-2 0,0-1-4 16,2 1-3-16,-2 0 0 0,0 0-2 0,1 1-4 15,0-1 0-15,0 1 1 0,-1 2 0 0,1-2 0 16,0 0-1-16,-1 1 2 0,2-2-1 0,-2 2 0 16,1-1 0-16,-1 0-3 0,1-1-2 0,0 0 3 15,-1 1 2-15,0-1 2 0,2 0 1 0,0 0 5 0,-1 0 2 16,1 0 2-16,-2-1 2 0,3 1-4 0,0 0 0 16,-3 0-7-16,1-1 1 0,1 0-10 0,-2 1-2 15,5 0-5-15,-3 0 0 0,1-1-5 16,0 1-1-16,0-1 1 0,1 0-1 0,-1 0 1 15,-1 0-1-15,2-1 0 0,-1 0 0 0,0 1-1 0,1 0 1 16,0 1 1-16,-1 0-1 0,0-1 2 0,1 1 0 16,-4 0-1-16,4 0 0 0,-2 0 0 0,1-1 1 15,1 1 1-15,-2 0-4 0,-1 1 2 0,0-1-2 0,3 0 2 16,-2 0 1-16,0 0-2 0,-1 0 1 0,1 0-1 0,-1 0 1 16,2 0-1-16,0 1 1 0,-3-1-2 15,3 1 0-15,-1-1 3 0,0 0-2 0,1-1 0 0,0 0-1 16,-1 1 1-16,0-1 2 0,2-1-2 0,-2 1 1 15,2 0-3-15,1 1 1 0,-1 0 0 0,0-1 1 16,0 0-1-16,-2-1 0 0,3 0-1 0,-3 1 2 16,4 0 3-16,-2 0-3 0,0 0-1 0,-3-1 0 15,3 1 2-15,-2 1-2 0,3 0 1 0,-1 0-1 16,-2-2 0-16,4 2 0 0,-2 0 2 0,-1 3-2 16,2-3 3-16,-3 1-3 0,2-1 1 0,-2 1-2 15,0 0 2-15,-2 0-1 0,1 0 0 0,0-1 2 16,2 1-4-16,-2 0 3 0,0 0 0 0,0-1 2 0,4 2-3 15,-3-2 0-15,1 1 1 0,-2-1-1 0,0 0 3 16,0 0-3-16,3 0 1 0,-2 1 1 0,-1-1-2 16,1 0 4-16,0 1-3 0,0-1 1 0,1 0-2 15,-3-1 1-15,-2 0-1 0,2 0-1 0,1-1 0 16,0 2 1-16,2-1 0 0,-1 0 0 0,-2 1 1 16,2-1-1-16,0 0 2 0,0 1 0 0,-2-1-1 15,-1 1-1-15,1 0-3 0,-1 0 0 0,3-1-24 16,0 1-11-16,1 0-16 0,-3 0-24 0,4-1-27 0,-2 1-42 0,-1 0 93 15,5 1-72-15,-6-1-6 0</inkml:trace>
  <inkml:trace contextRef="#ctx0" brushRef="#br0" timeOffset="129555.04">14880 17300 82 0,'2'0'51'0,"-2"0"-12"0,3-2-12 16,-2 1 13-16,0 0-11 0,1 0 9 0,0 0 3 16,0 1-4-16,-2-2-3 0,4 1-3 0,-3-1-2 15,0 0-4-15,-1 0 0 0,2 2-6 0,-1-2-2 16,2 1-3-16,0 0-1 0,-2 0-2 0,2 1-4 15,-2 0 0-15,0 0 0 0,1 0-4 0,-1-2 1 16,-1 1 0-16,1 1 3 0,-1 0 3 0,0-1 3 16,0 0 4-16,3 1 3 0,-4 0 4 0,1 0-1 0,0 0 9 15,1 1-4-15,-1-1-2 0,1 1-1 0,-1 0-3 0,0-1 1 16,2-1-6-16,0 1 0 0,-2-1-7 0,0 0-2 16,2-1-2-16,1 1-1 0,-1 0-2 0,-1 0-3 15,2 0 1-15,-2 0-1 0,1 1 0 0,2-3 3 16,-1 3-2-16,-2 0 0 0,0 0 1 0,1-1-2 15,1 1 2-15,-1 0-1 0,-1 0-1 0,2 1 0 16,-2-1 0-16,1 0 2 0,-1 0-2 0,3 0 4 16,-2 0 3-16,-1 0 1 0,1 0 2 0,0 0 2 15,1-1 7-15,-1 0-1 0,0 0 3 0,0 1-2 16,-1-2-2-16,0 2-3 0,2-2 4 0,-1 1 1 16,0-1-5-16,-1 1 1 0,0 1 1 0,1-1 1 15,1 0 0-15,-1 0 1 0,-1 0-1 0,2 1-4 0,-1 0 0 16,2-2-1-16,-3 1-2 0,2 0-1 0,-2-2-1 15,2 3-3-15,0-2-2 0,0 0 3 0,-1 1-5 16,1 0-1-16,1 0 1 0,0 0 0 0,-1-2-1 16,0 3 1-16,1-1-1 0,1 0 0 0,0-1 1 15,-2 1 0-15,0 0 0 0,2 0-1 0,-3 0 0 16,1 1 1-16,0 0 1 0,-2 0 1 0,2-1-3 16,0 1 0-16,-1-3 1 0,0 3-1 0,0 0 0 0,0 0-2 15,0 0 1-15,0 0-1 0,0 0 2 0,0 2 0 16,-1 1-1-16,2-2 2 0,-1-1-1 0,1 0 0 15,-2 0 3-15,1 1 0 0,1-1-3 0,1 0 1 0,-3 0 1 16,1 0 1-16,2 1-1 0,-3-1 3 0,3 1-4 16,-3-1 4-16,2 0-3 0,2 0 3 0,-1 0-1 15,-1-1-3-15,2 1 0 0,-1 0 1 0,-1 0-1 16,1 0-1-16,1 1 1 0,0-1-1 0,-3 0 1 16,3 0 0-16,0 0 1 0,-1 0 0 0,1 1-1 15,1 0 1-15,-4-2 0 0,3 1-1 0,-1 0 0 16,0-1 2-16,0 1-1 0,-2 1-2 0,4-1 3 15,1 0-1-15,-4 0 1 0,2 1 0 0,-5 2 0 0,2-1 2 16,1-2-3-16,3 0 1 0,-6 0 1 0,1 0 1 0,1 0-2 16,2 0 0-16,3 0 0 0,-7 0-1 0,3 1 1 15,-2-1 0-15,1 1-3 0,1-1 0 0,2 0 0 16,-1 0 2-16,0 0-2 0,2 0 0 0,-4 0 1 16,3 0 1-16,-3-1 0 0,0 1-1 0,-2-1 2 15,0-1-2-15,3 2 1 0,-3-2-1 0,0 2-1 16,2-1 0-16,-2 1 0 0,1-1 0 0,0 1 1 15,-1 0-1-15,3 0 0 0,-3 1 1 0,2-1-3 16,2 1-6-16,-2-1-5 0,2 2-9 0,-2-2-15 16,0 2-14-16,-2-2-51 0,2 0-35 0,0 1-42 15,0-1 118-15,-1 0-92 0,0 2-59 0</inkml:trace>
  <inkml:trace contextRef="#ctx0" brushRef="#br0" timeOffset="130375.22">14894 17423 183 0,'-2'0'147'0,"-1"0"-48"0,1 0-56 16,0 0 37-16,4-2-35 0,-4 0 6 0,2 1-10 0,0-2-1 15,-2 1 2-15,4-1-2 0,-1 1 2 0,0-1 2 16,1 2 0-16,0-1-4 0,1 1-2 0,0 1-3 16,-2-2-4-16,0 2-2 0,3-2-4 0,-4 1-4 15,0 0-4-15,2-1-1 0,2 1-7 0,1 0-3 16,-1 2 2-16,0-2-2 0,0 0-2 0,-1 1-1 0,2 0 4 16,1 1 2-16,-5-1-1 0,3 0 3 0,-1 0 2 15,0 0 7-15,1-1 1 0,-2 1 2 0,1-1 0 0,-1-1-2 16,2 1 4-16,0 0-1 0,0 1-3 15,-1 0-6-15,0-1-1 0,0-1-2 0,3 0-3 0,-2 2 0 16,1 0-4-16,0-2 0 0,0 1 2 0,3-1 4 16,-3 0 1-16,2-1 1 0,-2 1 2 0,2-1 0 15,1 1 1-15,-4 0-1 0,2 0-4 0,-2 1-1 16,1 0-1-16,0 1-1 0,0 0-2 0,1 0 0 16,-1-1-2-16,1 1 0 0,-3 0 0 0,2 0-1 15,-1-1-1-15,-1 1-2 0,1 0 2 0,0 0 0 16,-1 1 1-16,0 0 1 0,1 0-1 0,-1-1 3 15,-1 1-1-15,1 1 2 0,-1-2-1 0,1 0-2 0,0 0 0 16,0 0 0-16,-2 0-1 0,3 0 2 0,-2 0-5 16,2 1 2-16,-1-1-2 0,3 0 3 0,-6 1 0 15,3-1-2-15,1-1 0 0,-3 1-1 0,0-4 1 16,0 3 1-16,-1 1 1 0,3 0-4 0,-3 0 0 16,1 0-2-16,-1 0-2 0,1 1-4 0,1 2-14 15,0-2-8-15,-1-1-9 0,-1 0-9 0,1 0-35 16,1 0-20-16,-2 0-30 0,0-1-38 0,0-1 113 15,0 1-78-15,-3 1-22 0</inkml:trace>
  <inkml:trace contextRef="#ctx0" brushRef="#br1" timeOffset="145172.15">12361 12428 13 0,'0'6'4'0,"-2"-5"-3"0,-4 2-2 16,6-2 1-16,-1 3 1 0,1-4 1 0,-1 0 4 15,1 2 14-15,0-1 1 0,0 0 4 0,1-1 7 16,-1 0 4-16,-1 0 3 0,1 0 3 0,-2 2-3 16,1-2-6-16,0 0 0 0,1 2-2 0,-2-1-3 15,2 0-3-15,-1 1-3 0,1 2 0 0,1-2 1 16,-1 1-5-16,0 1 1 0,-1-3-1 0,1 1 1 15,0 0-1-15,0-1 1 0,-1 0 0 0,0 0 2 16,0 0 0-16,1 0-1 0,0 2 1 0,-1-1-4 16,1 1-2-16,0-3 0 0,-2 2-3 0,2 1-5 0,0-1 0 15,0-1-3-15,-1 1-2 0,0-1 2 0,-1 0-2 16,2 4 0-16,-1-4-2 0,1-1 1 0,0 2 3 16,1-1 1-16,2 2 4 0,-3-1-1 0,0 0 9 15,1 1 2-15,-1-1 2 0,0 1 2 0,-1 1-1 16,-2-1 0-16,3 0-1 0,-1 0-1 0,0 1-7 15,1 0 1-15,0-1-3 0,0 1-1 0,1 0 1 16,0-1-2-16,-1 2 1 0,0-1-1 0,0-1 0 0,-2 3-4 0,1-2 4 16,1 2-3-16,-2-2-3 0,2-1 3 0,-1 1-4 15,1 1 5-15,0-1-2 0,2 2 4 0,-2-2 2 16,1 0 1-16,-1-1 3 0,0 1 1 0,2-2 1 16,-3 2-5-16,1 0 6 0,0-2-4 15,0 3-3-15,0-1-1 0,0 0-1 0,0 1-2 0,-1 0-1 16,2 1 1-16,-1-2-5 0,0 2 2 0,-2-3 0 15,4 1-1-15,-1 2 1 0,0-3-1 0,-1 1 1 16,0 1-1-16,-1-2 4 0,1 3-2 0,0-3 2 16,0 1-1-16,-1 1 0 0,1-1 2 0,-1-2-1 15,0 1 3-15,1 1-2 0,-1-1-1 0,1 1 2 16,0 0 0-16,-1-2-2 0,1 2-1 0,1 1 0 0,-1-3-2 16,2 2 0-16,0 1-1 0,-1-2-1 0,-1 0-1 15,0 0-1-15,0 0 1 0,0-2 0 0,0 1-1 0,2 0 1 16,-2 0 1-16,0-2-2 0,0 3 0 0,2-2 1 15,0 0-1-15,-1 2 2 0,0 1-1 0,-1-3-4 16,2 4-6-16,1-2-6 0,-1-2-15 0,0 4-58 16,0-4-42-16,1 0 96 0,1-1-75 0,1 1-57 15</inkml:trace>
  <inkml:trace contextRef="#ctx0" brushRef="#br1" timeOffset="146054.6">12341 13284 54 0,'0'-1'66'0,"0"1"-9"0,-3-1-30 15,3 0 12-15,0 1-7 0,-1-1-7 16,1 2-7-16,-1-1-8 0,2 0-4 0,-2-1-2 0,1 1 1 16,0 0 6-16,-2-2 4 0,2 2 5 0,0 0 10 15,0 0 4-15,0 2 6 0,0-2 3 0,-1 0 3 0,1 0-3 0,0 0 2 16,1 1-3-16,-1 0-9 0,3 0-4 0,-3-2-6 16,0 2 1-16,-1 0-3 0,1 0-2 0,-2 3-3 15,0-4 7-15,-1-1 2 0,2 1 4 0,1 2 2 16,0-1 5-16,-3 1-3 0,2-2 4 0,-4 4-5 15,5 0-6-15,-2-1-2 0,0 1-4 0,2 1-4 16,-2 0-7-16,1 0 0 0,1-2-2 0,-3-1 1 16,3 2-2-16,0 2 0 0,-1-2 0 0,0 1 3 15,1-2 2-15,-1 1 5 0,1 1-2 0,0-1 3 16,-1 1 3-16,1-2-3 0,0-1 3 0,0 1-2 16,-2 1-3-16,2 0-1 0,-1 0-2 0,1 0-2 15,-1 0-4-15,-1 0 2 0,5 3-2 0,-3-3-3 16,0 2 1-16,0-1 1 0,0 0-3 0,0 0 4 15,3 1 1-15,-5-2-2 0,2 0-1 0,-1 1 3 0,2 0-3 16,1 1 0-16,-2-2 2 0,1 2-1 16,-1-1-2-16,0-1 0 0,1 2 0 0,-1-1-1 0,0 0 3 15,1 0-3-15,-1 1-1 0,0-1-1 0,0 0 2 16,0 0-2-16,0-1 2 0,0 1-1 0,-2-1 1 16,1-1-1-16,1 1 1 0,0 0 0 0,-2-1-2 15,1 1 3-15,-3-3-1 0,3 2 0 0,1 0-2 16,0 1 2-16,-1-2 0 0,0 0-1 0,0 0 0 15,1 1 0-15,0 0-1 0,0-1 0 0,-2-1 0 16,2 0-2-16,2 0 0 0,-1 0-12 0,0 0-14 16,1 0-16-16,1 2-23 0,-2-2-101 0,2 1 128 15,-2-1-83-15,1 0-52 0</inkml:trace>
  <inkml:trace contextRef="#ctx0" brushRef="#br1" timeOffset="146912.1">12334 14203 397 0,'-4'-2'192'0,"0"2"-110"16,0-2-49-16,-3-1 5 0,6 3-3 0,-3 0-7 16,2 0-1-16,1 0-3 0,0 0 1 0,0 0-10 15,-1 0-1-15,2 0 3 0,0 0 2 0,2 1 1 16,-2-1 1-16,0 0 2 0,0 0-2 0,0 0-2 16,0-1 1-16,0 0-4 0,0 1-2 0,0 0-1 0,0 0-3 15,0 0 2-15,0 1 1 0,-3-1 0 16,3 4 0-16,0-2 8 0,1 0 1 0,-1 0 1 15,-1 0 2-15,1 2 0 0,1 0 1 0,1 0-2 16,-2 1 4-16,0-1-4 0,0 2 0 0,-2-2 0 0,2 3-2 16,-2-4-3-16,0 0-4 0,2 2 3 0,-2-1-4 15,0-1-3-15,1 2-1 0,-1 2-2 0,1-3 3 16,-3 1 0-16,4 1 0 0,-2-1-1 0,1 0 2 0,-1 1 0 16,0-2 1-16,1 0-2 0,1 1-2 0,0-1 0 15,-3 1 0-15,2 1-1 0,1-1-2 0,-1-1 0 16,1 1-2-16,-1 0 1 0,0-2 1 0,1 3-2 15,-1-3 0-15,2 1-2 0,-2 0 0 0,1 1 1 16,0 0-1-16,0-1 1 0,0 0-1 0,0 2-1 16,1-2 0-16,0 2 4 0,-1-1-2 0,0 0-1 15,0 0 1-15,0 2-2 0,0-1 3 0,0-1 0 0,0 1-3 16,-1 1 0-16,1-1 1 0,0 0 0 0,0-1 0 16,0 2 1-16,0-1-3 0,0 0 0 0,0 0 2 15,-1-1 0-15,1 0-2 0,-2 2 3 0,2-3-3 16,0 1 0-16,0-1 1 0,0 0-1 0,-1 1 3 15,1-2-3-15,-1 0 1 0,0-1-7 0,1 2-8 16,0-2-12-16,0 1-12 0,0-1-49 0,0 1-30 16,0-1-46-16,1 0 108 0,0 0-106 0,0-1-41 15</inkml:trace>
  <inkml:trace contextRef="#ctx0" brushRef="#br1" timeOffset="147856.04">12261 15061 403 0,'-1'1'175'0,"-2"-1"-114"15,-1 0-42-15,1 0 9 0,1 3-4 0,-1-2-17 16,1 2 3-16,-1 0 3 0,0-1 4 0,2 2 7 0,-3-1 2 15,1 0 4-15,2 3 5 0,-1-2 3 16,0-2 2-16,-1 3-4 0,2 0 0 0,-2 1-5 16,1-2 3-16,0 0-7 0,0 1 0 0,2-1-2 15,-1 2-5-15,1-1-3 0,-1 1-1 0,1-3 0 16,0 2-3-16,0 2 2 0,0-2-2 0,0 0 3 16,1 0 3-16,-1 1 1 0,0-1 2 0,0 2-1 15,0-2 1-15,0 0-2 0,-1-1 1 0,1 2-5 16,0-1 0-16,0 2-3 0,0-2 2 0,0 0-3 15,0 2-1-15,-3 0 1 0,2-1 0 0,0 1-1 0,0-1-2 0,0 1 7 16,0-2-3-16,-2 1 0 0,2-1 1 0,-2 2 0 16,0 1 4-16,0-1-3 0,1-1 1 0,0 0-6 15,0 2 1-15,0 0-2 0,2-1-1 0,-2 0 0 16,2-1-4-16,0 1-1 0,-3 0 1 0,0-1 0 16,1 0-3-16,1 0 1 0,-1 0 0 0,2 0 1 15,-2 0-2-15,2-1-1 0,-1 1 1 0,1-1-1 16,0 2 0-16,0-3-1 0,0 0 1 0,0 1 0 15,0 1-1-15,0 0 1 0,1-1 0 0,1-1 3 16,-2 1-3-16,0 2 3 0,0-2-3 0,0 1 0 16,1-2 0-16,-1 0 1 0,0 2-1 0,0 0-1 15,0-1 1-15,0-1 0 0,0-2 0 0,0 2-1 16,0 0 0-16,0-3-6 0,0 1-2 0,0-1-8 16,0 0-18-16,0 2-14 0,0-1-14 0,1 0-18 15,0-1-62-15,-1-1-40 0,1 1 119 0,-1 0-89 16,1-1-47-16</inkml:trace>
  <inkml:trace contextRef="#ctx0" brushRef="#br1" timeOffset="148480.94">12251 15747 87 0,'-2'-5'43'0,"1"2"-30"0,-1 0-11 16,0 2 2-16,2 0-3 0,0-2-1 0,0 2 0 16,0 1 1-16,0 1 6 0,0-1 8 0,-1 3 7 0,1-3 10 15,0 1 6-15,0 1 4 0,-2-1 8 0,2 0 7 16,0 0 1-16,0 2-4 0,0-1 1 0,0 2-7 16,0 0-2-16,0 2-3 0,0-3-5 0,0 1-3 15,2 1-4-15,-2-1 0 0,0-1-1 0,0 1-1 16,1-1-1-16,-1-1 1 0,0 2-1 0,-1 0-6 15,1-2 0-15,0 1-1 0,0 1-5 0,-2-1-2 16,2 0-2-16,-1 1-2 0,0-2-2 0,1 1-1 0,0-1-3 16,-1 1-2-16,0 2 1 0,1-4-2 0,0 1-1 15,-1 0 0-15,1 2 0 0,0-1 0 0,0-1 0 16,0 0 1-16,0 0-1 0,0 2-3 0,0-2-6 16,0 0-9-16,2-1-10 0,-1 0-45 0,1-1-35 0,1 1 78 15,-1-1-59-15,1 3-45 0</inkml:trace>
  <inkml:trace contextRef="#ctx0" brushRef="#br1" timeOffset="152056.99">15398 12443 32 0,'-3'2'30'0,"3"-1"-11"0,-5-1-12 0,2 1 6 0,1-1-2 16,0 0 0-16,2 0 5 0,2 2 2 0,-2-1 8 16,0 0 13-16,0 1 6 0,2-2 7 0,-1 2 3 15,-1 0 6-15,0-2-1 0,-3 0-1 0,3 1-6 16,0-1-13-16,-7 0-6 0,1 1 1 0,6-1-7 16,-1 0-10-16,1 0-3 0,-1 0-2 0,-2 0-3 15,4 0-1-15,2 0 0 0,-2 0-2 0,1 0-3 0,-4 0-1 16,4 0-2-16,0 1 1 0,-2 0 0 0,0-1-2 15,0 0 1-15,0 0-2 0,0 0 1 0,0 0 2 16,0-1-2-16,1 1 1 0,-1 0-1 0,0 0 1 16,0 0-1-16,1-2 0 0,-1 1 1 0,0 1-2 15,0-4 1-15,0 3-1 0,3-1 1 0,-2 0 0 16,0 1-1-16,1 0 1 0,0 0-2 0,0-2 2 16,0 1 0-16,-2 1 1 0,0 0-2 0,2-1 1 0,-2 0-3 15,0-1-1-15,0 2 0 0,0 0-3 0,2 0-2 16,-2-1 0-16,0-1-5 0,2 2 0 0,-1-1 5 15,1 2 1-15,-2-2-1 0,0 0 4 0,0 1 1 16,0 1 1-16,0-2 4 0,0 1-1 0,0-2 2 16,-1 0-3-16,-3 2 4 0,4 0-3 0,0-2 1 15,-1-2 0-15,0 4 1 0,1-1 3 0,0 1-2 16,1 1 4-16,0-1-2 0,-1-1 1 0,0 2-1 16,0 0 0-16,0-1 0 0,0-1-3 0,-2-1 1 15,2 1-3-15,-2 1 1 0,2-1 0 0,-1 0-2 0,1 0 3 16,0 1-2-16,1 0 2 0,-1-1-1 0,0 1 4 15,0 1 3-15,2-1 2 0,-1 1 2 0,-1-1 1 16,0 1 3-16,0 0 2 0,-1 0 2 0,-1 0-2 16,2 1-3-16,-1 0-1 0,1-1 1 0,0 0-2 15,1 0 2-15,2 1-1 0,-2 0 1 0,-1-1 2 16,0 0 2-16,-2 0 1 0,0 1 2 0,1 1 0 16,-2-2-3-16,3 5-1 0,-1-5 1 15,1 3-3-15,0-1 0 0,0-1-2 0,0 0-1 0,0 3 2 16,0-3-3-16,0-1 1 0,-1 2-2 0,1 0-2 0,0 2-1 15,0 0-1-15,0-1-3 0,0 0-1 0,0 0 1 16,2 1-2-16,0-2-2 0,-2-1 2 0,0-1 0 16,0 1 1-16,0 4 0 0,-2-5 1 0,2 2-1 15,-2 0 1-15,2 1 3 0,-3 1 1 0,3-2-2 16,-1 0 0-16,-2 3 0 0,3-2 0 0,0 1-2 16,0 1 2-16,0-1 0 0,0 0 0 0,0 1 2 15,0-1-1-15,3-1 1 0,-3 2-1 0,0-2 2 0,0 0-4 16,0 3 0-16,-3-3-2 0,3 0 0 0,0 2 0 15,0 0-2-15,0 1 1 0,0-2 0 0,1 0 1 16,-1 0 1-16,0 0 2 0,0 0-1 0,0 1 2 16,0-2 1-16,0 2 1 0,2-1-1 0,-2 0 1 15,1 3 0-15,2-2-1 0,-3 1-1 0,0-1 1 16,2 2-1-16,-2-1 1 0,0 2 2 0,1-1 1 16,-1-1-2-16,0 2 1 0,1 1 6 0,-1-1-4 15,-1 1 4-15,1-1-2 0,0 1-1 0,-1-2 1 16,1 2 0-16,-2-1-1 0,0-1-4 0,1 1 0 0,2 1-1 15,-1-3-1-15,0 1-1 0,0-3-3 0,2 4 0 16,-2-1 0-16,2-1-2 0,-2 1 1 0,1-2-2 0,0 3 2 16,-1-2-3-16,2 2 2 0,-2-2 0 0,3 0-1 15,-2 2 0-15,1-1 0 0,1 1 1 0,-2-4 0 16,0 4 0-16,2 0 2 0,0-3-2 0,-3 2-1 16,-2-2 2-16,0 1 0 0,2-1 0 0,-2 2 0 15,2-3 0-15,0 2-2 0,-1-1 0 0,0 0 0 16,1-2 1-16,-1 1 2 0,1-2-3 0,0 3 0 15,-1-3 0-15,1-1 0 0,0 3 1 0,-1-2 1 16,1 0-3-16,0 0-1 0,-2 0 0 0,2-1-3 16,0 0-8-16,2 1-12 0,-4-2-33 0,4 2-21 15,-2-2-27-15,1 1-49 0,2 0-61 0,-2 1 140 0,5 0-103 16,-5-2-25-16</inkml:trace>
  <inkml:trace contextRef="#ctx0" brushRef="#br1" timeOffset="152892.09">15352 13404 59 0,'-3'0'78'0,"1"0"0"0,2 0-31 0,2 0 29 16,-3 1 0-16,1 0 0 0,0 0-4 0,0 1-6 15,3 0-3-15,-7 1-2 0,4 0 1 0,1 0-3 16,-2-1-2-16,1 2 0 0,-3-2-2 0,1 1-7 0,2-2-6 0,2 0 4 16,-3 1-4-16,-2 1-9 0,2-3-2 0,-2 1-4 15,3 2 1-15,-1 0-3 0,-1-1 2 0,4 5-6 16,0-4 2-16,-2 1-3 0,-1-1 1 0,-2 2 1 15,3-1 1-15,0 0-1 0,-4-1-1 0,1 2 0 16,0-1-5-16,4 3 0 0,-1-3-1 0,0 1-2 16,0 1-3-16,0-1-3 0,-3 0 1 0,-1 0 0 15,4 1-1-15,-1-2 3 0,1 1-1 0,-2-1 0 16,-2 1 1-16,0 3-2 0,1-1 2 0,3-2-2 16,0 2 0-16,-5 1-2 0,4 0 0 0,0 0-2 15,-2-2-1-15,4 1 0 0,0-2-2 0,-2 3 0 16,1-1 0-16,0-2 0 0,0-1-1 0,-3 2 0 0,3-1 1 15,-1 1-1-15,-4-2 2 0,5 1-2 0,0-1 0 16,-1 1 2-16,1 1 0 0,0-3-1 0,-1 1 0 16,1-1-1-16,2 1 0 0,-1 2-1 0,-2-3 2 15,0 1-1-15,1 1 0 0,-1-2 0 0,3 2 0 16,-2 0 0-16,0-2 1 0,0 0-1 0,0 1 0 16,-3-4 0-16,5 2-1 0,-1 0-3 0,-1 0-1 15,1-2-6-15,-1 2-5 0,0 0-21 0,0 0-8 16,3 1-13-16,-3-2-16 0,0 1-55 0,2-1-33 15,0-1-46-15,-1 3 131 0,2-3-111 0,0-2-50 16</inkml:trace>
  <inkml:trace contextRef="#ctx0" brushRef="#br1" timeOffset="153774.79">15275 14278 219 0,'0'-1'119'0,"-2"-1"-72"0,-1 1-30 15,3 1 8-15,0-1 2 0,0 0 1 0,0 1 4 16,3-2 4-16,-3 0 9 0,1 2 10 0,-3-2 5 16,0 1 9-16,2 0 4 0,0 0-2 0,0 1-4 15,0 0-1-15,0 0-5 0,0 1-6 0,0 0-7 16,3 0-7-16,-3-1-12 0,0 0-3 0,-2-1-4 16,1 1-3-16,1 0-4 0,0-1-3 0,0 1 1 15,-6 0-1-15,6 1 3 0,-2 2-1 0,-1-1 0 16,3 0 0-16,-3 0 0 0,3 0-2 0,0 0 0 15,1 1-2-15,-1-2-2 0,2 1 0 0,2 1-2 0,-4 2 4 16,0-2-1-16,-1-1 1 0,0 1 1 0,-4 2 0 0,5 0-1 16,-1 1 0-16,-6-2 0 0,6 0-4 0,-2 2-1 15,-1-1 0-15,5 4-4 0,3-2 1 0,-8-1 1 16,7 2-1-16,-3-1 0 0,1 0 1 0,1 2-2 16,-1-4-1-16,-5 2 1 0,4-2 1 0,1 1-2 15,2-1 2-15,-1 1-1 0,-2-1-2 0,0 1 0 16,5-2 1-16,0 2 0 0,-3 0-1 0,-2 0 1 15,2-1-1-15,4 1 0 0,-6 0 1 0,0-1 1 16,-3 0 0-16,6 2 1 0,-1-3 0 0,-3 3 0 16,1-2-2-16,-1-2 0 0,2 2 2 0,1-2-2 15,-1 0 0-15,-1 0 1 0,-3-1-1 0,3 0-2 16,0 1 3-16,0 0 1 0,0 0-2 0,-1 0 0 16,3 0 0-16,-1-1 0 0,-1 3 0 0,1-3 0 15,0 2 0-15,-1-1-2 0,3 0 2 0,-3-2-1 16,0 1-4-16,2-1-6 0,2 1-6 0,-4 0-23 0,1-2-15 15,-1 0-16-15,2 0-26 0,2 0-95 0,-4 0 135 16,2 0-85-16,-1-2-42 0</inkml:trace>
  <inkml:trace contextRef="#ctx0" brushRef="#br1" timeOffset="154550.79">15226 15007 404 0,'-4'0'216'0,"3"0"-107"0,-3 0-64 0,2 0 21 0,0 0-11 15,1 0-8-15,-2 0-8 0,2 0 0 0,3 1-5 16,-2-1 0-16,0 0 1 0,0 1 1 0,-1-2-3 16,0 1-4-16,2 0-6 0,-2-1-4 0,-2-2-1 0,4 3-4 15,-1-1-5-15,2 3-3 0,2 1 0 16,-2-3-1-16,-2 0 1 0,1 2-2 0,0 0 1 0,0 0 3 16,2 0-3-16,-1 0 3 0,-2 0 1 0,-2 1 6 15,3 0-2-15,-1 1 2 0,-1 0 0 0,-1 1-1 16,-2-1-1-16,2 0-1 0,2 0 0 0,-2 2-7 15,0 1 2-15,0-1-3 0,1 2-1 0,-2-3-1 16,2 2 3-16,-1 0-3 0,-2 2 0 0,2 0 1 16,0-2-3-16,0 2 1 0,0-1 1 0,0 1 0 15,0-2-1-15,1 1 0 0,0 0 2 0,0-1-1 16,-1-1 2-16,0 1-3 0,2-3 1 0,0 2 1 16,-2 0 0-16,1-1-1 0,-1 1 1 0,2-3 0 15,0 2-1-15,-1 0-1 0,1 0 2 0,0-1-3 16,0-1 0-16,-1-2 1 0,1 2-1 0,0 0 0 15,0-3 0-15,1 3-1 0,-1-3-1 0,1 2 1 16,-1 1-2-16,2 0-2 0,-1-3-6 0,0 1-21 16,0-1-11-16,-1 0-14 0,2 1-19 0,-1-1-73 15,1 0 104-15,-2-1-71 0,2 0-31 0</inkml:trace>
  <inkml:trace contextRef="#ctx0" brushRef="#br1" timeOffset="155436.23">15166 15554 110 0,'-3'3'84'16,"2"1"-32"-16,-1-2-35 0,0 0 21 0,2 0-16 16,-2 0-1-16,-1 1 1 0,3-1 6 0,-1 1 4 15,0-3 4-15,0 2 8 0,1 0 1 0,-2 1 2 16,1-2-2-16,1 1-7 0,-1 0-4 0,0-2-2 0,2 3-3 16,-1-2 0-16,0 2 1 0,0-1 1 0,0-1 1 15,0 1-3-15,-1 0 2 0,1 2 6 16,0-3 1-16,-2 0-8 0,2 0 0 0,1 1-3 0,-2 0 1 15,1 0-2-15,-2 0-1 0,1 1-6 0,0-2 2 16,-1 2 1-16,1 0-2 0,0 0 0 0,0 0 0 16,0 1-2-16,1-1 1 0,-3-1-2 0,2 2-3 15,0-1 3-15,1 2-3 0,-3-2 0 0,3 0-2 16,-2 2-3-16,2-1-1 0,-1-1 0 0,1 2-3 16,-1-4-2-16,1 1-1 0,-1 1 1 0,1-1-4 15,0 1 3-15,0 0-1 0,-2 0 1 0,1-2-2 16,1 4 2-16,0-2-1 0,0-1-1 0,0 0 1 15,0 1 0-15,-1-2 0 0,1 1-1 0,0 1 2 16,0-3-1-16,0 2-1 0,-2-2 0 0,2 3 2 16,0-1-2-16,0-1 1 0,2 1-1 0,-2-1 0 15,0-1 0-15,0 1 1 0,1 0-1 0,-1 1 0 0,0 0 1 16,0-1-1-16,0 0 1 0,-1 1 0 0,1-1 0 16,0 0-1-16,0 1 0 0,0-1 0 0,0 1 0 15,0-1 0-15,0 0 0 0,0 1-2 0,0 0 2 16,1 2 1-16,-1-1 0 0,0-1-1 0,0 2 0 0,1 0 0 15,1-1-1-15,-2 0 1 0,0-3 0 0,0 1-3 0,1 1 1 16,-1-1 1-16,1 1-1 0,0-1 0 16,-1 0-3-16,0-1-6 0,1 1-6 0,0 1-5 15,-1-2-25-15,2 0-18 0,-1 0-17 0,-1 0-23 0,1 0 66 16,-1 0-50-16,0-1-14 0</inkml:trace>
  <inkml:trace contextRef="#ctx0" brushRef="#br3" timeOffset="213048.74">12083 17754 9 0,'0'0'5'0,"0"-1"-3"0,0-1-2 0,0 1 1 0,0 1 3 16,0 0 2-16,0 0 7 0,0-2 6 0,0 2 1 15,1-1 3-15,-1 1 1 0,0-1 4 0,0 0-3 16,2 0-4-16,-2 1-5 0,1-1-7 0,-1 0-2 15,0 1-2-15,1-1-2 0,0 1-4 0,-1-2 1 16,1 2-1-16,-1-1 1 0,1 1 2 0,1-1-2 0,-2 0 4 16,2 1 7-16,-1 0 2 0,-1-1 5 0,-1 1 3 15,1 0 0-15,0 0 0 0,0 0 3 0,1 0-8 0,-1 0-6 16,0 0-2-16,0 0-5 0,2 0-1 0,-2 0-2 16,0 1-3-16,0-1 1 0,0 1 2 0,0 0 5 15,0 0 2-15,0 1 4 0,-2 0 3 0,2 0 10 16,0-1 4-16,0 1 3 0,0 0 1 0,0 1 10 15,0 0 0-15,0-2 0 0,0 0-2 0,0 0-2 16,0 1-2-16,0-2 0 0,0 3-2 0,0-2-11 16,-1 0 0-16,1 0-3 0,0 0-3 0,-1 2-6 15,0-1-1-15,1 1-3 0,-2-1-1 0,0 1-2 16,2 0 1-16,0 1 0 0,-1-1 0 0,1 0 3 16,0-1-1-16,-1 3 2 0,1-2 4 0,0 1 6 15,0 0 1-15,-1-1 1 0,-1 0-1 0,1 1 1 16,0-1 0-16,1-1-1 0,0 2-5 0,-2-1-5 15,2 0-1-15,0 0-2 0,0 0-1 0,0 2-1 16,2-2-1-16,-2-1 1 0,1 2 0 0,-1-2 0 0,1 1-2 16,-1 1 1-16,0 0 4 0,2-1-2 0,-2 1 1 15,0 0-1-15,0-1 5 0,0 0 2 0,0 1 0 16,0-1 2-16,0-1-2 0,1-1 3 0,0 2-1 16,1 0-2-16,-1-1-2 0,-1 1-1 0,2-1 0 15,-1-1-4-15,-1 2-1 0,0 0-2 0,0-1 0 16,0 0 2-16,1 0-2 0,0 1-1 0,-1-1 2 15,0 0-1-15,3 0 1 0,-2 0 0 0,0-1 1 16,0 2-3-16,-1-2 0 0,1 0 2 0,-1 1-2 16,3 0 1-16,-3-1 1 0,1-1-4 0,1 1 1 15,-2 3 2-15,1-2 0 0,1-1-3 0,-1 0 2 16,2 1-1-16,-2 0-1 0,1 1 2 0,-2-3-3 0,2 1 0 16,-1 0 3-16,2 0 4 0,-3 0 2 0,1-1-1 15,2 2 7-15,0-2-2 0,-3 2 5 0,2-2 1 0,-1 0-1 16,0-1-3-16,0 1-2 0,3 0 1 0,-3 0-3 15,1 0 1-15,0 2-4 0,0 0-1 0,2 0-4 16,-1-1 3-16,-1 0-1 0,1 1-1 0,0-2-1 16,-1 0-2-16,2-1 1 0,1 1 0 0,-1 0 0 15,-2-1-1-15,1 1 0 0,1-1 0 0,0 2-1 16,0-1 0-16,2 0 1 0,-3 0 1 0,3 0 1 16,-1 1-2-16,1 0 1 0,-1 0-1 0,1-2 0 15,0 1 2-15,0-2-2 0,-1 1 0 0,1 0 0 16,0-3 2-16,0 2-2 0,0 0 1 0,3 0 0 15,-4 0-1-15,5 1 0 0,-2-1 0 0,1 1 1 16,1 1-1-16,-1 0 0 0,0 0 0 0,0 0 0 16,-1 0 0-16,1 1 0 0,2-1 0 0,-2 0-1 15,1 0 1-15,1 0 1 0,-2 2 1 0,3 0-2 16,-3-1 0-16,-2-1 0 0,0 1 0 0,2 1 0 16,-3 0 0-16,2-2 0 0,-1 1 0 0,-2 1 4 0,0-4-1 15,1 2 3-15,0 0 0 0,0 0 2 0,-2 0-1 16,1 0 1-16,-1 0-1 0,4 3-2 0,-2 0 0 15,2-3-2-15,-1 1 0 0,-1 1 0 0,1 0-1 16,-1-2 1-16,2 0-3 0,-2 0 0 0,0 0 1 0,1 0 1 16,0 0 0-16,0-2-2 0,0 2 0 0,1 0 0 15,-1 0 2-15,0 0-1 0,0 0 1 0,-1-3-1 16,2 3-1-16,0 0 1 0,-1 0-1 0,1 1 2 16,-1 0-1-16,0-1 0 0,2 2-1 0,-4 2-1 15,4-4 2-15,0 1-1 0,-2 0 1 0,0 0 0 16,3 0-1-16,-1 0 1 0,0-1 0 0,2 0 1 15,-3 1-1-15,2 0 0 0,2-1-1 0,-2 0 1 16,-1-1 2-16,4 1-3 0,-4-2 2 0,2 2-1 16,0 0-1-16,-2-1 1 0,-1-1 0 0,2 2-1 15,-1-1 1-15,-1-1 1 0,2 2-2 0,-1-1 2 16,1-1-1-16,0 2 1 0,-4 2-1 0,2-2 2 16,1-1-3-16,-3 1 2 0,3-3 1 0,-1 3-1 15,-3 0 0-15,4-1 0 0,-1-2 2 0,-1 2-1 16,-1 1-2-16,-1-2 0 0,1 2 0 0,0 0 0 15,-1-1 1-15,-1 1 0 0,2 0-2 0,0-2-1 16,0 2 1-16,-1 0 0 0,-1-2 0 0,2 2 1 16,1 0-2-16,-2 0 1 0,0 0 1 0,1 1 1 0,-1-1-2 15,2 1 0-15,-3-1 0 0,3 0 1 0,-3 0 0 16,2-1-1-16,-2 1 0 0,2 0-1 0,-3-1 2 16,1 1 1-16,1 0 0 0,-1 1-2 0,0 0 1 15,1 0 0-15,0-2-1 0,1 0 1 0,-2 2 0 16,3-1-1-16,-1 0-1 0,2 0 1 0,-4-2 1 15,2 2-1-15,1 1 1 0,0-1 1 0,1 0-2 16,0 1 1-16,-1-1 2 0,1 0-3 0,2 1 1 16,-2-2-1-16,0 1 0 0,1 0 1 0,1-1-1 15,-2-1 0-15,1 0 1 0,1 1 0 0,-2 1 0 16,-3-3-1-16,3 2 1 0,-2-1 0 0,0 1-1 16,0 0 0-16,1 0 0 0,-3-2 0 0,2 1 0 15,5 1 2-15,-2 0-2 0,-4 0 0 0,3 1 1 0,-2-1 0 16,1 0-1-16,-1 1 0 0,1-1-1 0,-4 1 1 15,0-2 0-15,4 1 0 0,-3 1 0 0,2-2-1 0,-2 1 1 16,2 0 0-16,-3 0 0 0,1 0 1 0,1 1 1 16,-1-1-3-16,1 1 1 0,-1 0 0 0,0 0 2 15,0 0-2-15,0 1 0 0,1-1 0 0,1 0-1 16,-3-1 1-16,2 0 0 0,1 1 2 0,-3-1-2 0,3 0-1 16,-3 1 0-16,1-1 2 0,-1 1 0 0,3 0 0 15,-1 1-1-15,-2-1-2 0,1 1 1 0,1 1 1 16,-1-1 0-16,1 0-1 0,-1 0-1 0,-1 0 2 15,0 0 0-15,1 1-1 0,1 0 1 0,0-2 0 16,-1 2 0-16,0 0 1 0,1 0-1 0,0 1-1 16,0 0 1-16,-1-1-1 0,1 2 1 0,2 1-3 15,-1-2 1-15,-3-1 2 0,3 3-1 0,1 0-1 16,-2 1 1-16,2 2 3 0,-3-4-2 0,3 1 1 16,-2 3 0-16,0-3-1 0,0 2 0 0,0-3 0 15,-1-1 2-15,2-1-2 0,-1 3 1 0,-2-1 0 16,2-1-1-16,0 0 1 0,1-2-1 0,-2 2 1 15,-1-1-1-15,-1 2 0 0,1-2-1 0,1-1 1 16,-3 1 0-16,1-1 0 0,-1 3 0 0,3-2 2 16,-1-1-2-16,0 1 0 0,1 0 0 0,0-1 1 0,-4-1-1 0,3 1 1 15,0 3 1-15,1-3-1 0,-2 0-1 0,-1-2 1 16,2 1 1-16,-2 1-2 0,3 1 1 0,-3-1-1 16,2-2 0-16,0 1 0 0,0 2 1 0,-1 0-1 15,0 0-1-15,-1-2 1 0,1 0 2 0,-2-2 0 16,1 2-1-16,-1 0 2 0,-1 0 3 0,1-1 1 15,0 1 5-15,0 0 4 0,1 0 2 0,-2 1-1 16,1-1 1-16,0 0 3 0,0-1-3 0,-2 0-1 16,-1 0-2-16,1-1-5 0,-1 1-3 0,3 0 2 0,-1 0 0 15,-1 0-2-15,2 0 0 0,-3-2 0 16,3 1-3-16,-1 0 2 0,-3 0 0 0,3 1-1 16,0-1-2-16,0-2 0 0,0 3-1 0,1-4 1 15,0 1 0-15,1 1-1 0,0-2-1 0,0-2 0 0,-2 3 0 16,-1-1-1-16,2 1 0 0,2 0 1 0,-2-1-1 15,-1 3 0-15,2-1 0 0,-1 2-1 0,2-3 0 16,2 2 1-16,-4 1 0 0,1-1 0 0,-1 0 0 16,0-1 1-16,0 0-1 0,4-1 2 0,-4-1-1 15,1 2 0-15,1-1 0 0,0-1 0 0,0 2-1 16,0-2 0-16,0 1 1 0,-2 0-1 0,1 1 0 16,-1-3 0-16,0 2 0 0,0-1 0 0,2 1 1 15,-2 1-2-15,4 2-1 0,-4-3 1 0,4 2 1 16,-2 0 0-16,-2-1-2 0,4 1 2 0,-2 2 0 15,-2-5 1-15,2 3-2 0,2 0 0 0,-3 0-2 16,3 0 3-16,1-1-1 0,-2 2 1 0,1-2-1 0,-2 2-1 16,5 0 1-16,-5-3 0 0,3 2 1 0,-3 0-1 15,1 1 1-15,-1-1 0 0,2-1-1 0,-3 1 1 16,1 0 0-16,2 1 0 0,-1 0 0 0,0 1 0 16,-2-4-1-16,4 4 0 0,-3-3 1 0,-2 2-3 0,4 1 3 15,-3-1 0-15,0-1 0 0,3 2 0 0,1 0 0 16,-1 0 0-16,1-1 0 0,-1 0 3 0,0 0-2 15,1 1-1-15,-2-1 1 0,1-1-1 0,1 0 0 0,-2 1 1 16,1-1-1-16,0 1 0 0,2-3-1 0,-1 2 1 16,1-1-2-16,-2 1 2 0,1-1 0 0,0-1 0 15,1 1 0-15,1 1 0 0,-4 0 1 0,3-3-1 16,-1 4 0-16,1 0 0 0,0-1 1 0,-1 1-2 16,0 0 1-16,-1 1 0 0,2-1-1 0,-2 1 1 15,2-3 0-15,-1 2 0 0,0 1 0 0,1 0 0 16,0 0 0-16,0 0 0 0,0-1 0 0,0 1 0 15,-1 0 1-15,-2 0-1 0,5 0 0 0,-3 0 0 16,2 1 0-16,-2 0 0 0,2 1-2 0,-1-1 2 16,2 0 0-16,1-1 1 0,-4 1-2 0,4 2 1 15,-2-2 0-15,0 3 0 0,2-3 1 0,-3 1-1 16,3 0 0-16,0 0-1 0,0 0 1 0,1-1 1 16,-1-1 0-16,1 3-1 0,1-3 0 0,-2 2 0 15,0-1 0-15,0 0 0 0,0-1 0 0,0 2 0 0,-4-2-1 16,1 2 0-16,0 1 1 0,1-3 2 0,-1 0-2 15,-1 1 1-15,-2 0 0 0,4-1-1 0,-1 1 1 16,-2 0 0-16,1 0-1 0,-1 0-2 0,1 0 2 16,0-1 0-16,0 1-1 0,-2 2 2 0,3-3-1 15,-1 0 0-15,1 3 0 0,-2-3 0 0,2 2 0 16,-1 0 0-16,1-1 0 0,-3-1-1 0,1 3 1 16,3-1 0-16,-4-2 0 0,3 0 1 0,-1 1-1 15,-1-1 0-15,1 1 1 0,0 1-1 0,0-1-1 16,-1 0 1-16,1 1 0 0,1 2-1 0,-3-2 1 15,3 1 0-15,-1 1-1 0,1-3 1 0,-1 2 0 16,1 0 0-16,-2-1 0 0,0 1 2 0,1-2-3 0,0 0 0 16,0 1 2-16,-1 0-2 0,0 0 1 0,1-2 0 0,0 3-1 15,2-1 1-15,-1 0 2 0,0 0-2 0,1 0 0 16,0-2 1-16,1 2-2 0,-2 0 1 0,2 0 0 16,-1 0 0-16,-2-1 0 0,-1 0 0 0,3-1 0 15,1 2-1-15,-2-1 2 0,4 2-1 0,-2-2 1 16,-2-1-1-16,4 0 0 0,-3 0 1 0,1 0-2 15,0 0 1-15,-1-1 0 0,3 1 0 0,-3 0-1 16,3-2 0-16,1 2 1 0,0 0-1 0,-6-1 2 16,6 1 0-16,-4-2-1 0,-3 1 0 0,4 0 2 15,-4 0-1-15,4-2 0 0,-1 2 1 0,0-1-2 16,-1 0 0-16,-1 0 0 0,4 0 1 0,-1 0-1 16,-3 0 1-16,2 0-1 0,-3 1-1 0,3-2 2 15,-1 2-1-15,1 0-1 0,-4 0 0 0,1-1 0 16,1 0 1-16,0 1 0 0,0-1 0 0,-2 1-1 15,1-1 1-15,1 0 1 0,-1 1-1 0,0-2 2 16,0 2-2-16,-1-1 1 0,0 1 1 0,1-1-2 16,-2 2 1-16,0-3 0 0,1 3 0 0,-1-3 0 0,2 0-1 15,-2 2-1-15,1-1 0 0,-1-3 1 0,2 4 0 16,-1-1 0-16,0-1 0 0,2 2 0 0,-2 0 1 16,-2-3-1-16,3 2 2 0,-3 1-1 0,2-1 0 15,-2 0-1-15,3 0 1 0,-3-2-1 0,3 2 2 16,0-1-2-16,-4-2 0 0,3 2 1 0,-1-1 0 0,2 0-1 15,-3 2 2-15,1-2-2 0,0 2 0 0,-1 1 1 16,1 1 0-16,0-4-1 0,-1 3 0 0,0 0 0 16,1-1-1-16,-2 2 1 0,2-2 1 0,-1 0-1 15,0-1-1-15,1 2 1 0,0 0 0 0,0 1 1 16,0-1 0-16,-2 1 0 0,0 0-1 0,1-1 0 16,0 0 1-16,0 1 0 0,-1-1-1 0,1 0 1 15,0 0-1-15,1-2 0 0,-1 3 0 0,0-1 0 16,0 0 0-16,-1 0 1 0,2-1 2 0,-2 1-3 15,1 0 2-15,0-3 0 0,1 3-1 0,-2-2 0 16,0 1 0-16,1 0 0 0,2 2-2 0,-2-4 0 16,-1 3 0-16,2-2 1 0,-2 2 0 0,0-2 0 0,0 2 1 15,0-2-2-15,0 0 1 0,1 1 0 0,-1 1 1 16,1-1 0-16,0-1-1 0,-1 2 1 16,1-1-1-16,0 0 0 0,-1 0 2 0,0 0-2 0,2 0 0 15,-1 0 0-15,0-1 0 0,0 1 0 0,-1 0 0 16,0-1 0-16,2 2 0 0,-1 0 0 0,1-3 0 15,-1 3 0-15,0 1 3 0,1-2-3 0,-1-2 0 16,2 1 0-16,-3 2 0 0,0 0 1 0,1-1-1 16,-1-2 0-16,0 0 0 0,1 2 3 0,0 0-2 15,0-4 0-15,-1 2 0 0,1 2-1 0,2-3 0 16,-2 1 0-16,-1 2 0 0,1-2-1 0,-1 3 2 0,2-2-2 16,0 2 1-16,-1-4 0 0,-1 4-1 0,2-1 2 0,-2-2 1 15,2-1 1-15,-2 2-3 0,0 0 0 0,0 0 3 16,1 0-2-16,-2-2 0 0,1 2-1 0,0-1 0 15,0 1 0-15,0 0-2 0,1 1 3 0,-1-4-1 16,-1 3 0-16,1 0 0 0,0-1 0 0,0 0 1 16,0 3 0-16,-2-3 1 0,2 2-1 0,0 0-1 15,0-1-1-15,0 0 1 0,0-1 0 0,0 1-3 16,0-1 3-16,-1-1 0 0,0 2-1 0,1-3 1 16,0 2 0-16,0 1 1 0,0-1 0 0,0 2-1 15,0-1 0-15,0-1 0 0,0 4 0 0,0-3-1 16,0 2 0-16,0-1 0 0,1 1-1 0,0 1 2 15,-1-1-1-15,2-1 0 0,-1 1-2 0,-1 0 3 0,0 1-1 16,1 0-2-16,-1 0 2 0,2 0-1 0,-2 0-6 0,1 3-34 16,1 0-19-16,0 0-26 0,1 3-35 0,-1-2 83 15,0 2-70-15,-4 5-25 0</inkml:trace>
  <inkml:trace contextRef="#ctx0" brushRef="#br3" timeOffset="-214722.81">12918 18359 129 0,'1'-3'79'0,"-3"1"-28"0,0-1-20 0,2 1 21 16,-1 0 4-16,4-2 1 0,-2 3 0 0,1-3 1 0,2 1-1 16,0-1-1-16,-4 0-7 0,2 0-8 15,-2 1-5-15,2 2-6 0,2-3-3 0,-4 1-9 16,2 2-3-16,-2 1 0 0,5-1 1 0,-4 1 2 15,-1-1 3-15,0 1 3 0,-1-1 1 0,3 1 8 16,-2 0 2-16,2 0 4 0,-5 0-1 0,3-1-5 0,0 1-6 16,0-2 1-16,0 2 0 0,0 0-8 0,-1-1-5 15,0 1-4-15,2 0-3 0,1 0-1 0,0 0 1 16,-1 0-3-16,-1 1-2 0,0 1-2 0,0-2 3 16,-3 1 1-16,2 1 2 0,0-2 1 0,-1 1 3 15,-1-1 0-15,3 2 2 0,2 0 2 0,-1 1 0 16,1-2-2-16,-1 0 0 0,-1 3 4 0,5-1-1 15,0 2-2-15,-5-2-2 0,-1 0-2 0,0 2 1 0,0-2 0 16,1 1 0-16,0 0-2 0,1-1 0 0,-2 0 3 16,1 1 3-16,0-2 4 0,0 1 2 0,0-1 2 15,0 0 1-15,0 2-2 0,1-2 0 0,2 0-4 16,-2 0-1-16,2 1-7 0,-3 0-2 0,0 1-3 16,0-1-2-16,0 0-2 0,-4 0 0 0,3 0 0 0,0 1-1 15,0 1 2-15,1-2-1 0,-1 0 3 0,1 3 0 16,1-1 0-16,-1 1 2 0,1-2 1 0,-2 2 5 15,1-2-2-15,0 2 3 0,0-2-1 0,-1 0 2 16,-1 1 0-16,1-1-2 0,-3 4 0 0,1-3-3 16,2-3 1-16,-1 5-1 0,2-3 0 0,-1 1-1 15,-3 0-2-15,3-1 1 0,1-2 0 0,0 4-2 16,-2 1-2-16,0 0 0 0,2 1-1 0,-2-3 1 16,2 1 0-16,-1 0 0 0,1 2 0 0,-3-3-1 15,2-2 2-15,-2 7-2 0,0-8 0 0,2 4 0 16,-4-2 2-16,5 0 0 0,-3-4-1 0,2 6 2 15,1-6 1-15,-2 3-2 0,0-3 2 0,2 1-1 16,0 2-1-16,-3 2 0 0,1-1 1 0,1-1-1 16,0 0-1-16,-2-6 3 0,3 9-3 0,-1-2 1 15,0-1 0-15,1-3-1 0,-2-2-1 0,2 2 0 0,3 3-1 16,-1-1-1-16,-2-2 0 0,0-2 0 0,0 2 0 16,-2 0 2-16,4 2 0 0,-2-2-2 0,0 0 1 15,0 0 2-15,0 1-1 0,0-1 1 0,3 0-1 0,-1-2-2 16,-2 2-1-16,0-2-9 0,0-2-6 0,0 4-11 15,2 0-11-15,0 0-35 0,2 0-21 0,-1 0-29 16,-1 0-31-16,5 4 98 0,-2-4-72 0,2 4-18 16</inkml:trace>
  <inkml:trace contextRef="#ctx0" brushRef="#br3" timeOffset="-212080.83">13620 18488 186 0,'0'-1'140'0,"0"0"-32"0,1-1-48 16,-1 0 30-16,0-2-4 0,0 1-6 0,0 0-8 15,1 0-24-15,-1 0-11 0,0 0-10 0,0 1-5 16,0 1-10-16,0 0-3 0,0 0 2 0,0-2 1 16,0 3 3-16,0-2 0 0,0 1 5 0,0 0 3 15,0-1-2-15,0 2 1 0,0-1-4 0,-1 0 2 16,1 0 0-16,-1 1-2 0,1-1-5 0,0 1 1 15,-3-2 2-15,3 1 0 0,-1 0 3 0,-1 0 1 16,1 0 1-16,0 0 1 0,-1-2 1 0,1 2-1 16,-1-1-1-16,1 1-4 0,-2 0-1 0,2 0-6 15,-1 0-2-15,1 1-1 0,-1 0-4 0,2 0 2 16,-2-1-3-16,0 1 1 0,0 0 0 0,0 0 1 16,1 0-2-16,-1-1 2 0,0 0 1 0,1 1 1 15,-3 0-1-15,2-1 2 0,0-1 1 0,1 0 0 16,-1 2 3-16,1-1-2 0,-2 1 3 0,1-1 0 15,1 0 1-15,-3 1-2 0,2 2-1 0,-1-2-3 16,0 1-1-16,1 2-2 0,-2-2-1 0,1 0-2 16,0-1-1-16,2 1-2 0,-1-1 2 0,-1 2 0 15,0-1 0-15,1 0 1 0,0-1-1 0,0 4 0 16,0-3 2-16,-2-1-2 0,-1 3 1 0,4-2 0 0,-4 0-1 16,2 0 1-16,2 1 1 0,-2 0-1 0,2-1-1 0,-2 2 2 15,1-2 0-15,2 1-1 0,-1 1 0 0,1 0-1 16,-2 0 0-16,2-1-2 0,-2 3 2 0,2-3-2 15,-1 1 1-15,0-1 0 0,-1 1 0 0,1 3 0 16,1-5 0-16,-1 2 2 0,0 0 0 0,1-2-1 0,-1-1 0 16,1 3-1-16,-1-1 1 0,1-2 0 0,0 2 0 15,0 2 0-15,0-2 0 0,0-2-1 0,0 3 1 16,0-3 1-16,0 1-1 0,0 0-1 16,1 3 1-16,0-4 1 0,0 1-1 0,3 0 0 15,-3-1 1-15,0 3-1 0,1-2 1 0,-1 3 1 0,2-5-2 16,-2 4 0-16,0 0 0 0,1-1 0 0,0 1 0 15,1-2 1-15,-1 2-3 0,0-3 0 0,1 5 0 16,-1-4 2-16,1 1-2 0,0 3 2 0,2-2-1 16,-1-1 1-16,-1 0 1 0,2-2 0 0,-2 0 0 15,0 0 0-15,1-1 1 0,-3-1 3 0,3 1 3 16,-2-1-2-16,2 2 2 0,-2 0 0 0,3-1 3 16,-3 1-3-16,4 0 0 0,-3 0-4 0,-1 4 0 15,3-4-2-15,-3 3-1 0,1-3 1 0,-1 3-2 16,2 1 2-16,-1-3-2 0,-2-1 1 0,2 2-1 0,1 0 0 15,-3 2 0-15,1-4 0 0,1 3 0 0,-2-3-2 16,3 2 1-16,-1 0 0 0,-1-2 1 0,0-2 0 16,2 4 0-16,-2 6 0 0,0-8 1 0,1 4 2 15,-2-2-3-15,2 3 0 0,1 2 0 0,-3-6 0 16,0 1 0-16,1-1-2 0,-2 1 1 0,1 1 0 16,2 2 0-16,-1-5 1 0,-2 3 0 0,2-1 0 15,-2-1 2-15,1-1 2 0,0 3 7 0,-1-2 1 16,0 1 3-16,0 3-1 0,0-1 3 0,0 3-1 15,-1-3 1-15,1 1-4 0,-1-2-4 0,-1-3-4 0,2 5-3 16,-1-5 0-16,0 0 0 0,1 1-1 0,-2-1 0 16,1 2 2-16,1 1-3 0,-1 1 1 0,0-4 3 15,0 4 0-15,-1-2-3 0,2 2 3 0,-3-1-3 0,0-2 1 16,2 0 2-16,-2 3 0 0,0-4-1 0,2 0-2 16,-2 1 2-16,1 2 0 0,-1-3-1 0,0 1 2 15,-1 1-2-15,2 1 0 0,-1-1 0 0,1 0 1 16,-3-2 0-16,3 4 1 0,-1 0 1 0,0-1-1 15,-2-3 2-15,0 0 0 0,2 6 0 0,-3-7 0 16,2 2-2-16,-2-1 1 0,1-1 1 0,0-1 4 16,1 2 1-16,1-1 1 0,-4-6 3 0,4 7 1 15,0-3 1-15,-1 2-2 0,1-2-1 0,-1 1-3 16,0-1-4-16,1 2-1 0,1 0-3 0,-3 0 0 0,2 1-3 16,1 0 2-16,-2-4 0 0,2 4-3 0,-1 3 2 15,0-3 0-15,3-4-1 0,0 4 0 0,-2-3 0 16,1 2-1-16,1 0 1 0,-1 1 0 0,1-4-7 15,-3 3-4-15,1 1-6 0,2 0-4 0,-1 1-15 16,1 1-10-16,0-1-9 0,0-1-15 0,1 2-35 16,0 0-19-16,5-1-28 0,-4-1-42 0,2 5 126 15,1-2-88-15,2 7-23 0</inkml:trace>
  <inkml:trace contextRef="#ctx0" brushRef="#br3" timeOffset="-210903.48">13793 18521 197 0,'0'-2'140'0,"0"-1"-39"0,1-2-40 16,-1 2 36-16,0 0-24 0,1-2-8 0,0 1-8 16,0 1-11-16,-1-1-9 0,0 2-10 0,1 0-15 15,-1 0-4-15,1 2 2 0,2-2 1 0,-3 2 3 16,0-3 8-16,1 3 2 0,1-2 5 0,-1 0 5 16,-1 0 7-16,1 1-5 0,0 0 2 0,0 1-5 15,0-1-7-15,1 0-3 0,0 1-3 0,0 0-3 16,2 1-7-16,-4 1 0 0,1-1-3 0,-1 0 1 15,0 1 1-15,3-1 2 0,-2 0-1 0,-1 5 1 0,-3-4 0 16,3-1 1-16,0 2 1 0,0 2 0 0,2 0 0 16,-4 2-1-16,2-2-2 0,3 1 0 0,-2-1-2 15,-1 3-1-15,0-3-2 0,0 2 0 0,-1 0-3 16,0-1-1-16,-1 0 2 0,2-2-2 0,2 5 2 16,0-3-1-16,-3 0-1 0,0 4 2 0,1-6 3 15,0 4 3-15,1-1-2 0,2 0 1 0,-5-2 2 16,4 1 0-16,-2 3-1 0,2-4-2 0,-2 2-2 15,-1-1 0-15,1 0 0 0,-4-1 0 0,1 2-2 16,5-5-1-16,-2 1 1 0,0 0 3 0,0 0-1 16,1 0-2-16,-1-3 1 0,1 2 2 0,-1 1-2 15,2-1 3-15,-2 0-1 0,0-2-1 0,0 1-1 16,-2 1-2-16,1 2-5 0,2-1-9 0,-1-3-22 16,-2 3-17-16,0-1-20 0,2 0-23 0,0-1-101 15,0 2 139-15,0-2-89 0,2-1-44 0</inkml:trace>
  <inkml:trace contextRef="#ctx0" brushRef="#br3" timeOffset="-210320.05">13692 18436 355 0,'0'-2'242'16,"0"-2"-93"-16,-1 0-78 0,0 1 47 0,1-2-25 15,0 2-20-15,0 1-9 0,1 0-8 0,2-1-5 16,0 0-8-16,1 0 0 0,-4 1-1 0,3-2-2 16,1 2-6-16,-1 1 0 0,1 0-2 0,-1-1-3 15,0 1-8-15,1 1-5 0,3 0-4 0,-3 0-2 16,0 0-2-16,3 1-5 0,-3-1-3 0,6 2-1 15,0 0 1-15,-1 0-1 0,1-1 1 0,-5 1 1 0,7 1-5 16,-1-1 3-16,-1 1 0 0,-3-1 1 0,1 2 0 16,0-2-1-16,4 2-2 0,0 1-1 0,-5-1 4 15,1 2-2-15,1 2 0 0,-1-2-1 0,2 3 0 16,-5-1 2-16,1 2 1 0,-2-1 0 0,1 1 0 16,-1 0 1-16,0 1 0 0,0-2-1 0,-1 5 1 15,1-2-1-15,-1 2 0 0,0-4 0 0,1 3 0 16,-3-1 0-16,1 3-1 0,0-2 3 0,-1-2-1 0,3 0-1 15,-2 0 0-15,-2-1 2 0,1 1 1 0,0-4 6 0,0-2 4 16,-1 4 7-16,-2-4 4 0,1 0 5 0,-1-2 5 16,1 4 3-16,-2-4 6 0,0-2 0 0,0 0-3 15,3 0-3-15,-4 1 2 0,-1 0 0 0,0-3-3 16,-1 1-1-16,3 0-5 0,-5 0-3 0,2 0-2 16,1-1-2-16,-3-4-7 0,-1 2-2 0,2 0-2 15,0-3-4-15,1 1-3 0,-3-1-1 0,-1 6 0 16,2-7-2-16,1 5-1 0,-1 1 0 0,-1-1-1 15,1 2 0-15,-2 0-5 0,0-1-3 0,4 0-4 16,-3 2-5-16,0 1-6 0,5-1-7 0,3 3-20 16,-4-1-10-16,1 0-9 0,4 0-12 0,-3 5-13 0,2-5-54 15,1 5-39-15,-2 0-54 0,1-2 164 0,2 1-111 0,1 3-71 16</inkml:trace>
  <inkml:trace contextRef="#ctx0" brushRef="#br3" timeOffset="-209131.22">14188 18677 108 0,'0'-1'95'15,"-1"-5"-16"-15,1 5-30 0,0 4 35 0,0-6-3 16,0-5 1-16,0 7-2 0,0 0-10 0,0 2-4 0,0 1 4 15,0 1-8-15,-1-6-15 0,1 5-5 0,-2 1-6 0,2-3 0 16,-1-2-5-16,1-2-3 0,-1 2-7 0,0 2 0 16,1-1 4-16,0 1 3 0,0 2 1 0,0-4 0 15,0 4 6-15,0 2 3 0,-2-7-3 0,1 3 4 16,-1-1 0-16,1-2 0 0,0 2-2 0,-1 1-2 16,1-1-5-16,-2 1-5 0,2 0-1 0,0-1-5 15,-1 1-7-15,1-1-4 0,-1-2 0 0,1 3-3 16,0-2-5-16,0 2 1 0,-2 3 0 0,2 1 0 15,0-3 0-15,-1 2 1 0,2-1-2 0,-2 3 0 16,0-1 2-16,0-1-2 0,1-4 0 0,0 5 0 16,0-1 0-16,0 0 0 0,1-2-2 0,-1 1 1 15,1 1 1-15,0 0-1 0,0 1 1 0,0-4 2 0,0 2-2 16,1 2 1-16,-1-1 1 0,1-2-1 0,1 3 1 16,-1-4 1-16,2 6-2 0,0-5 1 0,-1-1 3 15,3 2-3-15,-2-1 1 0,0 3 1 0,3-4-1 16,-2 0 3-16,-1-3 2 0,2 3 2 0,-3 0 4 15,3-2 7-15,-4-1 1 0,3-1 3 0,-1 0 2 16,-2 0-1-16,-1 2 0 0,1-4-2 0,-1 2-4 16,0-1-3-16,0 0-1 0,-1 2-4 0,-2-2-2 0,-1 4-2 0,1-4 1 15,-1-1-1-15,-1 2-2 0,2 1-2 0,-2-3 0 16,-1 0 0-16,1-4-2 0,-1 2 0 0,1 0-1 16,-1 4 0-16,1-1-2 0,-1 2-2 0,3 3 2 15,0-1-4-15,-1 1-9 0,1 0-1 0,2 0-8 16,0 0-5-16,0 0-11 0,1 0-3 0,0 1-7 15,0 2-2-15,0-2-6 0,1 2-2 0,1-3 0 16,0 3 0-16,2 1-2 0,-1-3 3 0,0 2 0 16,1-3 3-16,1 0 9 0,-1 1 7 0,3 1 6 15,-4-1 5-15,3 0 13 0,-1 0 3 0,1 3 5 16,-1-5 2-16,2 2 5 0,-2 0-1 0,2 0 0 16,-2 2-1-16,2-3 2 0,-3 4 0 0,2-4 0 15,-1 3 4-15,0-1 5 0,0-1 1 0,-1 6 3 0,3-7 9 16,-3 2 5-16,2-1 2 0,-4 0-1 0,5 2 2 15,-3 2-3-15,0-5-1 0,-2 4-4 0,1-4-3 16,-2 3-5-16,2 2 1 0,4-5-2 0,-6 2 1 16,1 2 0-16,0-4-1 0,-1 0 0 0,-1 2 2 15,3-2 0-15,-3 3 1 0,0-2 3 0,0 2 1 16,0-2 3-16,0 0 2 0,2 1 5 0,0 0-2 16,-2-2 1-16,2 1 0 0,-2 3-3 0,1-4-6 15,0 0-2-15,-1 0-1 0,-1-2-5 0,1 0-3 16,0 1 1-16,-1-3-4 0,1 1 2 0,-2 1 2 15,4-3 1-15,-2 0 0 0,0-1 3 0,-2 4 3 16,2-4-1-16,0-4 1 0,-2 4-1 0,0-1 1 16,1-1-2-16,-1 4-2 0,0-2-4 0,-1-3-3 15,1 5-1-15,2-1 0 0,1-1-3 0,0 2-2 16,3-3-1-16,-2-3 0 0,3 6 0 0,0-2-1 16,0 1-1-16,2-2 2 0,-6 2 1 0,1 3-2 0,2-3 0 0,0 1 2 15,-1-2-1-15,1 1 1 0,-3 1 0 0,1-1-2 16,6-1 0-16,-4 1 1 0,0 2 0 0,1 1 0 15,-2 1 1-15,4-4-1 0,-3 3 0 0,-2 0 0 16,3 0 1-16,-3 1-1 0,3-4 1 0,1 4 0 0,-2-1 0 16,-1 1-1-16,2 1-1 0,1 0 0 0,-1 0 1 15,0 0 0-15,0 1-5 0,-3 0-5 16,5-1-3-16,-4 1-13 0,0 0-7 0,-1 3-7 16,1-1-8-16,1-1-22 0,-3 2-5 0,3 2-8 15,-3-3-8-15,1 2-23 0,1-1-12 0,1 1-20 16,0-1-25-16,-3 1 110 0,2 1-70 0,0-5-14 0</inkml:trace>
  <inkml:trace contextRef="#ctx0" brushRef="#br3" timeOffset="-207980.84">14970 18236 260 0,'-3'-2'179'0,"0"1"-62"0,1 0-61 0,0 0 37 15,1 0-12-15,-1 1-11 0,2 0-9 0,-1 0-18 16,0 0-2-16,0 0-4 0,-2 0-1 0,3 0-2 16,-2 1-2-16,-3 0-3 0,4 0 0 0,-3 0-2 15,1 0-2-15,1 3 0 0,-1-2-2 0,-1 1-5 16,3 2-2-16,0-2 2 0,-3 1 1 0,0 1-1 15,1-3-2-15,1 2-1 0,-1 1 4 0,-2-1 0 16,0 0 0-16,1 1-1 0,1-1-3 0,0 2 3 16,-3-2-1-16,2-2 1 0,1 5-6 0,-2-2 2 15,1 1 3-15,0 0 0 0,0 0 0 0,1 0 0 16,-1 1 0-16,3 2-1 0,-3-3 2 0,2 1-4 16,2 0-3-16,-1 1-3 0,-2 1 1 0,1 0-3 0,-2-1 0 15,-1 1-1-15,-1 0-1 0,2 3-1 0,-3-1 2 16,4 1 0-16,-1 1-1 0,-2-3-1 0,3 2 0 15,-4 1-1-15,6-2 0 0,-4-2 1 0,2-3-2 0,-2 3 0 16,1 0-1-16,2 0 0 0,-2-2 1 0,2 0 1 16,1 3 0-16,0 2-1 0,-1-2 0 0,1-2 1 15,1-2-1-15,1 3 0 0,1-4 0 0,0 3 2 16,-2-2-2-16,2-1-1 0,2 1 1 0,0 2 2 16,0-3-2-16,-3 4 2 0,4-3 0 0,-1-1-3 15,1 2 3-15,-1-2-2 0,-3 2 2 0,6-2-2 0,-6-2 3 16,3 1-3-16,2 0 2 0,-4 3 1 0,2-4 0 15,1-1 1-15,-2 3 0 0,-1-5 0 0,1 3-1 16,-1-2 3-16,2-1-1 0,-2-2 2 0,0 1-2 16,-1-3 3-16,0 4-2 0,5-2 2 0,-3 0-1 15,-3 0-2-15,3 0 1 0,-3-1-4 0,4 3 3 16,-3-4-3-16,2-1-1 0,-3 2 3 0,0-1-2 0,1 1 0 16,2-3 0-16,1 4 1 0,-3-3-3 0,1-1 3 15,0 5 1-15,-1-5-4 0,4 4 0 0,-4 0 0 16,1-1 0-16,0-6 0 0,-1 6 1 0,1 0-1 15,1-1 0-15,-1-2-1 0,-2 2 0 0,0 0 2 16,0 3-1-16,0 0 0 0,0-2-1 0,0-2 1 16,0 4 0-16,0 4 2 0,0-3-2 0,0-3 0 15,-1 2-1-15,0 1-2 0,-1-2 2 0,-3 2-2 16,1-2-2-16,-1-3 3 0,-1 5-2 0,2-2 2 0,2 5-2 16,-3-3 1-16,-3 1 0 0,5-1 2 0,-2 3-1 15,2 1-1-15,1 1 2 0,-2-5 0 0,-3 0 0 16,3 0 1-16,3 2-1 0,-3 1-1 0,2-4 2 15,-1 2-1-15,-2-2-1 0,2 1-3 0,0 0 2 16,-2 0 0-16,1 1 0 0,1 3 1 0,-1-3-2 16,4 3-1-16,-4-2 2 0,1 0 1 0,3 2-2 15,-3 1-1-15,1 1 2 0,0-5-2 0,0 4 1 16,1-1 1-16,1 0 0 0,-4 0 0 0,4-1 0 0,0 3 0 16,0-2 2-16,0 1 0 0,-3 0 0 0,2-3 0 15,0 1-1-15,2 3 1 0,-1 0 0 0,0-1 0 16,0-1-15-16,1-2-11 0,0 5-11 0,5-4-11 15,-6 3-43-15,3-3-23 0,1 0-31 0,-1 3-40 16,4-2 118-16,-1 0-83 0,1 2-18 16</inkml:trace>
  <inkml:trace contextRef="#ctx0" brushRef="#br3" timeOffset="-206857.22">15054 18613 154 0,'-5'5'172'0,"0"-2"-43"0,1 1-58 0,1-2 41 16,-2 4-3-16,1-3-9 0,-1-1-12 0,0 1-19 16,3-1-3-16,-4 3 3 0,3 4-4 0,-1-4-4 15,1 1-12-15,-1-4 1 0,1 6 1 0,1-3-7 16,-2 4-1-16,2-8-6 0,1 5-1 0,0-6-1 16,0 1-2-16,-1 5-6 0,2-6-2 0,0 1 0 15,-1-2-3-15,1 1-5 0,0 2 0 0,0 2-3 16,1-3 0-16,-1-1-4 0,3 0 0 0,-1 3-1 15,0 0-2-15,1-3-2 0,0 3-2 0,0-2 1 16,-1-1 1-16,1 1 0 0,-1-3-1 0,1-2 0 16,0 4 1-16,1-1 1 0,-1 1-4 0,-1-3 1 15,3 1 0-15,-2-1 0 0,0 0 1 0,0 2 1 0,2-3-1 16,-2 0-1-16,-1 1 2 0,3-1-1 0,-1 0 0 16,0 3 1-16,1-3-3 0,-1 2-1 0,-1-1 3 15,2-1-2-15,-1 2 1 0,1-2 0 0,-1-2-1 16,-1 2 0-16,2-4 1 0,-3 4 1 0,0-3 0 15,1 1 2-15,-2 1-1 0,0-2-1 0,-1 1 2 16,-1 4-1-16,0-2 0 0,0-2-1 0,-1 0-1 16,-1-1-3-16,-1 3 3 0,1 2-1 0,-1 0-1 15,-1-3 0-15,1 4 0 0,-3-5-1 0,2 5 0 16,-2-1 3-16,1-2-4 0,0-3 1 0,-1 3 0 16,0-3 1-16,2 4-2 0,0-1 1 0,0 0-1 15,0 2 0-15,1-4 1 0,0 4 0 0,-1 0-1 16,2-2 0-16,0-2-1 0,-1 4 2 0,0-3-2 15,1 1-2-15,-2 1 1 0,2 0 0 0,0-3-3 16,-2 3 1-16,4 1 1 0,-2-2-3 0,1 0 2 16,0 1-1-16,2-2 1 0,-1 2 0 0,1 2 2 0,-2-2 0 0,1 1 1 15,0-2 1-15,1 2 0 0,0 1 1 0,-1 0 0 16,1-2 0-16,0 2-3 0,0-2 2 0,1 1 1 16,1 0-3-16,-2 0 2 0,0-2-2 0,2 2-2 15,-2 0 3-15,2-1 0 0,-1 1 1 0,1-3-2 16,-2 4 2-16,1-1-1 0,0 0 0 0,2 0 2 15,0-1-2-15,0 0 1 0,-2 1-2 0,1 2 3 16,2-2 0-16,-1 0-2 0,0-1 1 0,-1 1 0 16,2 1 1-16,-2-1-1 0,0 0 1 0,0-1 0 0,1 1-2 15,0 0 2-15,-1-1 0 0,1 1-1 0,-1-1 2 16,0 1 0-16,2 0-1 0,-2 1-3 0,-1 0 3 16,1 0-1-16,2 1-1 0,-3-1-1 0,1 1-2 15,0 0 2-15,0 0 0 0,0 0 2 0,1 0-1 16,-1 0-3-16,0 0 3 0,-1 0 0 0,1 1 1 15,0 0-2-15,1 0 1 0,-1 0-1 0,0 1 0 16,0-1 2-16,0 2-2 0,-1-1 2 0,2 0 0 16,0 0-2-16,-2 0 1 0,0-1 0 0,1 3 1 15,-1-2 0-15,2 1-1 0,-2-1 1 0,0 1 0 16,-1-1 1-16,2 1 0 0,-2 0 0 0,1 1 0 16,-1-1 0-16,0 0 0 0,0 0 0 0,0 2-1 15,-1-2 0-15,1 1 1 0,-2 1-2 0,2-3-2 16,0-1 4-16,0 0-2 0,-1 6 0 0,1-1 2 15,0 2 0-15,0-1-2 0,-1-2 2 0,1 3 1 16,0-2-1-16,0-1 1 0,0-2 0 0,0 0 0 16,0 1 1-16,0-1 1 0,0 0 0 0,0-2 3 15,1 1 1-15,-1 0 0 0,1 0 1 0,-1-1 3 0,0-1 0 16,0 0-2-16,0 1 2 0,0 1-3 0,0 0 0 16,0-1 0-16,0 3-2 0,-1-3-3 0,1 0 1 15,-1-1-1-15,-1 0-2 0,1 0 2 0,0-1-3 0,1 3 0 16,-1-3-3-16,1 1-9 0,0 2-8 0,0-1-11 0,0 2-41 15,0 0-29-15,0 1-28 0,0-3-48 0,1 3 115 16,-1 0-110-16,2 0-43 0</inkml:trace>
  <inkml:trace contextRef="#ctx0" brushRef="#br3" timeOffset="-206186.76">15197 18814 476 0,'1'-7'233'0,"-1"5"-130"0,0-2-60 16,0 1 25-16,1 2-1 0,-1-3-4 15,0 0-4-15,2 4-9 0,-2-2 2 0,0 0 4 0,0 1-5 16,0-2-5-16,0 3-4 0,2-1-4 0,-2 2-4 16,0-2-7-16,0 1-5 0,0-3-6 0,-1 4-1 15,2-1-7-15,-2 2-1 0,-3-2 0 0,1 0-2 16,2 0 0-16,-2 0 2 0,1 2 2 0,2-4 2 15,-3 2 2-15,3 0-1 0,0 0 2 0,0 2 2 16,0-2-5-16,0 1 0 0,-1 1-1 0,1 0-1 16,-2 0-3-16,1 1 2 0,1-1-2 0,-1-1 1 15,1 0 1-15,-1-1 1 0,0 0 1 0,0 0 3 16,1 0 6-16,0-1-1 0,0 1-1 0,0-3 4 16,1 3-2-16,1-1 0 0,2 1-3 0,-3-3-3 15,3 3-4-15,-2 0-3 0,1-1 1 0,0-1-6 16,-2 0 1-16,2-1 0 0,-3-2-1 0,7 5 1 0,-7-4-1 15,3 2 1-15,-3-2 0 0,1 2 0 16,0 1 1-16,1 1-3 0,0-2-1 0,-2 0-19 16,0 1-11-16,2 1-18 0,2-3-21 0,-4 3-81 0,1-3-66 15,0 3 150-15,-1 2-115 0,0-2-72 0</inkml:trace>
  <inkml:trace contextRef="#ctx0" brushRef="#br3" timeOffset="-205202.79">15370 18407 427 0,'-6'-1'282'0,"2"-2"-135"15,0-1-93-15,4 0 86 0,-3 0-107 16,3 2 0-16,2-2 0 0,-2 2 10 0,1 1-2 0,-1-2 1 16,-1 1 4-16,1-1 5 0,0 1 7 0,-1 0-1 15,0 1-4-15,-3 0-13 0,4-1-2 16,0 0-3-16,-2 0-7 0,2 1-6 0,0 0-9 0,-1 0-4 15,2 0-1-15,4-1-2 0,-2 2-3 0,0-1-1 16,1 0 0-16,-3-2 3 0,2 1-3 0,1 0 3 16,-2 1-4-16,-2-1 2 0,4 0-2 15,-1-1 0-15,3 2 1 0,-6 0-2 0,3 0 1 0,0 1-2 16,0 0 1-16,1-1 0 0,-2 1 0 0,0 0 0 16,4 0 1-16,-4 0-1 0,1 0 0 0,1 0 3 15,-1 1-3-15,-1 0 0 0,1 1 1 0,-1 1 1 16,1-1 0-16,1 1 2 0,-1 0-1 0,0 0 1 15,0 1 1-15,-3 0 4 0,4 0 1 0,-4 1 3 16,1 1 1-16,1-1-1 0,-2 2 1 0,1-2 2 16,0 4-1-16,0-3-2 0,-1 1-4 0,0 2-1 15,0-2-3-15,0 2 2 0,0 2-4 0,0-1-2 0,0 1 1 16,0 0-1-16,2 0 1 0,-2-4-2 0,0 8 3 16,1-1-3-16,0-4 4 0,-1 2-3 0,0-3 2 0,0-2-1 15,0 3 0-15,0 1 1 0,0-4 0 0,0-3 1 16,-1 1-1-16,0 2 2 0,-1 1 0 0,1 0 0 15,0-5 3-15,-2 3-1 0,1-6-3 0,1 5 4 16,-1-2-2-16,-1-3 0 0,-1 3 0 0,2-2-1 0,-2-1-2 16,3 2 3-16,-4 3-1 0,3-5-1 0,-3 0 1 15,0-2 0-15,2 3-1 0,0-2 0 0,-3 1 0 16,3 0-4-16,-3-4 0 0,2 5-2 0,3 3-6 16,-3-4-2-16,0-5-5 0,1 4-3 0,0-1-3 15,-2-1-4-15,3 1-6 0,1-2-1 0,-1 0 2 16,0 1 4-16,-2 3 2 0,2-3 2 0,2 1 3 15,0-1 3-15,0 2 9 0,0 0 2 0,-1-1-1 16,1-3 0-16,3 1 2 0,1-2 0 0,-4 4-1 16,2 0 3-16,3-5-3 0,-1 4 2 0,1 0 0 15,-2 0 0-15,3 3 0 0,-3 0 0 0,4-2 2 16,-3 4 0-16,1-2 1 0,-1 0 0 0,0 0 6 16,1-2 1-16,0 2 1 0,-2 0 5 0,2-1 4 15,0 2-1-15,-1 3 2 0,-2-3 3 0,2 0-2 16,-2-1 0-16,1 4 0 0,0-4-3 0,-1 1-3 0,1 3-2 0,-2-3 1 15,4 2-3-15,-3-1-2 0,-1-1 0 0,2-1-1 16,-2 4 0-16,2-1 0 0,-2-2-1 0,0 1 0 16,2 3 2-16,-1-4-1 0,0 2 0 0,0-1 0 15,0-1 0-15,0 1-1 0,0 1 1 0,1-2-2 16,-1-1 0-16,0 2 0 0,-1 0-2 0,2 1 0 16,-1 2 1-16,0-5-1 0,1 2 2 0,0 0-1 15,-1-2-1-15,0 2 1 0,0-2 1 0,1 4-1 16,-2-3 0-16,1-1-1 0,-1 2-4 0,1 0-6 0,0 3-5 15,-2 1-15-15,2-3-8 0,2 0-10 16,-4-1-13-16,0 3-11 0,0-5-15 0,0 5-55 16,0-2-40-16,0-3-49 0,0 0 152 0,0 1-111 0,0 0-74 15</inkml:trace>
  <inkml:trace contextRef="#ctx0" brushRef="#br3" timeOffset="-204248.26">15648 18383 324 0,'0'0'183'0,"-2"0"-79"0,0 0-50 0,0 1 30 16,0-1-2-16,1 2-4 0,-1-2-5 0,0 2-4 15,0-1-1-15,1 2-1 0,-2-1-3 0,2 1-8 16,-1 0-5-16,-1 0-7 0,-1 0-1 0,1 2-4 16,1-3-2-16,1 2-7 0,-2-2-1 0,1 2-1 15,1 0-2-15,1-1-1 0,0-1-1 0,-1 3-2 16,1 0 0-16,0 0-2 0,0 1 1 0,-1-1 0 0,1 1 1 15,0 0-2-15,0-1-1 0,0 0-2 0,0 0-1 16,0 1-1-16,1-1-2 0,0 2-1 0,0-1-1 16,0 0-2-16,0 1 0 0,-1-1 1 0,3-1-2 15,-2 3-1-15,1-3-1 0,-2-1-2 0,0 5 1 16,1-2-2-16,0 2 0 0,-1-2 0 0,0-1 2 16,0 1-1-16,1-4-2 0,3 2 2 0,-4-1 0 15,1-3 0-15,1 0 1 0,0 1-1 0,0 2-1 16,0 2 1-16,1-2 3 0,-1-4 0 0,0 2 0 15,1 5 0-15,-1-4-1 0,2-1 0 0,-1 1 0 16,1-3-2-16,1 2 0 0,-3 1 1 0,3 0-2 16,0-4-1-16,0 2 2 0,-3 0-1 0,4-1 2 15,-4 2 1-15,2-2 0 0,0 0 1 0,-2-2-2 16,0 2 1-16,1 0-1 0,1 2 1 0,-1-2-3 16,-1-3 0-16,3 3 0 0,-3-4-2 0,5 2 2 0,-2-1 1 15,-2 0-3-15,1-3 3 0,2 1-2 0,-2-1 1 16,2 3-1-16,0-1 0 0,-2 1 1 0,2-3-2 15,1-1 2-15,-2 1-2 0,1 4 1 0,-3-3-1 16,0 4 1-16,0-4 0 0,-2 0-1 16,0 3 0-16,0 0-1 0,-1 2-2 0,3-2 2 0,-2-1-2 15,-2-4 1-15,1 7-1 0,0 0 0 0,-3 0-2 16,3 0 2-16,0-4 1 0,-3 2-2 0,3 1-1 16,-5 1 0-16,3-1-1 0,-1-4 1 0,-3 3-1 0,1 1 0 15,-1 1-1-15,3 0 1 0,-1 1 0 0,-2-1 1 16,3-1 1-16,0 1-2 0,-1 1 4 0,2-1-1 15,-2 1 1-15,-3-1 1 0,2 0 0 0,1 2-1 0,0 2 1 16,0-5 0-16,-1 2 0 0,2 0 0 0,0-1-3 16,-1 1-1-16,1-1 1 0,0 1 1 0,-1 1-1 15,1 0-1-15,1 3-1 0,-2-1 1 0,0-3 0 16,1 5 1-16,0-3 0 0,-2 0 1 0,2-1 0 16,-1 2 0-16,0-1 0 0,1-1 1 0,-1 5 0 15,3-5 0-15,-1 3 0 0,-1 3 0 0,2-2 0 16,0-2 1-16,0-1-2 0,0 3 1 0,1 0 1 15,0-2 1-15,0-2-1 0,1 0 0 0,-1 2-1 16,2 1 1-16,-2-4 1 0,2 1-1 0,0-1 2 16,-2 0-1-16,2 1 0 0,-1 2 1 0,1-4-2 0,1 2 2 15,2 2 1-15,-4-1-2 0,1 0 1 16,0-2-3-16,3-1-2 0,-2 0-5 0,1 2-14 16,1-2-8-16,-1 1-9 0,1-2-9 0,0 1-10 0,-1 1-14 15,-1 0-43-15,1-1-17 0,-1 1-23 0,-1 0-33 16,-2-2 118-16,6 1-111 0,0-2-40 0</inkml:trace>
  <inkml:trace contextRef="#ctx0" brushRef="#br3" timeOffset="-203069.35">15881 18330 300 0,'-6'0'150'0,"3"0"-75"0,-1 0-42 0,3 0 31 16,-2 1 8-16,2-1 8 0,0 1 5 0,0-1 5 15,0 0 1-15,0 1 2 0,0-1 5 0,1 0-13 16,-2 1-7-16,1-1-8 0,-2 0-7 0,1 1-15 16,0-1-5-16,2 0-6 0,-3 0-7 0,1 0-9 15,0 1-4-15,0 0-1 0,0 0-4 0,2-1-4 16,-1 3 1-16,0-3 1 0,1 2-1 0,0-2 2 16,0 1-2-16,-2 0-3 0,2 0 2 0,-4 0-1 15,1 1 0-15,2-1-2 0,-2 0 1 0,2 2-2 16,0-2 1-16,1 0 1 0,0 1 0 0,1-1-3 15,0 1 1-15,-1-1 2 0,3 2-1 0,0-1-3 16,1 0 1-16,-1-1 1 0,-1 1-1 0,2-1 1 16,2 0 0-16,-2-1-1 0,0 0 1 0,1 0 3 15,-1-1-2-15,2 1 1 0,-3-2 0 0,1 0-1 16,0 0 0-16,0 0-1 0,1-1 0 0,-2 1 1 0,1-1-1 16,-1 1-1-16,0 0-1 0,0-2 2 0,0 1-3 15,0 1 2-15,1 0 0 0,-2-1-2 0,0 1 0 16,2 0 0-16,-2 0 1 0,0 0 1 0,0-1-1 15,0 0-2-15,1 1 0 0,-2 0 1 16,2 2-1-16,-1-2 2 0,-1-1-2 0,1 3-1 0,2-1-1 16,-3 1 2-16,2 0 0 0,-1-1-2 0,0 0 2 15,0 1-2-15,0 0 1 0,0-1 1 0,-1 1-1 16,1-1 0-16,-1 1 0 0,0 0 0 0,1 0 1 0,0 0-1 16,-2 0-3-16,1 1 1 0,-1 0 2 0,2 0-2 0,-2 0 2 15,0-1-1-15,1 3-1 0,-1-1 1 0,0 1 2 16,0 0-1-16,0 1 1 0,-1-1 0 0,1 2-2 15,0 0 1-15,-2-2 1 0,1 2 0 0,0-1-1 16,0 1 1-16,-2 0-2 0,1-1 2 0,0 1-1 16,-1 1 1-16,-2-2-1 0,2 2 1 0,-1-1 0 15,-1 2-1-15,2-1 1 0,-1 0-1 0,-1 2 2 16,1-1-1-16,1 0 0 0,-1-1 2 0,1 1 1 16,0 2-1-16,-2 1 5 0,2-2 1 0,0-1 0 15,1 2 2-15,0-4 1 0,-2 6 0 0,0-4-1 16,-1-1-1-16,2-1-2 0,2-1 0 0,-3 1-2 15,0 2-1-15,1-2 0 0,1 1-3 0,1-2 0 16,0 4 2-16,-1-4-2 0,2 2 0 0,0-1-8 16,0 1-3-16,2-1-6 0,0-4-7 0,1 3-17 0,0 0-10 15,4-4-10-15,-5 2-10 0,2-1-13 0,2 0-1 16,-3-1-2-16,2 3 4 0,-3-5 13 0,0 2 10 16,1-1 7-16,-1-1 13 0,1 0 21 0,0-2 4 15,1 4 7-15,-3-1 2 0,4-1 5 0,-3 0 2 0,0-2 4 16,0 4-3-16,1 0 1 0,-1-2 0 0,0-1 2 15,-2-1-1-15,0 3-1 0,1 0 2 0,-1 1 2 16,0 0 2-16,0 2 10 0,0 2 3 0,-1-2 3 16,1-2 8-16,-3 3 12 0,2 0 5 0,-2-5 1 15,1 2 2-15,-2 0 1 0,3 0 0 0,-3 3-3 0,1-1-7 16,2-2-8-16,0 5-6 0,-2-2-3 0,0-2-3 16,2 2-7-16,0-1-3 0,0 1-2 0,0-1 2 15,1 0-1-15,-1 3-1 0,1-4 0 0,-2 4-1 16,2-5 0-16,0 0-2 0,2 3 1 0,-1-3-4 15,0 2-1-15,-1 3-2 0,3-2 1 0,0 0-1 16,-2 0-4-16,1-1 1 0,-1 1 1 0,1 4 1 16,0-2-2-16,1 0 1 0,-1-1-2 0,1 0 1 15,-1 3 1-15,2-4 1 0,0 2-2 0,-2-4 2 16,0 1 0-16,2 0 1 0,-2-2 0 0,1 1 2 16,-1 0 1-16,0 0 2 0,2-4 4 0,-2 3 5 15,-1 0 1-15,0 0 3 0,2-2 2 0,0-2 2 16,-2-3 0-16,0 4-3 0,1-3-4 0,0 4-4 15,1-7-1-15,-1 5-4 0,-1-2-2 0,0 1-6 16,1 2-2-16,-2-1-5 0,1 0-7 0,-1-3-24 16,1 3-18-16,-1 0-18 0,0 0-22 0,-1 0-123 15,1-3 158-15,-1 0-99 0,-2 2-53 0</inkml:trace>
  <inkml:trace contextRef="#ctx0" brushRef="#br3" timeOffset="-201366.91">12932 18342 121 0,'-1'-1'94'0,"3"-1"-31"0,-2 1-32 16,-3 1 15-16,3-1-9 0,-1 0-15 15,0 1-5-15,1-1-4 0,1 1-5 0,-1 0 1 0,1 0 0 0,-3 0 9 16,2 0 3-16,0 0 1 0,0 0 2 0,0 0 0 15,-2 0 0-15,1 0-4 0,0 0-1 0,1 0-4 16,4 0 0-16,-6-1 2 0,2 1 0 0,2 0-2 16,-1-1 0-16,0 1 2 0,-1 0 1 0,0-1-3 15,-1 1 1-15,1 0 5 0,-1 0-2 0,-1-1 4 0,2 1 0 16,-1 0 0-16,1 0 0 0,0 0-1 0,1 0-1 16,-1 0-6-16,0 0 0 0,-1 0 0 0,0 0-1 15,1 0 2-15,-2 0-1 0,2-1-1 0,0 1 1 16,0-2-2-16,2 2 1 0,0-1-4 0,0 1 2 15,-1 0-4-15,-1 0-4 0,-1 1 3 0,-1 1-5 16,2-1 2-16,-4 0-1 0,3 0-1 0,-2 0 2 16,2 1-4-16,1-1 4 0,0 1 0 0,1 0 0 0,-2-1 0 15,1 1 3-15,-2 0 0 0,2-1 0 0,0 0 3 16,-3 1 3-16,1-1 0 0,0 1 3 0,0-1 4 16,1 0 0-16,1 1 3 0,-3-1 0 0,2 0 3 15,-3 1 0-15,1-2-2 0,1 1-2 0,-1 1-1 16,0-2-4-16,-1 0-1 0,1 0-1 0,0 0-5 15,1 2 0-15,1 0-2 0,-3-1 2 0,3 0-3 16,0-1 2-16,0 0 0 0,1 1-1 0,-2-1 1 0,2 0-1 16,-2 0 1-16,2 1-1 0,-1-1-1 0,0 1-2 15,-2 0 1-15,2-1 0 0,-2 2-4 0,1-1 0 16,0 0 0-16,0-1-1 0,2 0 1 0,0 1 0 16,0-1-2-16,-3 1 0 0,2-1 2 0,-2 0 0 15,0 0-2-15,3 1 0 0,-3-1-1 0,1 0 1 16,-1 1 1-16,2 0-2 0,-1-1 1 0,0 2 0 15,-1-1 0-15,0 1 0 0,2-1 1 0,-1 1-1 16,0-1 0-16,-1 1 1 0,2-1-2 0,1 1 1 0,-2 1 0 16,2-2-1-16,-1 0-1 0,1 0 1 0,0 1-1 15,0-1 2-15,0 0 0 0,-1 0 0 0,1 0-1 16,0 2-1-16,0-2 4 0,0 1-1 0,0-1 1 0,0 0-2 16,2 2 0-16,0 0-1 0,-1-1 2 0,-1-1-1 15,3 0-23-15,-1 0-13 0,1 0-19 0,1 0-23 16,0-1-122-16,2 1 152 0,1 2-100 0,2-2-58 15</inkml:trace>
  <inkml:trace contextRef="#ctx0" brushRef="#br3" timeOffset="-200485.88">12699 18950 137 0,'-2'-5'92'0,"2"3"-33"0,0 1-35 0,0-2 19 16,-3 0-12-16,2 1-6 0,-2 0-15 0,2-2-6 0,0 2-4 16,0-2 1-16,1 1-2 0,0 0 0 0,0 1-2 15,0 0-2-15,0 0-3 0,0-1-2 0,0 0-5 16,0-1 1-16,-3 2 0 0,3-1-4 0,-1-1-10 15,0 1-6-15,1 1-7 0,0 1 27 0,-2-3-21 16,2 2-13-16</inkml:trace>
  <inkml:trace contextRef="#ctx0" brushRef="#br3" timeOffset="-199819.11">12672 18841 242 0,'-2'-1'191'16,"0"1"-54"-16,1-1-69 0,0 0 46 0,-1-2-14 15,2 2-13-15,-1 0-12 0,-1-1-27 0,2 0-4 16,-1 2-5-16,1-2-4 0,0-1-8 0,0 2-1 16,0-1 1-16,0 1 0 0,1 1 1 0,-1-3 0 0,0 3 0 15,0 0 2-15,0 0-5 0,0 0-1 0,0 0 5 16,2 0-2-16,-1 1-2 0,0-1 1 0,-1 1 1 0,0-2 3 15,1 0 3-15,0 0 1 0,0 1-5 0,-1-1 0 16,0 1 2-16,3 0-2 0,0 0-2 0,-3-3-7 16,3 5 0-16,-2-2-2 0,3-3-2 0,0 3 0 15,-1-3 0-15,1 1 0 0,0 1 0 0,0 1 2 16,0-4 0-16,0 3-1 0,3 1 0 0,-4 0-1 16,3 0-5-16,1-2 0 0,-3 0-2 0,2 0 1 15,3 2-3-15,-4-3-1 0,2 0 0 0,-1 1 0 0,0 1-3 16,0 0 1-16,1 1 0 0,-2 0-2 0,1 0-1 15,-2 0-1-15,6 3 2 0,-5 1-2 0,2-2 2 16,2 1-1-16,-3-2 0 0,2 0 0 0,0-1-1 16,2 2 0-16,-5-2 1 0,-1-1 1 0,3 1-3 15,-4 0 1-15,4 2 1 0,-3 1 1 0,3-1-1 16,-5 0 0-16,1 0 0 0,3-2 0 0,-2 4 2 16,-2-2-3-16,-1-1 2 0,4-1 0 0,-3 1 0 15,2-1 2-15,-4 0-3 0,0 1 3 0,1-2-3 16,-1 1 3-16,2 0-2 0,-1 0 2 0,-2-1 1 15,3 1-1-15,1 0 2 0,0 0 0 0,-2 1 3 16,0-1-1-16,2 1 3 0,-3-1-1 0,1 0-1 0,1 0 0 16,-2 0 0-16,0-3 0 0,0 3-1 0,1-1-2 15,-1-2 1-15,1 1-1 0,0 2-2 0,0-2 1 0,0 2 0 16,1 0 0-16,-2-2-4 0,0 1 1 0,3-1-1 16,-3 0 1-16,0-1 1 0,0 0-1 0,0 1-2 15,0 2 0-15,3 0 1 0,-1 0 0 0,-2-1-1 16,0 0-2-16,1 1-4 0,0-3-2 0,-1 3-5 15,3 0-4-15,-3-2-12 0,1 2-8 0,1 1-6 16,2-1-7-16,-4 2-14 0,2 0-6 0,1-2-3 16,-2 0-5-16,1 1-9 0,-1-1-4 0,0 3-11 15,-1-1-17-15,0 0 78 0,0 4-45 0,-1 0-7 0</inkml:trace>
  <inkml:trace contextRef="#ctx0" brushRef="#br3" timeOffset="-198978.59">12953 18723 78 0,'-2'-5'40'0,"2"0"-21"16,0 3-16-16,0-3 4 0,0 2-8 0,0 3-5 15,0-1-7-15,0-1-8 0,1-2 14 0,-1 5-10 16,-1-1-4-16</inkml:trace>
  <inkml:trace contextRef="#ctx0" brushRef="#br3" timeOffset="-198810.81">12940 18672 119 0,'0'-3'95'0,"1"3"-19"0,-1 0-36 0,0-1 20 15,-1-1-7-15,1 0-6 0,0 3-6 0,0 3-18 16,0-3-8-16,0-4-8 0,-2 3-1 0,5 3-4 15,-3-3-2-15,0-1 0 0,-1-1-3 0,-1 2 3 16,2 1 0-16,0-1 0 0,0-1 0 0,0 0 0 0,0 3-1 16,0 2 2-16,0 1-3 0,2-6-8 0,-2 5-8 15,-2 4-7-15,2-6-31 0,-1 0-15 0,0 1 48 16,0-1-40-16,-2 0-16 0</inkml:trace>
  <inkml:trace contextRef="#ctx0" brushRef="#br3" timeOffset="-198248.36">12921 18706 235 0,'-2'-1'167'0,"2"2"-57"0,1-2-57 16,-2 2 36-16,1-1-32 0,2 1-10 0,-2-2-8 16,1 0-10-16,-2 1-14 0,-1 0-3 0,0 0-3 0,0 0 8 15,1-1 5-15,-1 1 2 0,-2 0 4 0,3 1 5 0,1-1 8 16,2 3 5-16,1-3 1 0,0 4-3 0,-1-3-1 15,-1 0 3-15,-4 2-6 0,3-3-1 0,0 1-7 16,0 3-3-16,-2-3-1 0,-2 1-4 0,0 0 1 16,4 0-3-16,1-2 0 0,0 0 2 0,-3 0-1 15,2 0 0-15,2 5-1 0,-3-5-2 0,1 2-1 16,0 2-2-16,0-1 0 0,0 0-1 0,0 0-1 16,0-1 3-16,-3-1-1 0,5 4 3 0,-2-4 0 15,0 1 1-15,-3 0 3 0,2 2-2 0,1-1-1 16,0-1-3-16,-2 2 3 0,0-2-3 0,0 2-1 15,-1 0-3-15,2-2 0 0,1 0-3 0,0 2 0 16,-1-2 0-16,1-1-3 0,-3 3 0 0,2-3-2 16,0 1-1-16,-1 1-1 0,1 0 0 0,1 0-2 15,-4 3 1-15,2-4-2 0,1 0 1 0,1 3 1 16,0-3-1-16,-2 0-1 0,2 0 3 0,0-2-2 16,0 2 0-16,0-1 1 0,0 1 0 0,-2-1-2 15,2 0 2-15,3 0-1 0,-3 0 0 0,0 0 1 0,0 1-1 16,0 0-2-16,0-2 1 0,0 0 1 0,-2 2-1 15,2-1 0-15,-1 0 1 0,1-1-1 0,1 1 1 0,-2-1-1 16,-1 0 1-16,2 2 0 0,-1-2 0 0,0 0 3 16,0 1-4-16,1-1 2 0,-2 0 1 0,2 0 0 15,2 0-2-15,-1 0 3 0,0 0-1 0,0-1-1 0,-1 1 2 16,0-1-2-16,0 0 1 0,-1 1-1 0,-1 0 1 16,0 0-6-16,0 0-8 0,6 0-6 0,-4 0-7 15,-2 0-31-15,2 0-18 0,0-1-22 0,2 0-25 16,1 1-111-16,-4-1 162 0,-1 1-103 0,2 0-49 15</inkml:trace>
  <inkml:trace contextRef="#ctx0" brushRef="#br0" timeOffset="-147496.78">13522 14146 190 0,'-3'-3'98'0,"1"1"-51"0,0-1-29 16,2 3 5-16,0-1-2 0,0 0-5 0,0-2-4 16,0 3-4-16,3 0-1 0,-3-1 4 0,0-1-2 15,0-2 4-15,0 3-3 0,0 0 0 0,0 0-1 16,0 1 0-16,-1-1-2 0,3 1-3 0,-1-1 3 15,0 0-1-15,2-1 3 0,-2 0 7 0,2-1 2 16,-3 2 3-16,2 0 6 0,-2 1 7 0,1-2-2 16,0 2 3-16,-1 0 2 0,0-1-2 0,0 0 0 0,0-1-2 15,0 4-4-15,0-4-3 0,-1 2 0 0,1 0-2 16,0 0-6-16,0 0 0 0,-1 0-1 0,1 2 0 16,1-2-1-16,-1 0-4 0,1 0 0 0,-1 0-3 15,0 1 5-15,0-1-2 0,0 0 0 0,0-1-1 16,0 1 5-16,-1-2 4 0,1 2 1 0,0-1 3 15,0 0-2-15,0 0-1 0,-1 1 1 0,1 0-1 16,0 0-4-16,0-2-5 0,0 2-1 0,-1-1-3 16,1-1 1-16,0 2-3 0,0-2-1 0,0-1 0 15,0 1-2-15,0 1 1 0,0 0 0 0,1-1 1 16,-1 1-1-16,0-2-1 0,2 2-1 0,-2 0-1 16,0 0 3-16,1-1-1 0,-1 0-2 0,2 1-1 0,0 0-1 15,-1 0 1-15,-1-1 0 0,2 1 2 0,-1-1-2 0,1 1 0 16,-1-1 0-16,0 0 2 0,-1-1-1 0,3 2 1 15,-2-2 0-15,1 1-1 0,-2 1-1 0,0 0 0 16,0-1 2-16,0-3-2 0,1 3 0 0,-1-1 0 16,1-2 0-16,1 0-1 0,-1 2 1 0,1-2 0 15,1 1 0-15,-1 1 1 0,0-2 1 0,0 0-2 16,1 0 0-16,-1 2 0 0,1-2 0 0,-1-1 1 16,0 1-1-16,2-1-1 0,-1 2-2 0,-1 0 3 15,1 1 0-15,0-2 0 0,0 1 0 0,0 1-1 16,-1-1 1-16,1-1 2 0,-1 1 0 0,1-2-3 15,-1 2 1-15,2 0 0 0,-2 0 0 0,0 0 0 16,0-1-1-16,0 1 1 0,-1 2 0 0,2 0-1 16,-2-2 1-16,0 0 0 0,2 1-2 0,-2 1 1 15,1-4 1-15,-1 2-1 0,2 0-2 0,0 0 3 0,-1 2 0 16,0 1 0-16,2-2 0 0,-2 1 0 0,1-1 0 16,-1 3-1-16,0-2 1 0,1 1 0 0,-2-1-1 15,0 1-1-15,-1-1 1 0,2 2 0 0,-1 0 0 16,-1 0 1-16,1 1-2 0,0-1 1 0,0 1 1 15,-1 0-1-15,1 1 0 0,-1-1 1 0,0 0 0 0,2-1-1 16,-2 0-1-16,0 1 2 0,0-1-2 0,0 1 1 0,0 2 0 16,0-1 1-16,1 0-1 0,-1 0 1 0,0 0 1 15,0 3-2-15,0-2 0 0,0 0 1 0,0 1 0 16,0-1 0-16,1 1 0 0,-1 0-1 0,0 0 1 16,2-1 0-16,-2 0 0 0,1 2 0 0,0-2 0 15,-1 0-1-15,1 1 0 0,-1 0 1 0,1-1-1 16,-1 2 1-16,0-2-1 0,0 0 0 0,0 2-1 15,0-1 3-15,1-1 0 0,1 2 0 0,-1-1 0 16,0 1 0-16,-1-2 0 0,0 1 2 0,1 1-1 16,-1 0-1-16,2 1-1 0,-1-2 0 0,-1 1 2 15,2 2 0-15,-2-3-1 0,1 2 0 0,0-1 4 16,-1 0-1-16,0-1 0 0,2 3 2 0,-2-3-2 16,1 3 0-16,0-2 2 0,1 0-1 0,-2 1-4 15,0-1 2-15,1 1 0 0,-1-3-2 0,0 3 1 16,0-3 0-16,1 0-2 0,-1 1 0 0,0-2 1 15,0-1-1-15,-1 2 0 0,1-1 1 0,-1 0-1 0,1 0-1 16,0 1 2-16,0 0-1 0,0 0 0 0,0 0 0 16,0-1 1-16,0 1-1 0,0 0 0 15,0 1 1-15,0 0 0 0,0-1 0 0,0 1 0 16,0-1 0-16,1 0-1 0,-1 0 0 0,1 2 0 16,0-3 0-16,-1-1-1 0,0 2-8 0,1 1-6 0,0-1-4 15,1-1-9-15,-1 1-18 0,-1 1-18 0,1-2-15 16,0 2-19-16,1-3 62 0,0 0-44 0,0 2-10 15</inkml:trace>
  <inkml:trace contextRef="#ctx0" brushRef="#br0" timeOffset="-140210.85">13797 13934 45 0,'0'0'31'0,"0"-3"-14"0,1 2-12 0,0 0 7 15,-1 0-5-15,0 1-6 0,0-1-2 0,0 1-1 16,0-1 3-16,0 0-1 0,0 1 0 0,0 0 3 16,0-2-5-16,2-1 2 0,0 2 0 0,-2 0 1 15,0 1-2-15,3-1 1 0,-2 0 0 0,1 1-2 16,-1-1 2-16,2 1 0 0,-2-1 0 0,2-1-1 15,-2 2 1-15,1-4 0 0,-2 1 3 0,4 0 2 16,-4 0 2-16,1 0 2 0,-1 2 2 0,0-1 8 16,0-1-1-16,0 2 1 0,1 0-1 0,-1-2 5 15,0 3-2-15,2-1-1 0,-1 0 0 0,-1 0-5 16,3 0 2-16,-3 1-1 0,4-1 1 0,-5 1-8 16,-1 0 3-16,5 0-3 0,-6-1-1 0,3 1-2 0,-1 0-3 15,1 0-2-15,-2 0-1 0,4 0 2 0,-2 0-1 16,0 1-1-16,3 0-1 0,-1-1 3 0,-1 0 1 15,2 0 2-15,-2 0 3 0,1-1 2 0,-2 0 0 16,0 1 2-16,1-1 2 0,-1 1-2 0,0 0 1 16,0 0 1-16,3 0-3 0,-3 0 3 0,0 0 0 15,-4 0 0-15,4 0 3 0,1 0 1 0,-2 0-1 0,0 0 2 16,-4 1 0-16,7-1-3 0,-1 0 0 0,-1 0-1 0,0 0-1 16,0 0-4-16,2 0 1 0,-2 0-3 0,6 1-1 15,-6-1 1-15,3 0-2 0,1 2 0 0,-4-2 0 16,-1 0 2-16,1 1 2 0,0-1-2 0,-4 0 1 15,4 2 4-15,-2-2 0 0,-3 0 3 0,5 0-3 16,3 1 1-16,-3 1-2 0,0 1-2 0,2-2 1 16,0 0-4-16,0 1 1 0,-2 2-1 0,0-2-1 15,1 0-2-15,0 0 1 0,-1-2 0 0,0 2-2 16,-1-1 0-16,2 0-1 0,4 1 0 0,-4-1-1 16,-1-1 0-16,0 2-1 0,0 0 0 0,2 0 1 15,0 2-1-15,-2-3 1 0,1 2-1 0,1-2 1 16,-2 1 0-16,3 0 2 0,0-1-1 0,-3 2-2 0,0-2 2 15,0 0-2-15,1 1 0 0,-1 0 0 0,0-1 0 16,1 2 0-16,1-1-1 0,2-1 1 0,-2 1 0 16,-2-1 3-16,-2 0 2 0,3 0 2 0,0 0 2 15,-1 0 2-15,-1-1 1 0,0 2 1 0,1-1-3 16,0 0 1-16,1 0-2 0,-1 0-4 0,1 0-1 16,3 1-1-16,1 0-1 0,-3 1-1 0,-2-1-1 15,2-1 1-15,1 1-1 0,-1-1 1 0,-2-1 0 0,0 3-1 16,4 1 0-16,-4-2 0 0,3-1 0 0,-1 1 1 15,-3 0-1-15,3 3 0 0,-1-4 0 0,2 0 0 16,-3 0 1-16,1 2-1 0,-2-2 2 0,2 2 2 0,2 0 2 16,-3-2-3-16,0 1 2 0,-2 0 2 0,0 0-3 15,3 0 2-15,-1 2-3 0,0-1-1 0,1 0-1 16,-1 1 1-16,0-2-1 0,0 2 1 0,-1 0 3 16,-2-1-1-16,3-1 5 0,-2 2 1 0,-1-1 2 15,1-1-2-15,2 2 2 0,0 0-2 0,-2 0 0 16,2 0-2-16,-1-1-2 0,-2 1-3 0,2-1-1 15,1 1 0-15,0-2 1 0,1 0-1 0,-1 0 1 16,0 0-1-16,0 1 1 0,0-1-1 0,0 0 2 16,-1-1-1-16,0 1 0 0,1 0 2 0,0-2-1 0,-1 1 5 15,0 1-4-15,-1-1 5 0,-5-1-3 0,9 1 3 16,-5 0 0-16,4 1 0 0,0 0-2 0,-1-2-1 16,1 1 1-16,3 0-3 0,0 1 1 0,-4-2 0 15,0 0-3-15,0 1 0 0,2-1 1 0,2 2-1 16,-4-2 2-16,0 0 2 0,0-1 0 0,0 1 1 15,0 0 3-15,-2 0-1 0,4 0-1 0,-5-1 1 16,3 1-5-16,0 0 1 0,1 0-2 0,-1 0 0 16,3 0-3-16,-3 0 1 0,-1 0-1 0,1 0-1 15,0 0 2-15,0 1-1 0,0-1 1 0,0 0-2 16,1 0 0-16,-4 0-1 0,2 0 1 0,1 0 0 16,0 0 0-16,-1-1 1 0,-1 1-2 0,1 0 1 15,1-1 0-15,0-1 2 0,0 2-1 0,0 0 0 16,0-1 2-16,1 0-2 0,0 1 3 0,-1-1-2 15,0 0 0-15,5 0 0 0,-7 0 0 0,2 1 2 16,0-1-3-16,0 0 1 0,4 1-2 0,0-1 2 0,-4 1 0 16,-1-2-2-16,2 2 2 0,1-1-2 0,-2 0 1 15,0 0-1-15,-1-1 2 0,2 2-3 0,0-2 1 0,2 1 0 16,-2-1 0-16,-1-1 0 0,0 1 0 0,0 1 0 16,0-1 2-16,1-1-2 0,-1 1 3 0,0-1-3 15,0 1 0-15,2 1 1 0,-2-1 0 0,1-2-1 16,-1 2 0-16,0-1 0 0,0 0 0 0,4-1 0 15,-3 1 0-15,2 0 1 0,-2 0-1 0,2-1 0 16,-1 1 0-16,2 0-2 0,-3 0 2 0,0-1 1 16,1 1-1-16,1-2-2 0,-1 2 2 0,1 0 0 15,-1-1 1-15,1 0 1 0,-1 3-1 0,0-1-1 16,2-1 0-16,-4-1 1 0,0 1-1 0,2 1 0 0,-1 0 1 16,1-3-1-16,-1 2-3 0,0 0 5 0,2-1-1 0,-2 2-1 15,2-1 0-15,-1 1 0 0,-2 1-1 16,0-1 2-16,1-2 1 0,0 3-2 0,-1-2 0 0,3 1 0 15,-2-3 0-15,0 2 0 0,2-1 0 0,-2 0 1 16,1 0-1-16,0 1 1 0,1-2 0 0,0 1-1 16,-2 0 0-16,0 0 0 0,-1-1 1 0,1 3-2 15,0-3 1-15,2 1-1 0,-1 1 0 0,-1 0 0 16,1 0 0-16,0 0 1 0,0 1-1 0,1-2 1 16,-2 2-1-16,0-1 1 0,1 1 0 0,-2-1 0 15,1 0 0-15,0 3 2 0,-1-2-2 0,0 0-2 0,1 1 2 16,-1 0 0-16,0 1 0 0,1 1-3 0,-1-1-4 15,1 2-3-15,1-1-6 0,-2 1-12 0,0 0-10 16,0 3-13-16,0-3-11 0,0 1-41 0,0 0-22 16,0 1-32-16,0 0 97 0,0 2-85 0,0-3-32 15</inkml:trace>
  <inkml:trace contextRef="#ctx0" brushRef="#br0" timeOffset="-138776.89">14136 13940 115 0,'1'-2'78'16,"-1"1"-17"-16,0-1-26 0,1 1 18 0,-1-2-3 15,0 2-7-15,2-1-1 0,-2-1-3 0,1 2-3 16,-1 0-4-16,1 0-2 0,0-2-4 0,-1 2 3 16,1-1-5-16,-1 1 2 0,1 1-1 0,1-1 1 15,-2 0-1-15,1 0 1 0,-1-2 1 0,1 2-4 16,1 1 1-16,-2-1-5 0,0 0 1 0,0 0-3 15,0 0-3-15,1 0-1 0,-1 0 5 0,0 1-3 16,0-2-1-16,0 1 0 0,0-2 1 0,0 2 0 16,-1 0-3-16,1 1-1 0,-2-1-2 0,1-2-1 0,0 3-1 15,1-1 2-15,-2 1-1 0,2 0 0 0,0 0 5 16,-1-1-1-16,0 2-2 0,0 0 0 0,0-1 0 16,-2 0-4-16,3 3-4 0,-1-2 2 0,-3 1-4 15,2-1 1-15,-1 1-1 0,1-1 1 0,1 2-2 16,-3-2 2-16,2-1 0 0,-1 3 0 0,1-1 1 15,1 1-2-15,-3-1 0 0,2 1 0 0,-2-1 0 16,3 1 0-16,0-1 1 0,-2 0-2 0,1 0 0 0,1 1 0 16,0 0 0-16,0-1 0 0,1 0 1 0,-2 0 0 15,1 1-2-15,1 1 2 0,-1-1 0 0,1-2 0 16,-2 2 2-16,2 2-2 0,0-2 0 0,-1 1 1 16,0 0 1-16,1 0-2 0,-1-2 2 0,0 3 0 15,1-3 0-15,-1 0 1 0,-1 1 4 0,2 1-1 16,0-2 2-16,-1 0 1 0,0 1 2 0,0-1 1 0,1 1-1 15,0 0-1-15,0-1 1 0,0 1-2 16,0 0-3-16,0-1 0 0,0 1-3 0,1 0 0 16,-1 0 1-16,0-1-2 0,1 0 0 0,0 1 0 15,-1-2 0-15,2 1 2 0,-1 0-1 0,1-1-3 0,-1 1 1 16,0-1 0-16,2-1 0 0,-2 1 0 0,-1 0 1 0,2 0-1 16,-1 0 1-16,1-1-1 0,-1 0 1 0,1 1-1 15,1-1 2-15,-2 0-2 0,2 0 1 0,-2 0-2 16,1-1 2-16,-1 1 2 0,1-1-4 0,0 0 3 0,-2 0-3 15,2 0 2-15,-2 0-1 0,0 1 1 0,1-1 0 16,-1 0 0-16,0 0 2 0,0 1-4 0,0-2 3 16,0 2-3-16,0 0 1 0,0 0 1 0,0 0-1 15,0-1-1-15,0 0 0 0,0 1 1 0,-1 0 1 16,1-1-1-16,0 0-1 0,-2 0 0 0,2 1 0 16,0 0 0-16,0 0 0 0,0 0 0 0,0 0 0 15,0 0-1-15,0 1 2 0,0 0-1 0,-1-1 2 16,-2 0-1-16,2 0-1 0,1 0 0 0,-1 0-1 15,0 0 1-15,1 0 0 0,-1 0-1 0,0 0 1 16,-1 0 0-16,2 1 1 0,-4-1-1 0,3 1 0 16,0-1 1-16,0 0-1 0,0 3 0 0,-1-3-2 15,2 1 1-15,0-1-1 0,0 2 2 0,-2-2-1 16,1 1 0-16,-2 1 0 0,2-1 1 0,-1 0 0 16,0 2 0-16,0-1-1 0,0 0 1 0,1 1 2 15,-2-1-2-15,2 1 0 0,0-1 0 0,0 1 1 0,1 0-1 16,0 0 0-16,0 0 0 0,-1-2 0 0,1 0-3 0,0 1 1 15,0 0 1-15,-2 1 0 0,2-1 2 0,0 0-1 16,0-1-2-16,0 1 0 0,0 2 1 0,2-3 1 16,-2 1 0-16,0 0 0 0,0 0-2 0,0-1 0 15,0 1 2-15,1 1 0 0,-1 0 1 0,1-2-1 16,1 3-2-16,-2-1 5 0,3 0 1 0,0 2 0 16,-3-2 2-16,4 0-3 0,-2 0 2 0,-1 0 0 0,2-1 3 15,-2 1-6-15,1-1-1 0,-1-1 1 0,1 1-1 16,0-1 0-16,2 2 0 0,-3-1 0 0,2-1-1 15,0-1 0-15,0 0 2 0,-1 0-1 0,1 0 1 16,-2 0 2-16,0 0-4 0,2-1 2 0,1 1-1 16,-2 0-1-16,0 0 1 0,1 1-1 0,1-1 0 15,-3-1 0-15,4 1-2 0,-3 0-1 0,2 0-4 0,-2-2-15 16,1 0-10-16,-1 0-9 0,2 1-13 0,-3 0-50 16,2-1-26-16,-1-1-40 0,0-1 107 0,1 3-93 15,0-1-42-15</inkml:trace>
  <inkml:trace contextRef="#ctx0" brushRef="#br0" timeOffset="-93077.31">13467 14385 45 0,'1'0'38'0,"-3"0"-8"0,-1 0-14 16,3 1 7-16,-3-1-1 0,3 0-4 0,0 0-4 15,-1-1-3-15,-1 1 1 0,4 0-5 0,-2-1-1 0,0 1-5 16,0 0 6-16,-2 0 0 0,2 0-1 0,-4 0 4 16,4 0 2-16,-2 1 4 0,0 0-1 0,1 0 4 15,0-1-4-15,1 0 2 0,0 1-2 0,-4-1-4 16,4 0-1-16,-4-1-7 0,4 1 1 0,0 0-2 15,1 0 0-15,0 0-2 0,1 0-2 0,-2-1 2 16,-3 0-2-16,3 0 0 0,1-1 1 0,-1 0-1 16,-5-1 1-16,3 3-1 0,2-3 2 0,0 1 0 15,0 2 0-15,0 0 1 0,-1-2 0 0,2 2 2 16,-1-1 3-16,0 0 12 0,0 1 7 0,-1-2 4 0,0 0 2 16,0 0 6-16,-3-1 4 0,4 3-3 0,0 0-1 15,0 2-12-15,0-2-4 0,2 1-7 0,-2-1-2 16,0 1-3-16,0-2-5 0,2 2-1 0,-1-1-2 15,-2 0 1-15,1 0 0 0,0 1-1 0,0 1 1 16,0 0-1-16,-3-1 2 0,3 0 1 0,0 1 1 16,3 0-3-16,-3 0 2 0,-3-1 1 0,3 1-1 15,1 1 0-15,-2 0-1 0,1 0-3 0,0 0 1 16,-1 1 3-16,1 0 0 0,1 1-1 0,-1 1-1 16,0-3 3-16,1 3-2 0,-1-2 5 0,2 1 1 15,-2 1 1-15,0-2-1 0,3 2 1 0,1-1 3 16,-4 1 0-16,1-1 3 0,-1 1-4 0,0-1 0 15,5 2-2-15,-5-3-1 0,-5 2 2 0,4-2-4 16,1 1 0-16,0 0-1 0,2 1 1 0,-2 1 2 16,-2 0-1-16,2-1 0 0,0 0-1 0,-2 0 3 0,3 2 2 15,-2-3-1-15,-1 2-2 0,1-2-1 0,0 0 3 16,0 0-2-16,-3 1 0 0,4-2-4 0,-1 0-1 16,1 0 0-16,-2-2 1 0,-4 0 1 0,4 0-3 15,-1-1 1-15,1-2 3 0,0 2 0 0,-3-1 0 16,2 0-3-16,1 0 2 0,4-1-3 0,-2 0 2 15,0-2-1-15,0 2-3 0,-4-4 0 0,2 2 1 16,2-1-2-16,-3-1 1 0,-2 0 1 0,0 1-1 16,-1-3 0-16,2 1 1 0,3 2-2 0,-3 0 0 15,1-4 1-15,2 3-1 0,-3-1 0 0,1 1 0 16,-1 0 0-16,1 0 0 0,2-2 0 0,-2 4 0 16,-1 0 1-16,-1-2 0 0,3 2-1 0,2-1 0 0,-4-2-1 15,4 2-1-15,-6 0 3 0,4 0-1 0,1 1 0 0,0-3-1 16,1 3 0-16,-2-1 1 0,2 1 1 0,0 0-1 15,-1-1-2-15,-2-1 2 0,3 2-3 0,2-1 3 16,-2 2 0-16,0-3 2 0,-2 1-1 0,2 1 5 16,4-2 1-16,-2 2 0 0,-2 0 1 0,0-2 1 15,0 1 0-15,0-2-2 0,3 1 0 0,0-1-2 16,-3 2 1-16,4-1-1 0,-2-2 0 0,1 3-2 16,-1-2 0-16,-2 1 0 0,4 0 1 0,-3 0-2 15,-1-1 1-15,2 1 3 0,5 2-1 0,-7-4 3 16,5 4 2-16,-5-1-4 0,2 0 4 0,3 1 1 15,-3 1-3-15,0-2 0 0,-2 1-2 0,3 1-1 16,2 0-1-16,-1-1 3 0,-2 0-2 0,-1 1-2 0,3-1 2 16,-2 0-3-16,-2 3 0 0,5-2 0 0,-4-1 1 15,2 1-2-15,1-1-2 0,-3 1 2 0,1 1-1 16,2-2 1-16,1 2 2 0,-1-1-1 0,-1 0-2 16,-1 0 2-16,5 2-2 0,0-1 2 0,-3 0-1 15,1 0 1-15,0 1-2 0,-2 0 0 0,5 1-1 16,-6-1 1-16,1 0 2 0,1 1-2 0,1 2 0 15,0-3-1-15,-2 1 2 0,0 0-1 0,4 1 2 0,-5 1-1 0,4 1-1 16,-2-2 1-16,-3 2-1 0,2-1 0 0,-2-2 1 16,4 4-1-16,-3-3 0 0,1 1 0 15,-1 1 2-15,1-2-2 0,0 1 2 0,-1 1 0 0,0 4 0 16,1-3 0-16,-1-1 0 0,-1 0 1 0,1 4-3 16,-1-4 2-16,0 3 1 0,-1-3-1 0,1 2 0 15,0-1 1-15,-1 0 0 0,0-1 0 0,0-1 0 16,0 3 1-16,0-2-3 0,-1-2 2 0,0 5-1 15,1-3 1-15,-1 2-2 0,0-1 2 0,-1 2-1 16,0-3 0-16,1 3 0 0,-2-3-1 0,0 0 0 16,2 1-1-16,-2-1 1 0,0 0-1 0,-1 0 0 15,1 0-1-15,2 1-1 0,-1-1 1 0,-1-1-2 0,0 2 1 16,2-2-1-16,-2 1 1 0,0-1 1 0,1 2 1 0,-1-3 0 16,2 3 1-16,-1-2 0 0,-3 1-1 0,1-2-2 15,2 2 1-15,-2-1-4 0,2-2 1 0,0 1 3 16,0-1-3-16,0 2 0 0,1-3 3 0,1 1 1 15,-1-1-1-15,1 0 1 0,-4 0 0 0,4-3-1 16,-1 2 0-16,1-1-1 0,0 2 0 0,-1-2 0 16,0 1 0-16,-1 0 0 0,2 0 0 0,0-1-1 15,-2 0 1-15,0 2 0 0,1-1 1 0,1 1 1 16,1-1-3-16,-2 0 1 0,2 1-1 0,1-1 3 16,-2 0-2-16,1 0 2 0,0 1-2 0,1-1 0 0,-2 1 2 15,3-1-1-15,-3 0-1 0,1-1 1 0,-1 1 0 16,4 0-2-16,-1 0 3 0,-2 0-1 0,1 0 1 15,-2-1-3-15,1 0 3 0,4 1 0 0,-4-3 0 16,2 3-1-16,-3-2-1 0,2 2 2 0,2 0 0 16,0 1 0-16,-2-2 1 0,0 2-1 0,0-2 0 15,2 2 2-15,-2 0 0 0,0-1-1 0,1 0-1 16,-1 0 0-16,1 1 0 0,0 0 0 0,-2-1 0 16,1 1-1-16,2 0 1 0,-3 0 2 0,1 0-2 0,1 0 1 15,1 0-1-15,-2 0 1 0,-1 0 0 0,2 2-1 16,-1-1-1-16,2 2 1 0,0-3-1 0,-2 2 1 0,0-1 0 15,2 2-1-15,-2-3 1 0,0 1 1 0,1 0 1 16,-1 0-2-16,2 2 2 0,-1 0-3 0,-1-2 1 16,2 2 0-16,-1 0 0 0,0 1 0 0,0-2-1 15,0 1 1-15,-1 2 0 0,0-2 1 0,0 0 1 16,-1 0-2-16,1 1 0 0,1-1 0 0,-2 0 0 16,2 1 0-16,-2-2 2 0,1 1-2 0,0 0 0 15,0 0 0-15,0-1 0 0,0 1 2 0,0-1-2 16,-2 0 2-16,2 0-3 0,-1 0 1 0,2-1 2 15,-2 1-1-15,0-1 0 0,1 0 0 0,-1 1-9 16,0-1-9-16,1 1-6 0,-1 0-6 0,1-2-14 0,-1 1-37 16,0 0-28-16,1-1-37 0,-2 0 99 0,0 0-85 15,0 0-36-15</inkml:trace>
  <inkml:trace contextRef="#ctx0" brushRef="#br0" timeOffset="-91461.42">13780 14238 303 0,'-1'2'153'0,"1"3"-72"0,-3-5-41 0,2 1 12 15,0 1-1-15,0 0-8 0,0 0-1 0,0 0-15 16,0 1-6-16,-3-3-8 0,4 1-4 0,-2 2-4 16,1-3-4-16,0 1 3 0,-1 0-4 0,2-1 0 15,0 1 1-15,0 4 0 0,-1-4-1 0,-1-1-1 0,1 1 1 16,0-1 0-16,1 1 2 0,-3 0 3 0,1-1-1 16,0-1 1-16,1 0 2 0,-1 2 4 0,-2 1 2 15,3-1 1-15,-2-1 0 0,3 2 1 0,-1-2 0 0,1 3 5 16,-2 0 0-16,2-3-2 0,0 1-1 0,-1-1 1 15,0 0 1-15,0-1-3 0,-1 0-2 0,-1 0-5 16,2 0 2-16,0-2-3 0,-1 3-2 0,0-3-2 16,-1 1-3-16,2 2-1 0,1-1 1 0,0-1 1 0,-1-1-2 15,0 1-1-15,1 2 1 0,-1-1 2 0,1 1 0 16,-2-1 1-16,1 1-2 0,1 0-1 0,-1-1 0 16,-2 0 0-16,1 1 0 0,2 1-1 0,-1-1-1 15,0-1 1-15,0 1 1 0,1-1-1 0,0 1 2 16,0 0-1-16,1 0 0 0,-2 0 1 0,1 0 1 15,0 1-1-15,0 0-3 0,0 0 4 0,0-1-2 16,-2 1 1-16,1 0-2 0,1 1 1 0,-1 0 0 16,-2-1 0-16,2 2 0 0,0-1 0 0,0 0-2 15,0 2 2-15,-1-1 0 0,2 0 0 0,-2-1-1 16,1 1 0-16,-1 1 1 0,1-1-1 0,-1 2 0 16,0-2 1-16,0 1-1 0,0 1 1 0,-1 0 0 15,1-1 0-15,0-1 0 0,0 2 2 0,2-2 0 16,0 1-2-16,0 0 1 0,-2 0-1 0,2 1 0 15,0-1 1-15,0 1-1 0,-1-2-1 0,-1-1 1 16,1 1-3-16,0 0 3 0,1 1 0 0,0-2 0 16,0 0-1-16,0 2 0 0,0-3 1 0,0 2-1 15,0 1 2-15,0-3-2 0,0-1 1 0,1 3-1 16,0-2 0-16,2 2 0 0,-3-3-1 0,2 1 2 0,0 0 0 16,-1 1 0-16,1 1 0 0,-1-2 1 0,2 1 0 15,-2-2 0-15,0 1-1 0,1 0 1 0,-1-1 0 16,1 3 1-16,-1-3-3 0,2 0 3 0,-1 1-2 15,-2-1 1-15,3 3 2 0,-2-2-1 0,0 0-2 0,1-1 1 16,1 1 1-16,-3-1-2 0,2 0 2 0,0 1-1 16,-1-1 2-16,0 0-3 0,1-2 2 0,-1 1-1 15,-1 1 2-15,3 0-2 0,-1-1 0 0,-2-3 0 16,0 4 0-16,3-2-1 0,-1 2 1 0,-1-1-1 0,2-1 0 16,-3 0 2-16,2 1-2 0,1 1 0 15,-2-3 0-15,-1 2 2 0,1 0-2 0,1 0 0 0,0 0 0 16,-1 0 0-16,1 0 0 0,-2 0 1 0,0 0-2 15,3 1-1-15,-2-1 3 0,0-1-1 0,-1 2 0 16,1-1 0-16,0 1 0 0,2 0 1 0,-2-1 1 16,1 1 1-16,-2-2-3 0,2 2 1 0,-1-2 0 15,-1 1 1-15,1-1-2 0,0 2 0 0,1-3 0 16,-2 0 0-16,0 1 0 0,-2 1-1 0,2-1 1 16,0 1 2-16,0-2 0 0,-1 0 1 0,-1 2 0 15,2 0-1-15,0-1-1 0,-1-1 2 0,0 0-2 16,-1 2-1-16,2-1 1 0,-2 0-2 0,0 1 1 15,0 1 0-15,1 0 1 0,0 0-1 0,0 0 1 16,-2 0-1-16,2 0 1 0,0 0-1 0,-2 0 0 0,3 0-1 16,0 0 1-16,0 1-1 0,0 1-1 0,-1-1 0 15,1 0 1-15,-1 1 1 0,1 0-1 0,-2 1 1 16,-1-1 0-16,2 0 0 0,-2 1 0 0,2 0 0 16,0 0 0-16,0-1 0 0,0 1 1 0,-1-1-1 15,2 3-2-15,-1-1 2 0,-1 1 0 0,-1-1 0 16,2 0-1-16,-1 3-1 0,1-2-3 0,-1 0 0 15,2 0-1-15,-2 1-2 0,2-1-3 0,0 0 1 16,-3 0 1-16,3-2 2 0,-1 3 0 0,0-2 2 16,0 1 1-16,0 0 0 0,1-1 4 0,-2 1-1 0,2-2-2 15,0 1 3-15,0 0 0 0,0-1-1 0,0 0 1 0,0 0 0 16,0 0-3-16,2-1 4 0,-1 1 1 0,0-1-3 16,1 3-1-16,-1-3 1 0,1 0-1 0,0 2 1 15,1-1 1-15,-2-1 0 0,2 1-2 0,0 1 2 16,-1-2 0-16,2 1 0 0,-1 0-1 0,0 0 0 15,0-1 1-15,-2-1 0 0,2 2-1 16,1-2 0-16,-2 0 1 0,3 0 0 0,-1 0 1 0,0 1-2 16,1 0 1-16,0 0-1 0,-1-2 0 0,2 2 1 15,-2 0-2-15,0 1 1 0,4-2 0 0,-1 1 1 16,-3-1 0-16,-1 0 0 0,3 1 1 0,-1-1 0 16,3 0-1-16,-5 0 0 0,4 3 0 0,-4-4 0 15,4 1 0-15,-2 1 0 0,-1-2 0 0,2 1 0 0,1-1 0 16,-4 0 0-16,0 0 0 0,-2 0 0 0,-1-1-8 15,3 0-4-15,3 0-6 0,-5-1-7 0,0 1-19 16,2-2-12-16,1 1-13 0,0 0-12 0,3 0 50 16,-6 0-38-16,1-2-7 0</inkml:trace>
  <inkml:trace contextRef="#ctx0" brushRef="#br0" timeOffset="-90611.47">13913 14318 159 0,'0'0'92'0,"-3"-1"-45"0,2 1-29 0,1 0 16 15,2 0-16-15,-2 1-12 0,-1 0 0 0,1-1-1 16,0-1-4-16,0 1 3 0,0 0-4 0,0 0 0 16,0 1 0-16,0-2 0 0,0 0 2 0,0 1-2 0,0 2 2 15,-1-2-1-15,1 0 8 0,-2 1 7 0,0 0 23 16,2 1 6-16,0 3 4 0,-1-4 7 0,-2 0 7 0,2 0 7 15,-1-1-7-15,2 1-4 0,0-1-19 0,0 2-3 16,-3-2-5-16,2 0-8 0,2 0-6 0,-1 1-10 16,3-1 3-16,-4 3-2 0,1-3-3 0,0 0-2 15,0 0 2-15,0 0 2 0,0 0 2 0,3 0 0 16,-2 1 0-16,5-1 0 0,-2-1 0 0,-2-2 0 16,3 2 1-16,-2-2 0 0,1 2-1 0,1 0 1 15,-5-2-2-15,4 1 2 0,-2 0-2 0,3 2-1 16,-1-1 0-16,-1-2-3 0,2 2-1 0,-2 0 0 0,1-1 0 15,2 0-3-15,-1 2 1 0,-1-3 2 0,0 3-3 16,-1-2 0-16,3 0 1 0,-3 1-1 0,0 0-1 16,2-1 0-16,-2 0 1 0,1 1-2 0,1 0-1 15,-1 0 1-15,1 0 2 0,-1-3-2 0,0 1 3 16,1 0-1-16,-1 1-1 0,-1 0 0 0,1-1 2 16,0 0 1-16,0 3-4 0,1-3 3 0,-2 1-2 15,-1-3 0-15,2 3 3 0,0 0 0 0,-2-1-4 16,1 0-5-16,0 0-5 0,-2 1-10 0,0 1-28 15,-1-1-26-15,3 0-29 0,-2 2-32 0,-1-3 89 16,0 3-72-16,1 1-20 0</inkml:trace>
  <inkml:trace contextRef="#ctx0" brushRef="#br0" timeOffset="-89955.02">14025 14339 337 0,'-1'-1'146'0,"1"-2"-99"0,-2 2-34 0,2 1 9 15,-1-1-13-15,0 1-6 0,1 0-2 0,0-1-8 16,0 0-5-16,1 1-1 0,-1-1-7 0,1 1-3 15,-1-1-3-15,0 1 0 0,0 0 1 0,0 0 8 0,0 0 0 16,-1-3 11-16,1 3 8 0,-1 1 13 0,1-1 11 16,-2 0 8-16,2 0 13 0,-1 0 4 0,0 0 6 15,1 4-7-15,-1-4-4 0,1 0-2 0,-1 1-11 16,1 0-7-16,0 0-15 0,0 4-3 0,0-4-2 16,1-1-2-16,0 2-1 0,1-1-1 0,0 1-1 15,0 2 1-15,0-1-1 0,-2-2 0 0,0 1 0 0,0 2 1 16,1 1 1-16,-1-2-2 0,0 0 0 0,1 2-1 15,0-2 1-15,-1 3 0 0,1-2 0 0,-1-1 0 16,0 1-2-16,1 1 1 0,-1-2 0 0,0 2 1 16,0-2-1-16,0 1 1 0,0 3-1 0,0-2 0 15,0 1 2-15,0-2-1 0,0 1-1 0,0-1 0 16,0 1 1-16,2-1 2 0,-2 0-2 0,0 1 1 16,1-2 1-16,-1 1 2 0,1 1-1 0,-1-2 0 15,1 1-1-15,-1-1 0 0,0 2 1 0,0-3-3 16,2 1 1-16,-2 0-2 0,0-1 0 0,0 0 1 15,0 0-2-15,0-1 0 0,0-1-4 0,1 1-1 16,-1 0-4-16,0-1-5 0,0 0-10 0,1-1-8 16,-1 0-8-16,0 1-15 0,-1-1-14 0,1 0 45 15,0-1-33-15,0 1-6 0</inkml:trace>
  <inkml:trace contextRef="#ctx0" brushRef="#br0" timeOffset="-89022.16">14170 14507 388 0,'0'-2'227'0,"-2"0"-102"0,0 1-70 15,0-1 39-15,-1-2-30 0,3 2-15 0,-1 0-8 16,1-1-5-16,0 0-7 0,0 1-3 0,1-1-9 15,-1 0-3-15,0-1-5 0,0 1-1 0,0 0-1 0,-1 1-5 16,1-2 1-16,0 2-1 0,-2-1 0 0,2 2 0 16,-2 0-1-16,2 0 1 0,-1 0-2 0,1-1 3 15,0 2 0-15,-1-1-3 0,1 0 2 0,-1 1-1 16,1 0 0-16,0 1-1 0,0-1 0 0,0 1-2 16,1 1-2-16,-1-2-19 0,1 2-18 0,0-2-18 15,-1 0-29-15,2 0 61 0,0 0-46 0,-1 0-22 16</inkml:trace>
  <inkml:trace contextRef="#ctx0" brushRef="#br0" timeOffset="-82044.47">13634 14065 66 0,'0'1'43'16,"-1"-1"-15"-16,1 1-16 0,-1-1 9 0,1 0 0 15,0 0-7-15,0 0 1 0,-2 0-5 0,2 0 2 0,2 0-5 16,-2 0 2-16,0 0-2 0,0 0-4 0,0 0 3 16,0 0-3-16,-2-1 4 0,2 1-2 0,-1 0 5 0,0 0 3 15,1 1-2-15,0 0 1 0,0 0 2 0,-2-1 1 16,2 0-4-16,0 0 0 0,-1 1-5 0,0-1-1 15,1 2-1-15,-1-1 2 0,0 0-2 0,0 1-1 16,0-1 1-16,1 0 2 0,0 0 0 0,-2 1 0 0,1-1 0 16,0 1 0-16,-1-1 0 0,2-1 0 0,-1 2 1 15,0-2 0-15,1 1-1 0,-1-1 2 0,1 1-1 16,0 0 1-16,0-1 1 0,0 1-1 0,-1-1-3 16,1 0 2-16,-1 0-1 0,1 1-1 0,0-1 3 15,-2 0-2-15,2 1 0 0,-1-1 1 0,0 0 2 16,1 2-2-16,-2-1 1 0,0-1 0 0,2 1-2 15,-1-1 1-15,0 1 0 0,1-1-2 0,-1 0-2 16,1 0 0-16,-1 0-2 0,1 0 0 0,0 0 2 16,0 0-3-16,-2-1-1 0,1 0 1 0,1 1 1 15,0 0-1-15,-1 0 0 0,-1-1 0 0,1-1 0 16,1 2 0-16,0-1 0 0,-1 1-2 0,1-1 2 16,-1-1 0-16,1 1 2 0,0 1 0 0,-1-1 6 15,0 0 2-15,1 0 0 0,-2 1 3 0,2 0-2 0,-1 0 1 16,0-1 0-16,0-2-2 0,1 3-3 0,0-1-4 0,-3 0 0 15,2 0-2-15,1-1 0 0,-2 2-1 0,2-1 2 16,-1 1 2-16,1-1-2 0,-2 1 1 0,2-1 5 16,-1 0 1-16,1 1 8 0,-3-2-1 0,2 2 3 15,0-1-1-15,0 1 2 0,0 0 4 0,-2 0-6 16,3 0 2-16,0 0-5 0,-1 0 0 0,0-1-2 16,0 1 1-16,-1-1 4 0,0 0-3 0,1-1 3 15,0 1-2-15,0 0 0 0,-1 1 1 0,1-1-2 16,0-2-1-16,-2 3-6 0,2 0 2 0,0 0-5 0,-1 0 1 15,0-2-3-15,2 2-1 0,-2-1 0 0,1 0-1 16,-1 0 1-16,0 0-2 0,1-1 3 0,1 2-2 16,-1-1 2-16,1-2-2 0,-1 3 2 15,1-1-2-15,0-1 1 0,-2 1-2 0,1 1 0 0,-2-1 2 16,2 0-2-16,0 1 1 0,1 0-1 0,-1 0 2 16,0-1-2-16,0 0 1 0,1-2-1 0,0 3 0 15,-2 0 2-15,2-2-2 0,0 1 2 0,0 0-2 16,-1 0 2-16,0 0-2 0,0 1 0 0,1-1 0 15,-2 0 1-15,1-2-1 0,0 3 0 0,1 0-1 16,0-1 0-16,0-1 0 0,0 1 2 0,0 1-1 16,1 0 0-16,-1-1 0 0,0-1-2 0,0 2 2 15,0 0 0-15,1 0-1 0,-1 0-1 0,0-2 1 16,0 2-2-16,0-1 0 0,0 1 2 0,0-2-1 16,0 2-1-16,0-1 0 0,2 0 2 0,-1 1 0 0,1 0 0 15,-2 0 1-15,2-1-1 0,0 1-1 0,-2-1 2 16,2 1 0-16,-2 0 0 0,1 1 0 0,1-1 0 15,0 0-1-15,0 1 0 0,-2 0 1 16,0-1-1-16,2 0-1 0,0 1 2 0,-1 1-1 16,-1-2 1-16,0 1 1 0,2-1 3 0,0 0-1 0,-1 1 1 0,-1-1-1 15,0 0 1-15,2 0 1 0,-1 0-2 0,0 0-1 16,0 1-2-16,0-1 0 0,0 0-1 0,1 1 2 16,-1 1-1-16,2 0-1 0,-2-1 0 0,0 0 1 15,0 1 1-15,1-1-1 0,1 0 2 0,-1 0-2 0,-2-1-2 16,3 0 2-16,-2 0 0 0,1 0-1 0,-1 1 1 15,1 0 0-15,0-1 1 0,0 0-1 0,-2 1 0 16,1 0 1-16,1 1 0 0,-1-2 2 0,0 3 0 16,-1-2-2-16,2 0 2 0,0 1 3 0,-1 0 1 15,-1-2-4-15,2 2 2 0,-1-1-2 0,0 2-2 16,0-2 3-16,0-1-4 0,-1 2-1 0,0-1 1 16,3 0-1-16,-3 1 2 0,1-1-1 0,-1 0 1 15,1 1-1-15,1 0 2 0,-2-1 0 0,1-1-2 0,-1 0 2 16,1 1-2-16,0 0 0 0,1 0 1 0,-2 0-1 15,1 0 0-15,-1 0 1 0,0 1 1 0,2-1-2 16,-2 0 0-16,1 0 1 0,0 0-2 0,-1 0 1 16,2 0 0-16,0 0-2 0,-1 0 0 0,0 0-4 15,0 0-1-15,-1-1-5 0,4 2-2 0,-2-1-15 16,-2-1-8-16,1 1-8 0,0-1-15 0,1 0-50 16,-1 0-34-16,2 0 98 0,-1 0-74 0,-2 0-23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08T03:45:14.01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16040 16841 63 0,'0'-3'63'0,"0"2"-10"0,1-1-24 0,1 1 25 15,-2 0-4-15,0-1 2 0,0 1-3 0,0-2-3 16,1 1 1-16,-1 1 0 0,0 0-1 0,0 0-8 15,-1 0-2-15,1 0-4 0,0 0-5 0,0 1-6 16,0-1-7-16,0 1 2 0,0-2-2 0,0 2-3 16,-2-1-1-16,2 1 1 0,-1 0-2 0,1 0-1 0,0-1 0 15,0 1-2-15,0 0-1 0,-1 0 0 16,1 0 1-16,0 0-1 0,0 0 4 0,0 0 2 16,-2 0 4-16,2 1 0 0,0 0 1 0,0-1-1 15,0 0 0-15,0 0-1 0,0 0-3 0,0 2-3 0,0-2-4 16,0 0-1-16,0 0-1 0,0 0-1 0,0 0 1 15,2 1-1-15,-1 0-1 0,-1-1 1 0,0 2 0 16,0-2 3-16,0 2-3 0,0 0 3 0,0 0 2 16,0 0-1-16,-1 0 1 0,-1-1 2 0,2 1 0 0,0 1 0 15,0 0 2-15,-1-1-4 0,1 0 0 0,0 0 3 0,0 1 0 16,-1 1-2-16,1-2-1 0,-1 0 2 0,1 0-1 16,-1 3 3-16,1-2-1 0,-1 2 0 0,0 1-1 15,1-3 0-15,0 3 1 0,-2-2-1 0,1 1 1 16,-2 0-5-16,2-2 2 0,0 1 1 0,0-1-2 15,-1 1 0-15,0 0 0 0,2 1-2 0,-1-1 1 16,1 1 0-16,0-1-1 0,0-1-1 16,-1 2 1-16,1-1 0 0,0-1 1 0,1 3 1 0,0-3 1 15,-1 1 2-15,0 2 4 0,0-4 1 0,0 2 1 16,0-1 2-16,0-1-1 0,0 0 2 0,-1 2-3 16,1-2-1-16,0 0-2 0,0 0 1 0,0 0-3 15,0 1-1-15,0-2-3 0,0 2-1 0,0-2 1 16,0-1-2-16,0 0 1 0,0 1-2 0,0-1 2 15,0 0-2-15,0 0 1 0,0 0 3 0,0 0-3 16,0 0 0-16,0 0 0 0,0 0-1 0,0 1 1 16,0-1 2-16,0 1-1 0,0-1-1 0,0 0 2 15,0 0-1-15,0 0-1 0,-1 0 0 0,1-2-1 0,0 1 1 16,-2 0-1-16,2-2 0 0,0 0-1 0,0 0 2 16,0 0-2-16,0-2 0 0,2 1 1 0,-1-2 0 15,-1 1-2-15,1 1 0 0,-1-1 1 0,0 0 1 16,2 0-2-16,0 0 3 0,-1-1-3 0,0 2 0 15,0-3 1-15,2 3 0 0,0-3-1 0,-3 2 1 16,2-3-1-16,-1 3 0 0,1-1 3 0,-1 1-3 16,1-3 0-16,0 1 1 0,0-1-1 0,0 0 0 15,0 4 0-15,1-3 2 0,-2-1-2 0,1 2 0 16,-2 1 2-16,3 0-2 0,-3 2 1 0,1-3-1 16,-1 3 2-16,1-1-2 0,-1 0 0 0,1 1 0 0,0 0-1 15,-1-3 0-15,0 3 1 0,2 0 0 0,-1-2-1 0,0 2 1 16,-1-1 0-16,2-1 1 0,-2 2 0 0,0 1 0 15,1-1-1-15,0-1 0 0,0 3 0 0,-1-2-1 16,1 1 0-16,0 0 1 0,-1-1 0 0,0 2-1 16,0 0 1-16,0-1 0 0,0 2 0 0,0 0 1 15,0-1-1-15,0 1 0 0,0 0-1 0,0 0 0 16,0 0-1-16,0 0 2 0,0 0-2 0,0-1 1 16,0 2-1-16,0-1 1 0,0 0-3 0,0 0 3 0,0 2-1 15,0 0 1-15,0 1 0 0,0 0 1 16,-1-1-1-16,1 1 0 0,0 1 1 0,-1-1 0 15,1 0 2-15,0-1-4 0,-1 2 1 0,1-1 1 16,-1 0-1-16,1 2 0 0,-1-2 0 0,1 1 1 0,0 2 0 16,-2-2 1-16,2-1-2 0,-1 2 0 0,0 0 1 15,1 0 1-15,-2-1-1 0,2 1-1 0,-1-1 1 16,1 1 0-16,0 2 3 0,-2-1 1 0,1 0-1 16,0 0 0-16,1 1 3 0,-2 0 3 0,2 0-1 15,-1 1-1-15,0-3 1 0,0 2 0 0,-1-1-1 16,1 1 2-16,0-1-1 0,-1-1 0 0,1 0-3 15,-2 1 3-15,0 1-3 0,1-1-1 0,0-2 2 16,0 3-3-16,2-1 1 0,-2 1-2 0,1 0 2 16,-2-3-2-16,3-1 0 0,-1 1 2 0,0 1-1 15,0-4-1-15,1 4-1 0,-1-4 3 0,1 1-1 16,0-2-1-16,0 2 2 0,0-2 0 0,0 0-1 0,0 1 3 16,1 0-4-16,0-2 0 0,0 1-1 0,-1-1-2 15,1-1-9-15,1 1-24 0,-1-2-10 0,2 0-17 16,-3 0-14-16,1 0-50 0,0-2-29 0,1-1-31 15,0 3 110-15,0-2-73 0,0 0-28 0</inkml:trace>
  <inkml:trace contextRef="#ctx0" brushRef="#br0" timeOffset="1233.14">15946 16932 123 0,'0'-1'88'0,"-2"0"-25"16,2 0-29-16,-1 0 21 0,0 0-4 0,-1 0 0 15,2 1-3-15,-1-1 1 0,1 0-4 0,0 1-3 0,0-1 10 16,-2 0 3-16,2 1-7 0,-1-2-2 0,1 1 0 0,-1 0 6 15,-1 0-6-15,1 0 2 0,1 0-11 0,0 0 3 16,0 0-5-16,-1 0-1 0,1-2-4 0,0 2-6 16,0 0-1-16,0 0-3 0,0-2 0 0,1 2-10 15,-1 0 3-15,1 0-2 0,1-3 0 0,-1 2-1 16,0 0 0-16,-1 1-1 0,2-2-1 0,-2 1 2 16,1 0 0-16,-1 2 0 0,1-3 2 0,0 2-1 15,-1-1 2-15,0 0 0 0,1 4 0 0,0-4-1 16,-1-1-2-16,0 3 0 0,3 0-2 0,-2 0-3 15,0 1 1-15,-1-1-3 0,2-1 0 0,-1 1-1 16,1 1 0-16,0-1-1 0,-2 0-1 0,3-1 1 16,-2 0-1-16,2 1 0 0,-2 0 0 0,2-2 0 15,0 2 0-15,-1 0 0 0,2 0 0 0,-1 0 1 16,1-1 0-16,-1 1 0 0,0-1 1 0,1 1 6 16,-2-1-1-16,0 1-1 0,2-1 2 0,1 0-2 15,-2-2 1-15,0 3-1 0,2-1 0 0,-1 0-4 0,-1 0-1 16,4 0-1-16,-5 0 2 0,1 1 0 15,2-1-2-15,-1 0 1 0,-1 0 0 0,2 0-2 16,-1 1 1-16,1-2 3 0,-3 2-3 0,2 0 0 0,-1 0 1 16,2 0 0-16,-2 0-1 0,1 2 3 0,0-2-2 15,-1 1-1-15,1-1 0 0,1 0 1 0,-1 0 0 16,-2 1-1-16,3-1 0 0,-2 0 0 0,1-1 0 16,-1 1 2-16,2 0-2 0,-2 0 0 0,2 0 0 15,-3 0 1-15,0 1-1 0,0 0 0 0,2-1 0 16,-2 2 0-16,0-2 1 0,-1 0-1 0,1 0 0 15,2 1 0-15,-3 0 0 0,0-1 2 0,1 1-2 0,-2-1 0 16,1 0 0-16,-1 1 1 0,1-1 0 0,0 0 1 0,-1 2-2 16,0-2 0-16,0 0 2 0,0 1-2 0,1-1 0 15,-1 2 1-15,2-2 0 0,-2 0 0 0,2-1 1 16,-2 1 0-16,0 0-1 0,1 0 2 0,-2 0-2 16,-1 0 2-16,1 0-1 0,1 0 0 0,0 0-1 15,3 0 0-15,-3 0 0 0,0 0 1 0,0 1-2 16,1 0 0-16,-1-1 0 0,0 1 1 0,-3-1 1 15,3 1 0-15,-1 0 1 0,1-1-2 0,-1 0 2 16,0 0 2-16,0 0-1 0,-1-2-3 0,2 2-1 16,-2-1 4-16,-2 0-2 0,2 0 0 0,2 0 1 15,-5 0-2-15,3 2-1 0,1-1 2 0,-2-3-1 16,1 3 0-16,0-1 0 0,0-1 0 0,-2 1-1 16,4-1 0-16,-2 0 1 0,2 1 0 0,-2-1 2 15,1 1-3-15,-1 0 0 0,0 1 0 0,-1-2 1 16,0 1-1-16,1 1 0 0,0-1 0 0,0 0-1 15,-1 0 1-15,1 0-1 0,1 0 1 0,-2 1 0 0,3 0 0 16,-2-3 1-16,-1 3-1 0,1 0 1 0,0-1-1 16,1 1 1-16,-3 0 0 0,1-1-1 0,1 0 0 15,1 1 1-15,-2 0-1 0,2-1 1 0,-1 0-1 16,-3 1 0-16,3-1 1 0,0 0 0 0,0 1 1 16,-3-1-1-16,1-2-1 0,1 2 1 0,0 0 0 15,0 1-1-15,0-1 0 0,-2 0 0 0,1 1 0 0,3 0 0 16,-5 0 0-16,3 0 0 0,-1 0 0 15,2 0 0-15,-3 0 0 0,2 0 0 0,0 0 0 16,-1 0 0-16,1 0 0 0,0 1-2 0,-1 0 1 16,1 0 1-16,0 0-3 0,1 2 2 0,-2-2 0 0,2 1 0 15,0-1 0-15,1-1 1 0,-1 1-1 0,1-1-1 16,0 1 1-16,1-1 1 0,0 0 0 0,0 1 0 0,0-1-2 16,0 2-2-16,0 0-10 0,0 0-8 0,1 0-34 15,0-1-27-15,-1 1-27 0,4 1-44 0,-1 1 100 16,1 1-80-16,0 0-21 0</inkml:trace>
  <inkml:trace contextRef="#ctx0" brushRef="#br0" timeOffset="3340.37">15948 17303 101 0,'0'-2'66'0,"0"1"-31"0,0 0-9 15,0-1 27-15,0 2-1 0,1-1 1 0,-1 0 10 16,0-1 4-16,0 2 6 0,0 0 0 0,2-1-4 16,-2 0-8-16,1-1-6 0,-1 1-6 0,2 1-2 15,-2-2 0-15,2 0 1 0,-2-1 3 0,3 0-3 16,-2 1 2-16,1 0-1 0,-1-1-1 0,0 1-10 16,0-2 1-16,1 2-3 0,0 0-3 0,-1 1-5 0,-1 1-4 0,0-3 0 15,0 1-2-15,0 1-7 0,0-1-3 16,0 1-2-16,0 0-1 0,0 0-2 0,0-2-4 0,0 2 1 15,1 1-3-15,-1 0 2 0,0 0 0 16,0 0 1-16,0 0-3 0,0 0 2 0,1 0 1 0,-1 0 0 16,0 0 0-16,0-2-3 0,0 1 2 0,0 1 0 15,0-1 0-15,0 1-2 0,0-2-1 0,-1 2 0 16,1-2 0-16,-1 2 2 0,1 0-2 0,0 0 0 16,0 0 0-16,0 1 1 0,0-1 1 0,0 1 0 15,0 0-2-15,0 0 2 0,0-1-1 0,0 1-1 16,-3-1 0-16,2 0-1 0,0 0 1 0,0 0-1 15,0 0 2-15,0 0-1 0,-1 0 0 0,1 0 0 16,0 0 0-16,1 1 2 0,-2-1-2 0,2 0 1 0,-2 0-1 16,2-1-1-16,-1 1 1 0,1 0 2 0,0 1-1 15,0-1 1-15,0 0-2 0,0 0 1 0,-1 0 0 16,1 0 0-16,0 0-1 0,0-1 0 0,0-1 0 16,-1 2-1-16,1 0 1 0,0 0-3 0,0 0 3 15,0 0 0-15,1 0 0 0,-1 0-3 0,1 0 3 16,0 0 1-16,0-1 0 0,2 0 0 0,-2 0 0 15,0 0-1-15,1 1 0 0,-1-2 3 0,1 0-3 16,2 2 0-16,-3-2 0 0,1 2 0 0,0-1 0 16,1 0 0-16,2-1-2 0,-1 1 2 0,-1-1-2 15,2 1 1-15,-2-2 0 0,1 2 1 0,3-1-2 16,-5 1 1-16,2-1 0 0,0 1 0 0,-1 1 2 16,0 0-1-16,2 0-1 0,-2-3 0 0,0 3 1 15,1 0 0-15,-2 3 0 0,1-2 0 0,0-1 0 16,0 2 0-16,-1-1 1 0,-1 0-1 0,2 1-1 15,-1-2 1-15,0 4-1 0,0-4-1 0,0 2 2 0,-2-2 0 0,2 1-1 16,-1 1 1-16,-1 1 1 0,1-3-1 0,0 1 1 16,0 2-1-16,-1 1 1 0,1-1-1 0,-1 2 1 15,0-2-1-15,0 0 1 0,-1 1 0 0,1-1-1 16,-1-1 2-16,0 0-1 0,1 2 3 0,-2-2-2 16,2 0 3-16,-2 1-2 0,0-1 3 0,-1 2-1 15,0-3 1-15,0 3 1 0,1-1-4 0,-2 1 2 16,1-1-1-16,-1 0 0 0,-1-1-1 0,1 1-1 15,1 1-2-15,-1-2 0 0,0 2 2 0,1 0-2 16,-2-1 0-16,1 0 0 0,1 1 0 0,-1 1 1 16,1-3 1-16,0 2 0 0,-1-1-1 0,1-2 2 15,0 1-2-15,1 2 1 0,1-4-1 0,-2 0 0 16,1 0-1-16,0 0 1 0,1 1-1 0,1-1 2 0,-2 1-2 16,2-1 0-16,-1 1 1 0,1-1-1 0,0 1 1 15,0-1-1-15,0 0 0 0,0 1-1 0,0-1 1 16,1 0 0-16,-1 0-1 0,0 0 1 0,0 0-1 15,0 0 1-15,2 0 0 0,0-1 0 0,0 1 0 16,-1 0-1-16,3-1 1 0,-2 1 0 0,0 0 1 16,1-1-1-16,-2 1-1 0,2 0 1 0,0-1 0 15,-1 1 0-15,1-1-1 0,1 1 0 0,-2 0 0 16,2 0 1-16,0 0 1 0,-3 0-1 0,2 0 0 16,0 0 0-16,-2 0 0 0,3 0 1 0,-1 1-1 15,-3-1 0-15,2 0 0 0,1 0 0 0,-3 0 1 16,3 0 0-16,-2 0-1 0,2 1 0 0,-3-1 0 15,0 1-1-15,2-1 1 0,-1 0-1 0,0 2 0 16,0-2 1-16,1 1-2 0,-1 1 1 0,0-1 0 16,-1 3 1-16,1-3 0 0,-1 2-1 0,0 1 0 15,2 0 1-15,-1 0 0 0,0-1-1 0,0 0 3 0,-1 0-2 0,0 2-1 16,1-1 1-16,-1-2 0 0,0 2 0 0,0-1 0 16,0 2 0-16,0 0-1 0,1 0 1 0,-1-2 0 15,0 1-1-15,0 0 1 0,0-2-1 0,-1 1 1 16,1 2 0-16,-2-3 2 0,2 1 0 0,-2 0-1 15,2-1 1-15,-2 2 0 0,1-2-1 0,0 0 2 16,-2-1 1-16,2 0-4 0,0 2 1 0,-1-3-1 0,1 2 2 16,-2-1-1-16,0 0 1 0,1 1 0 15,0 0-2-15,0 0 2 0,-1 2 2 0,-1-2 2 16,2-1-2-16,-2 2 4 0,0-2 2 0,0-1 1 16,-1 0 0-16,1 0 1 0,0 0-4 0,0 0 1 0,-2 0 2 15,1 0-5-15,1 1-1 0,1-1-3 0,-1 2 4 16,-1-2-4-16,1 0 2 0,1-2-2 0,0 1-1 0,-1 0-1 15,0 0 0-15,0 0 1 0,1-1-1 0,1 2 0 16,-2-2 2-16,2 0-1 0,0 2 0 0,0-2 1 16,2 1-1-16,-3 0 0 0,3 0-1 0,-1 0 0 15,-1 0 0-15,-2 0-1 0,4-1 1 0,0 1-2 16,0 1 0-16,0 0-1 0,0 0-1 0,0 0-23 16,0 0-13-16,2 1-15 0,-2 0-20 0,0 1-75 15,2 0-57-15,0 0 139 0,-1 2-108 0,1-1-34 0</inkml:trace>
  <inkml:trace contextRef="#ctx0" brushRef="#br0" timeOffset="15063">16383 17239 77 0,'0'-1'68'15,"-1"0"-12"-15,1 0-24 0,0 0 20 0,-1-4 1 16,0 2-4-16,1 3-1 0,0 0-5 0,0-1-5 16,-1 1-3-16,-2-2-5 0,3 1-3 0,0 2-11 15,0-2-2-15,0 1-4 0,0 1-1 0,-1-1 2 16,1 1 0-16,-1-2 2 0,1 1 0 0,-3 0 2 0,3-2 2 0,0 2 4 16,-2-4 1-16,1 2-3 0,1 2 0 0,2 2 2 15,-2-2 2-15,0 1-2 0,-1 0 0 0,1-1-5 16,0 2-1-16,0-1-2 0,1-1-2 0,-1 1-2 15,0 0-4-15,0 0-1 0,1-1 1 0,-1 0-1 16,0 0 0-16,-1 1 0 0,0 0 0 0,0-1-2 16,0 1 0-16,0 0 2 0,-1 1-2 0,1 1 0 15,0-2 0-15,-1 1 2 0,1 0 0 0,-1 3 2 16,2-3 2-16,0 0-1 0,-1 1 0 0,1 0 3 16,-1 1 0-16,0-1-4 0,1-1 2 0,-2-1 0 15,0 2-2-15,0 0 0 0,0 0 1 0,1 0-1 16,0 0-1-16,1-1 3 0,0 1-3 0,-1-1 3 15,-1 0-1-15,2 1 2 0,0-2 0 0,0 1-1 0,0 0 0 16,0 0 1-16,0-1 1 0,-1 3-4 0,1-3 1 16,0 1-1-16,1-1 0 0,-2 0-1 0,1 1-3 15,-1-2 1-15,-2 1-2 0,3 2 2 0,-1-1 0 16,0 0-2-16,1-1 1 0,0 1 0 0,0-1 2 16,1 0 1-16,-1-1-1 0,0 0-2 0,0 0 3 15,0 2-2-15,0-2 0 0,0 1-1 0,1-1 1 16,2 2-2-16,-1-2 1 0,0 2 0 0,-2-2-1 15,3 2 0-15,-2-2-1 0,0 0 0 0,2 0 0 16,-3 0 1-16,1 0-1 0,1 0-1 0,-1 0 2 16,1 0-1-16,0 0 1 0,1 0 0 0,-1 0-1 15,0-2 0-15,0 2 0 0,0-1 3 0,2 1-4 16,-2-1 1-16,2 0-1 0,-3 0 1 0,3 1 1 16,0-3-1-16,-1 2 1 0,2-1-3 0,-3 1 2 0,2-1 0 15,-1 0 2-15,3 1-2 0,-4-2 0 0,3 2 4 16,-2 0 1-16,0 0-1 0,0 0 1 0,0 1-2 0,1 0 0 15,-2 0 3-15,0 0-4 0,1 0 0 0,0 0-1 16,-1 1 0-16,0-1 0 0,0 0 0 0,1 0 2 16,-2 2-3-16,2-1 2 0,-2 1-1 0,1 0 1 15,-2-1 0-15,2 0-1 0,0 1 2 0,-2 0-2 16,2-2 1-16,-2 2-2 0,0 1 1 0,1 0 0 0,-1-2 0 16,0 1 1-16,0 1 0 0,2 0-2 0,-2 0 0 15,0 0 2-15,1 1-1 0,0-1-1 0,0 0 0 16,-1 0 1-16,0 2-1 0,0-2 1 0,0 1 1 15,0 0-2-15,0 0 0 0,0-1 0 0,0 2 1 16,1-2 0-16,0 0 1 0,-1 1-2 0,0-1 0 16,2 0 0-16,-2-1 0 0,0 3 2 0,0-1-2 15,0-1 0-15,-2 2 0 0,2-3 1 0,0 2 2 16,0 0 3-16,-1 0 1 0,1-2-1 0,-1 0 4 16,1 1 0-16,0 0 0 0,-1 0 1 0,0 0-2 15,1 0 0-15,-1 1-2 0,-1-2-1 0,2 2 1 16,-1-1 0-16,0-1-1 0,0 0-2 0,-1-1 3 15,0 1-2-15,0 2 1 0,1-2-1 0,1-1-2 16,-3 0 0-16,0 1 1 0,1-2-1 0,1 1 0 16,0 0-2-16,-2 1 1 0,2 0 2 0,-1 0-1 15,0-2-1-15,0 2 1 0,1 0 0 0,-1-1 0 16,0 1 1-16,0-1-2 0,-1-1-1 0,1-1 2 0,1 2-1 16,0 1-2-16,-3-1 2 0,1 1-1 0,1-1 1 15,0 0-2-15,1 0 0 0,-2 3 1 0,0-4 0 16,0 1 0-16,2 0-1 0,-2-1 0 0,2 1 0 15,-1-1 2-15,-2 1 0 0,2-1-2 0,-1 0 0 16,1 0 2-16,-2 1 0 0,2-1-1 0,-1 0 0 16,3-1-1-16,-2 0 0 0,1 1 4 0,-3-2-4 0,1 2 1 15,0-2-1-15,2 0 1 0,-3 2 1 0,1-3 2 0,2 2-2 16,-3 0 0-16,2-1 0 0,0 0 2 0,0-2 0 16,-1 2-2-16,-1 0 0 0,3 1-1 0,-2-1 1 15,1-2-1-15,-2 2 1 0,4-1-1 0,-3 1-2 16,2 0 1-16,-1-1 0 0,-1 0 0 0,2 1 0 15,0 0 0-15,-3 1 1 0,1 0-1 0,0-1 1 16,1 1 0-16,-2 0-1 0,3 1 0 0,-3 0 0 16,4 0-7-16,-2 0-7 0,1 0-8 0,-3 0-8 15,4 0-39-15,0 0-23 0,-1-1-32 0,1-1-38 16,0 2 104-16,2-1-80 0,-1 1-51 0</inkml:trace>
  <inkml:trace contextRef="#ctx0" brushRef="#br0" timeOffset="15665.77">16390 17264 102 0,'-1'-2'101'15,"1"-1"-20"-15,0 1-21 0,1-2 31 0,0 2-8 16,0-1-3-16,0 2-7 0,0-3 0 0,2 2 8 16,-1-2-2-16,-2 2-20 0,3-2-4 0,-1 2-5 0,-1-1 2 15,2 1-3-15,-1-2-4 0,0 1-8 0,0 1-5 0,1-1-2 16,0-1-1-16,-1 3-1 0,0-2-10 0,0-4 1 16,1 5 0-16,1 0-2 0,0 0-3 0,-3-1 0 15,3 0-3-15,-2 1-3 0,-1 0 1 0,3 2-3 16,-3-1-2-16,0 0-3 0,0 0 4 0,1 1-2 15,-1 0-1-15,2-2 1 0,-3 2-1 0,2 0-2 16,-1 0 1-16,3-2 0 0,-3 2 0 0,1-2-1 16,0 1 0-16,1 1 0 0,-1-1 0 0,2 0 2 15,-2-1 1-15,0 1-1 0,2 0-2 0,0 0 2 16,-2-1-2-16,1 1 2 0,1-1 1 0,-2 1-3 0,0 0 1 16,1 0 0-16,-1 0 1 0,2 0 0 15,-3 0 0-15,2 1-2 0,-1 0 1 0,0-3 0 0,1 1 0 16,-2 2 2-16,0 0-2 0,1 0-1 0,-1 0 1 15,-1 0 1-15,1-1 0 0,1 2 0 0,-1-1-2 16,1 0-2-16,-1 0-25 0,0 1-16 0,1 3-19 16,-2-2-24-16,0 3-97 0,0 1 133 0,0-1-91 15,0 3-46-15</inkml:trace>
  <inkml:trace contextRef="#ctx0" brushRef="#br0" timeOffset="16557.4">16650 17206 129 0,'2'-5'132'0,"0"3"-28"0,2-3-52 0,-4 2 41 16,0 2-6-16,1 0-9 0,0 0-13 0,2-1-6 16,-3 1-4-16,4-1 2 0,-5 0-5 0,3 2-9 15,-1-2-5-15,1 0-3 0,-2 1-6 0,2-1-9 16,-2 0 0-16,0 1-2 0,2 1 1 0,-2 0-1 0,0-3-5 15,2 2 5-15,-2-1-1 0,1 2-6 0,1-1 0 16,-1-2 0-16,-1 0-4 0,0 2-1 0,1 1 1 16,-1-1-4-16,0 1 1 0,-1-3 0 0,0 3-1 15,-4-3 1-15,7 3-2 0,-5-2-1 0,-1 0 1 16,3 1-1-16,0-1-1 0,-3 1 2 0,4 0-2 0,0 1 0 16,-5-3 1-16,5 3-1 0,-1-1 1 15,-1 1-1-15,1 0-1 0,0 0 1 0,-2 0-1 0,0 0-1 16,2 0 0-16,-2 1 1 0,0 0 0 0,-2 1 1 15,3 0 0-15,-1 0 0 0,0 0 0 0,-2 1 0 16,2 0 0-16,0-1 2 0,-1 1-2 0,2-2 2 16,-1 4-2-16,-1-3 3 0,0 0 0 0,-1-1 0 0,3 3 0 15,-3 0 0-15,2-2 2 0,0 2-2 0,0-1 2 0,1 2-3 16,0-1 2-16,-1-2 0 0,2 1-2 0,1 1 1 16,-2-1-1-16,0 1-1 0,1-3-1 15,1 2 2-15,0 0-1 0,0 3 1 0,1-2 1 16,-1-2-1-16,0 0-1 0,0 3 0 0,2-2-1 0,-2 0 2 15,1 0-2-15,0 1 0 0,-1-2-3 0,3 4 2 16,-2-3 1-16,1 1 0 0,-1 1 1 0,0-1-2 16,2-1 1-16,-2 0 1 0,1 0 0 0,-2-1 1 15,1 0-2-15,1 0 0 0,-2 0 0 0,2 0 3 16,1 0-3-16,-1 0 0 0,1 1 0 0,-1 1 0 16,0-1 0-16,1-1 0 0,1 0 0 0,-3 2-1 15,1-4 1-15,2 2 1 0,-2-1 1 0,1 0 1 16,0-1 0-16,2 3-2 0,-3-3 0 0,2 1 3 15,-2 0-2-15,1-1 2 0,0 0-1 0,-1 0 3 16,-1-2-1-16,1 0 0 0,1 1 1 0,-2-1 1 16,1 1-2-16,-2 0 0 0,2-2 0 0,2 1 0 15,-1 1 1-15,0 1 2 0,-1-2-2 0,0 0 0 0,2 0 0 16,-1-1-1-16,-2 0 0 0,1 1-1 0,-1-1 0 16,3 0 0-16,-2 0 1 0,1 1 2 0,-2-1 0 0,0-3 4 15,3 2 3-15,-3-1-2 0,-1 0 2 0,0-1 0 16,0 0-1-16,0 2-2 0,0-3 2 0,4 3-5 0,-6-2-2 15,2 1 0-15,0-2-2 0,3 4-2 16,-6-3 2-16,3 1-3 0,0 0 0 0,-3 1 1 0,3 1-6 16,0 1-9-16,0-2-7 0,-6 1-10 0,6 1-38 15,0 1-26-15,1-1-36 0,-1 0-34 0,0 4 104 16,-1-2-81-16,2 2-23 0</inkml:trace>
  <inkml:trace contextRef="#ctx0" brushRef="#br0" timeOffset="17223.43">16678 17316 257 0,'-3'-1'151'0,"1"-2"-70"0,0 3-42 0,-2 0 22 0,4 0-2 15,-4 0-7-15,3 2 7 0,-3-2-1 0,2 0 1 16,0 0-7-16,-4 2-5 0,3-1-1 0,-1 0-7 16,0 0-3-16,2 0-10 0,-2 1 1 0,0 0 0 15,0 2-2-15,-1-3 1 0,3 2 0 0,-3-1-2 16,2 2-2-16,-3 1 0 0,3-1-3 0,-1 2-2 16,1-3 2-16,-1 4-2 0,1-2-5 0,0 0 1 15,-2 0 0-15,3 1-3 0,-1-2-3 0,0 1 0 16,0 1-3-16,1-2 1 0,0 3-3 0,2-2 0 15,-3 0-2-15,2 0 3 0,-1 0-1 0,1-2-2 0,0 2 0 16,1 0-1-16,-1-2 1 0,1 0 0 0,0 2 1 0,-1-1-1 16,1 2 0-16,0 0 0 0,0-2 2 0,0 0-1 15,0 1-1-15,0 0 1 0,1 0-1 0,0-1 0 16,0 2 0-16,-1-3 0 0,3 3 0 0,1 0-2 16,-3-1 2-16,1-1 0 0,3-1 0 0,-3-1 1 15,1 1 0-15,1-2 0 0,2-1-1 0,-4 1 3 16,3-1 1-16,-2 0-3 0,2 1 3 0,3 1-2 15,-6-2 0-15,3 2 2 0,-2-3 1 0,3 1-1 16,-1 0 0-16,-1-2 1 0,-1 0-1 0,1 0 0 16,0-2 3-16,-2 3-1 0,4-2 1 0,-2 1-1 15,-2-1-2-15,3-1 0 0,-1 2 1 0,0-1 0 16,2-1-3-16,-1 0-1 0,-1 2 2 0,1-1 0 0,-2-2 3 16,0 1-2-16,-1-2 0 0,-2 1 2 0,6 1 3 15,-5-3 3-15,3 0-3 0,-4 2 3 0,3-2 1 16,0 2 1-16,0-2-1 0,-2 2-1 0,-1-2 0 15,0 0 0-15,0 0-1 0,1-1-2 0,-1 1-2 16,0-2 1-16,-1 1-2 0,1 2 1 0,0-3-2 16,-1 2-2-16,-1 1-2 0,2-2 2 0,-2 3-3 15,2-3 0-15,-2 3 1 0,2-1-1 0,-1 1 0 16,-2 0-1-16,3 3 0 0,-4-1 0 0,3 1 1 0,1 0 0 0,1 0-4 16,-1 0-4-16,0 2-12 0,1-2-10 0,-1 1-17 15,0 1-47-15,0 0-36 0,0 0-43 0,0 3 112 16,0 0-109-16,0 3-44 0</inkml:trace>
  <inkml:trace contextRef="#ctx0" brushRef="#br0" timeOffset="33504.44">11655 17056 77 0,'0'0'55'0,"0"-2"-18"0,-2 2-11 0,2 0 16 15,0-1-6-15,0 1 2 0,-1 0-1 0,1 0 11 16,0 1 1-16,-2 1 1 0,2-1-2 0,0-2-1 0,-1 0 4 15,1-1 0-15,0 1-2 0,-1 0-10 0,-1-1 2 16,2-2-1-16,0 1-5 0,0 2-3 0,0 1-7 16,0-1-5-16,-1-1 0 0,1 2-4 0,0-4-4 15,0 4-2-15,0-2-2 0,0 2 1 0,0-2 1 0,0 1 0 16,0 0 1-16,0-1 1 0,0 2 0 16,0 0 3-16,1 1 0 0,-1-1 0 0,0-1-4 15,0 1 0-15,0 0-3 0,2 0 1 0,-2-2-3 0,0 0-4 16,0 2 0-16,1 0 0 0,-1-1-1 0,1 1-1 15,0 0 1-15,0-1-2 0,-1 0 0 0,1 1 0 16,1-2 1-16,-1 2 0 0,0-1 0 0,1 1 2 16,-1-1 0-16,1 1 1 0,-1 0-3 0,2 0 3 15,-2-1-3-15,1-1 1 0,0 1 3 0,0 0-3 16,0 0 1-16,1-1-2 0,1 2 1 0,-3 0 1 16,2 0 0-16,0-1-2 0,-1-1 0 0,-1 1 1 15,3-1-1-15,-2 2 0 0,1-1 1 0,-1 1-1 16,1-2 0-16,-1 1 1 0,1 1 0 0,-3 0-1 15,2-1 0-15,0 1 1 0,1 0 0 0,-3 0-1 0,2 0 2 16,-1 0-1-16,2 0 1 0,-2 1-1 0,-1 0-1 0,1-1 0 16,1 1 1-16,-1 0-1 0,-1 0 1 0,1-2-1 15,0 1-1-15,1 0 1 0,1 3 2 0,-1-3 0 16,-2 0-2-16,2 0 2 0,-1 0-3 0,1 2 1 16,-2-1 0-16,1-1 0 0,0 0-1 0,1 1 1 15,-1-1 0-15,0 1 0 0,-1-1 1 0,1 1 0 16,1-1 1-16,-1 1-2 0,1 0 1 0,-1-1-1 0,0 0 0 15,2 1 0-15,-2-1-1 0,2 3 0 0,-3-3 1 16,1 0 1-16,0 0-1 0,1 0 1 0,1 0 0 16,-1 0-1-16,-2 1 0 0,2-2 1 0,1 1-1 15,-2 0 0-15,0 0 0 0,1 0-1 0,-1 0 0 16,2 0 0-16,-3 0 3 0,1 0-1 0,2 0-1 16,-2 0 0-16,2 1 1 0,-2-1-1 0,0 0 2 15,-1 0 0-15,2 0-2 0,1 0 0 0,-3 0 1 16,2 0-1-16,-2 0 0 0,3 0 1 0,0 1-1 15,-1 0 1-15,-2-1 2 0,2 0-3 0,1 0 0 16,-1 0 0-16,-1 0 0 0,1 0 0 0,-1-1 0 16,0 1 1-16,1 0-1 0,-1 0 2 0,-1 0-1 15,2 0-1-15,-1-2 1 0,-1 1 0 0,0-2 2 0,0 1-3 0,0 2 5 16,0-2 1-16,0 1 2 0,0 1-1 0,1 0 1 16,-1 0 1-16,0 0-3 0,2 0 2 0,-2 0-3 15,0 0-3-15,0 0 0 0,0 0-1 0,-2-1 1 16,2 1-2-16,0 0 2 0,0-1 0 0,-1 0-1 15,1-1 1-15,0 2 1 0,0 2-1 0,0-2 0 16,0 0 1-16,0 1-3 0,0 1 1 0,-1-2-1 16,1 0 2-16,-2 0-2 0,0 0 1 0,1 1-1 15,0-1 2-15,-2 0-1 0,2 0 0 0,0 1-1 16,-2 1 0-16,1-2 0 0,-1 1 0 0,0-1 1 16,-1 1 0-16,3 1 1 0,-1-1-2 0,-1 0 1 15,0-1 1-15,-1 2 0 0,2-1-1 0,1 1 1 0,-2 0-2 16,0 2 1-16,-1-2 0 0,1 0 0 0,1 0-1 0,-1 1 1 15,0 0-1-15,1-3 1 0,-1 1 0 0,-2-1-1 16,2 1 2-16,1 1-1 0,-1-1 1 0,-1-1 0 16,1 2-1-16,-1 1 0 0,-1 0 1 0,2-2-1 15,-1 0 0-15,0 0 0 0,-1 0 0 0,1 0-2 16,1-1 1-16,0 2-1 0,0 0 1 0,-1-1-1 16,1 2 1-16,0-1 0 0,1-1 1 0,-2 3 0 15,1-2 0-15,0 2 1 0,1-2 0 0,-2-1 2 16,2 3-2-16,-1-4 2 0,2 0 0 0,0 1 0 0,0 0-1 15,-2-1 3-15,2-2-2 0,0 2 0 0,0 0 1 16,0 0-1-16,-1 0 1 0,1 0 1 0,0-1 2 16,-1 1-1-16,1 1 1 0,0-2-2 0,1 1-1 15,-2 1 2-15,2 0-2 0,-1-1-1 0,-1-1-2 16,2-2 0-16,0 3-1 0,-1 0 2 0,1-1-2 16,0 2-1-16,-1-1 0 0,1-1 1 0,0 1 0 15,0 1-1-15,0-1 0 0,0 0-1 0,0-1 1 16,0 0 0-16,0 0-1 0,0 1 1 0,0 0-1 15,0-1 1-15,0 1-1 0,1 0-1 0,0 0 1 16,1 1 1-16,-1 0 1 0,0 0-1 0,1 0-1 16,1-1 1-16,-2 0 1 0,2 0 0 0,-2 0-1 15,-1-2-1-15,2 2 0 0,-1 0 1 0,0-2 0 0,1 2 0 16,0 0 0-16,-1-1 0 0,-1 1 0 0,2 0 1 16,-1-1-1-16,0 1 0 0,1 0 0 0,-1 0 0 15,2 0-2-15,0 0 2 0,-1 0 1 16,-1 0-1-16,1-1 0 0,0 0 0 0,0 0 0 15,-1-2 0-15,-1 1 2 0,2 1-3 0,-1-2 1 0,0 3 0 16,0 0 0-16,0 0 0 0,0-1 0 0,2 1-1 16,0 0 0-16,-3-1 1 0,2 1 0 0,-1-1-1 0,1-2 1 15,-1 1 0-15,2 2 2 0,-2-1-2 0,1-1 1 16,-1 0 0-16,1 2-1 0,0-1 1 0,1 1-1 16,0 0 0-16,-3-1-1 0,1 1 1 0,2 0 0 15,-2-2 0-15,2 0 0 0,-1 2 0 0,0-1-1 16,0-1 0-16,-1 2 1 0,1-1-1 0,0 0 1 15,-1 1 0-15,1 0-2 0,-2 0 3 0,2 0-1 16,0 0 1-16,-1 0-1 0,0-2 1 0,0 2 0 16,1 0 0-16,-2 0 0 0,1 0-1 0,2 0 2 0,-3-4-3 15,0 4 1-15,0 1 0 0,1-1 0 0,-1 0 0 16,0-1 0-16,0 0 0 0,1 1 0 0,0 0 0 16,0-1 2-16,-1-1-1 0,0 0-2 0,1 1 1 15,1 1 1-15,-2-1 1 0,0-1-1 0,0 2-1 16,1 2 0-16,-1-2-1 0,0 2-1 0,1-1-10 15,-1-1-10-15,0 2-50 0,0 1-40 0,0-2-53 0,-1 0 117 16,-3 6-114-16,2-3-58 0</inkml:trace>
  <inkml:trace contextRef="#ctx0" brushRef="#br0" timeOffset="37031.22">11069 17307 128 0,'-2'-3'95'0,"2"-1"-25"0,-3 3-31 0,2-1 24 15,1-1-1-15,-2 0-3 0,1 0-1 0,0 2-8 16,-3 0-2-16,4-1 5 0,0 0-1 0,-4 1-10 0,4 0-4 16,1-1-4-16,-2 1-2 0,-1-1-6 15,2 0-1-15,0 1-10 0,0-2-1 0,1 2 0 0,-1-3-2 16,-4 2-2-16,4-1-3 0,4 1 0 0,-4-2-1 16,0 2-1-16,0 2-1 0,0-2-1 0,1 2 2 15,1 0 0-15,2-1 5 0,-2 1 0 0,0 0 4 16,-1 0 2-16,1-1 0 0,-1 0 0 0,-1-2-1 15,2 2 1-15,-2 1-5 0,-3 0-1 0,1 1-4 16,0-1-3-16,1 0-2 0,1 2-1 0,0-2 0 16,0 1 0-16,0-2 0 0,3 1 0 0,0 0-2 15,-3 0 1-15,0 0 1 0,2 0 3 0,-1 1-3 16,0-1 0-16,-1 0 0 0,0 0 0 0,-1 0 1 0,1 0 2 16,1 0-3-16,-1-1 1 0,2 1 2 0,-2-2 2 15,0 2 1-15,0 0 3 0,1 0 0 0,0 0-1 16,0 0 4-16,0 0-1 0,-4-1 1 0,4 1-1 15,1 0-2-15,-2-1 0 0,3 0-1 0,-2-1 0 16,-1 1-3-16,3 0-1 0,2 1-2 0,-5-2 1 16,3 0-3-16,-1 2 0 0,1 0 0 0,0-1 2 15,1-2-1-15,-1 2-1 0,-3-2 1 0,3 2 0 0,0-2 0 16,-1 1 0-16,2 0-2 0,-3 1 1 0,1 0 0 16,3 1 2-16,-3-1-4 0,0 1 1 0,1-1 1 15,-1 1 0-15,2 0 2 0,-2 0-3 0,0 0 1 16,1 0 0-16,-1-1 1 0,1-1-1 0,-1 2 0 15,-1-2-1-15,2 2 2 0,0 0 0 0,-1 0-2 16,0 0 1-16,0 0 0 0,0 1 1 0,1 3-1 16,-2-3 0-16,0 0-2 0,0 0 1 0,-1 1 1 0,3 3 0 15,-2-4-1-15,0 0 1 0,0 1 0 0,0-2 0 16,-1 1 1-16,2 0-1 0,-1 0 0 0,0 0 0 16,1 3 2-16,-1-2-2 0,0-1 2 0,0 2-2 15,0 0 1-15,2 1 0 0,-3-3 0 0,1 0 1 16,-1 0-2-16,0-1 1 0,0 2-1 0,0-2 0 15,0 3 0-15,0-1 0 0,0 0 0 0,0 1 0 16,0 0 0-16,0 2 2 0,-1-1-1 0,-1 0 1 16,1 2-2-16,-2-2 1 0,2 2 0 0,-2-2 0 0,0 2 0 15,1-2-1-15,0 0 0 0,-1 1 1 0,1 0-1 16,1 1 3-16,-2-2-1 0,0 0-2 0,2 1 0 16,-1-1 2-16,0 1-1 0,-1-4 0 0,1 1 0 15,0 0 0-15,0 0 0 0,1 0 0 0,-1 0 1 0,-1 0-2 16,2 1 0-16,0 1 0 0,0-2 0 0,0 1 1 15,1-1-1-15,-3 0 0 0,2 0 0 0,-1-1-1 16,2 1 1-16,0 0 0 0,-1-1 0 0,1 0 0 16,0-1-1-16,0 1 1 0,-1 0-1 0,1 0 1 15,-1-1-1-15,1 1 1 0,1-1-1 0,0 1 0 16,-1-1 1-16,0 0 1 0,1 2-1 0,1-2 0 16,-2 1 0-16,0-1 0 0,0 1 0 0,0-1 1 15,2 0-1-15,0 0 0 0,-2 0-1 0,1 0 1 16,1-1-1-16,0-2 0 0,1 3 1 0,-1-1 0 15,-2-1 0-15,4 1 0 0,-2 1 0 0,1-1 2 16,-1 1-2-16,0-2 0 0,1 2-1 0,-1-1 1 16,1 1-1-16,-1-3 1 0,1 2-1 0,-1 0 1 15,0 0 0-15,1-2 0 0,-2 2 0 0,2-1 0 16,-2 1 0-16,1 1 0 0,-1 0 0 0,1-3-1 16,-1 4 1-16,0-1-1 0,-1 2 1 0,1-1 1 15,-1 0-1-15,0-1 0 0,0 0 1 0,2 0 0 0,-1 0-1 0,0 2 0 16,0-2-1-16,-1 0 1 0,0 1 0 0,1 0 0 15,-1 1 0-15,1 0 0 0,-1 1 0 0,2-2 0 16,-1 1 1-16,-1 1-1 0,1 1-1 0,-1-2 1 16,0 0 1-16,0 0-1 0,0 1 0 0,0 0 1 15,0 0-1-15,0-2 0 0,-1 1 1 0,1 0 1 16,-1 2-1-16,1-2 0 0,-2 0 1 0,1 1 0 16,0 1 1-16,0-2 1 0,-1 2 0 0,0 1-1 15,-1-2 1-15,0 1 1 0,-1 1 0 0,1-2 0 16,-1 1 0-16,0 0 1 0,0-1 0 0,1 1 0 15,-1-1 2-15,1 1-1 0,-1-1-1 0,2 2 2 16,-1 0 1-16,1-2 0 0,-1-1-4 0,-2 3 3 16,3-2-2-16,-1 0 0 0,-2 1 2 0,3-2-2 15,-1-1 4-15,0 1 2 0,0 0 1 0,0 2 2 16,2-4 2-16,-2 2 0 0,2-1-1 0,-1 0 0 0,1 0-3 16,0-1-2-16,1 0-3 0,0-1 0 0,-1-1-2 15,0 0-3-15,0 2 0 0,0-3 0 0,1 2-2 16,0 0 0-16,-3 0 2 0,2 1-2 0,1 0-2 15,-2 0 1-15,2 0 0 0,0 0 0 0,0 0-2 16,0 1 1-16,0-1-3 0,3 1-10 0,0 1-48 16,-3 2-38-16,0-3-55 0,1 3 113 0,4 3-108 15,-3-3-62-15</inkml:trace>
  <inkml:trace contextRef="#ctx0" brushRef="#br0" timeOffset="37831.61">11260 17551 109 0,'0'-2'93'15,"0"1"-16"-15,0-1-35 0,3-1 29 0,-3 0-5 16,1 0-3-16,0 1 1 0,1-3-1 0,-1 2-8 16,0 2 1-16,1-6-1 0,-1 5 0 0,1-2-2 15,-1-1-1-15,1 2-2 0,-2 0-2 0,3-4-4 16,-3 5-4-16,1-1 0 0,0-2-5 0,0 3-2 15,-1-1-4-15,1 0-1 0,1-1 0 0,-1 0-4 16,-1 2 0-16,1 1 0 0,1-1 0 0,-2-1-4 0,0 2-2 0,0 1-1 16,0-1-3-16,0 0 0 0,0 1-4 0,0-1-1 15,0 1-2-15,0 0-2 0,-2 0-1 0,0 0-1 16,0 0-1-16,1 0 0 0,-1 0 0 0,1 1-1 16,-2 0 1-16,1-1-1 0,2 2 1 0,-3-1 0 15,2 2 0-15,0 0-2 0,0 0 0 0,0-1 2 16,0 2-1-16,1-2 1 0,0 1 0 0,0-2-1 15,-2 0 0-15,2-1 2 0,0 0 2 0,0 2 0 16,0-2-2-16,-2-1 1 0,2 0 0 0,0 1 2 16,0 0 0-16,0 0-2 0,0 0-2 0,0 0 0 15,0 0 1-15,0 0 0 0,0-1-1 0,0 1 1 16,0 0 0-16,0 0 0 0,0-1 0 0,0 1-1 0,0-1-1 16,0 1 1-16,0 0 1 0,0 0-3 0,1 0 0 15,-1 2 2-15,1-2-1 0,-1 0-1 0,0 0 2 16,0 0 0-16,0 0-2 0,0 0 1 0,-1-2-1 15,1 1 1-15,-1 1-1 0,-1 1 0 0,2 0 0 16,-1 1 0-16,0-2 0 0,0 2 0 0,1 2 0 16,-1-3 0-16,1 0 1 0,-1 1-2 0,1-1-7 15,-1 4-6-15,1-3-21 0,0 0-11 0,0 1-14 16,0 1-17-16,0-2-21 0,-2 2-69 0,2-2 111 16,0 1-73-16,0-3-17 0</inkml:trace>
  <inkml:trace contextRef="#ctx0" brushRef="#br0" timeOffset="39165.98">11329 17329 118 0,'0'-1'105'0,"0"1"-19"0,-1-1-39 0,1 0 35 16,-1-1-9-16,1 2-6 0,0 0-3 0,-1 0-8 15,1-1-4-15,0 1-4 0,0 0-3 0,0 0-8 0,1 0-4 16,-1 0 2-16,1 0-1 0,0-1-10 0,0 1 0 15,-1-1-2-15,0 1 4 0,0-1-3 0,0 0 2 16,0 1 0-16,0 0-2 0,0 0 2 0,0 0 0 16,2 1-1-16,-2-1-7 0,0 0-3 0,-2 0-2 15,2 1-2-15,0-1-3 0,-1 0-2 0,0 0-1 16,0 1-2-16,0 1 3 0,1 1 3 0,0-1-1 16,-1 0 1-16,-1 0-1 0,2 0 4 0,-2-1-1 15,1 1 3-15,-1-1-2 0,1 0-2 0,0-1 0 16,-1 0 0-16,2 2-1 0,-1 0-1 0,1-1-1 15,0 3-3-15,0-3 2 0,-2 0-1 0,2 1-2 0,0-2-1 16,0 0 2-16,0 1-2 0,0-1-1 0,0 0 0 0,0 0 0 16,2 0-1-16,-2 0-1 0,0 0 3 0,1 0-1 15,0 0-1-15,0 0 1 0,0 0 2 0,0 0-2 16,2 0 1-16,-2 0 0 0,2-1-2 0,-2 1 1 16,1 0 1-16,0-1-1 0,4 1 0 0,-5-1 0 15,3 0 0-15,0 1 0 0,-1 0 0 0,0 0 0 16,2 0 1-16,-2-1-1 0,1 1 0 0,0-2 0 15,-2 2 1-15,3-1-1 0,3 1 0 0,-6-1 0 16,1 1 0-16,1-1 0 0,1 1 0 0,0 0-2 16,-1 0 2-16,-2 0 0 0,0 0 1 0,0 0 1 0,2 0-2 15,-1 0 0-15,0-1 0 0,1 1 3 0,-1 0-3 16,1 0 1-16,-4-1 0 0,5 1-1 0,-4 0-1 16,1 0 2-16,-2 1 0 0,0-1-1 0,0 0 0 15,3 0 1-15,2 1-1 0,-3 0 3 0,0-1-2 16,3 0 0-16,-3 2-1 0,2 0 0 0,-2 1 0 15,0-2 0-15,1-1-1 0,-2 1 0 0,-2 2 1 16,1-3 0-16,3 1 0 0,-3 0 1 0,4 2-1 16,-1-2 0-16,-3 0 1 0,-1 2 1 0,4-1 2 15,-3 1 1-15,1 0 5 0,-4-1 2 0,1 0 1 16,2 3 2-16,2-3 0 0,-2 1 1 0,0-1-1 16,0-1-1-16,0 2-5 0,0-2-2 0,0 1 0 15,0 0-3-15,-1 0-1 0,1-1 0 0,0 1-1 16,1 1-1-16,-2-1 1 0,1 0-1 0,-1-1 1 15,0 0-1-15,1 1 2 0,1 1-3 0,-1-1 0 0,0 0 0 16,0 0 0-16,1 0 1 0,-1 1 0 0,0 0-1 16,0-2 2-16,-1 1-1 0,0-1-1 0,0 1 2 15,0 2-2-15,-1-3 0 0,2 0 0 0,0 1 0 16,0 0-1-16,0 2 2 0,0-2 0 0,2-1 0 0,-1 0 1 16,-1 0-1-16,0 1 1 0,0-1 1 0,-3 0-2 15,3 2 1-15,-2-1 0 0,-1-1-1 0,3 1 0 16,-1 0 0-16,0 0 1 0,1-2-1 0,0 0 1 0,-1 2 0 15,0-1-1-15,0 1 0 0,-1-2-1 0,-4 0 2 16,1 1 0-16,3 0-1 0,2-1 1 0,-5 0 0 16,2 0 1-16,1-1-1 0,-3 0-1 0,5 2 0 15,0-1 1-15,-2 2-1 0,0-1-1 0,1-1-1 16,-2 2 1-16,2-1-1 0,-1 1 1 0,-2-2 0 16,1 0 0-16,-1 0 1 0,2 0-1 0,1 0 3 15,-2 0-4-15,1 1 1 0,0 0 1 0,-2-1 0 16,3 1-1-16,1 1 2 0,-4-2-2 0,3 1 0 15,0 0 1-15,-2 0 1 0,-1-1-1 0,4 1-1 16,-1-1 0-16,-1-1 0 0,1 1 1 0,-3 0 1 16,4 0 0-16,0-1 0 0,0 1 3 0,-2 0 0 15,1 0 1-15,-2-1-1 0,0 0 0 0,0 1-2 16,-1-1 2-16,2 1-1 0,-2 0-1 0,1 0 0 0,3 0-2 16,1 0 1-16,-2 1 0 0,0-1 0 0,0 1-2 15,-1 0 0-15,1 0 0 0,0 0-2 0,-3 2 2 16,1-3 0-16,2 1-1 0,-1-1 1 0,2 1 0 15,-2-1 1-15,0 0 0 0,1 0 1 0,0 3-3 16,0-1 1-16,0 0-9 0,1 1-13 0,0 0-12 16,0-1-16-16,0 1-53 0,2 1-35 0,-2-3-42 15,1 1 112-15,2 0-109 0,-3 0-45 0</inkml:trace>
  <inkml:trace contextRef="#ctx0" brushRef="#br0" timeOffset="40188.32">11383 17349 122 0,'0'-2'77'0,"1"1"-28"0,-2 0-23 16,1 0 12-16,1 0-3 0,1 1-4 0,-1-1-5 16,-1-1-6-16,3 1-6 0,-2 0-2 0,0 1-2 15,-1-2-5-15,0 1-1 0,0 0 0 0,0 1-1 16,0-1-3-16,3 0 1 0,-3 0 0 0,3 0-1 16,-2 1 2-16,1-2-3 0,2 0 0 0,-4 2 0 15,1 0 1-15,1-2-1 0,1 2 1 0,-3 0-3 16,2 0 0-16,0 0 3 0,-2 0 0 0,4 0 0 0,-4 0 0 15,0-1 1-15,0 0-1 0,0 0 1 0,1 0 0 16,0 1 1-16,-1-1-2 0,0 0 0 0,0 0 1 16,1 1 0-16,1-1-1 0,2-1 2 0,-4 2 0 15,0-3 2-15,3 2 4 0,-4-1 2 0,1 2 4 16,0-1 7-16,-2-1 5 0,2 1 2 0,0 0 12 16,0-2 3-16,1 3 4 0,1-1-1 0,-2-1 8 15,5 2-2-15,-1-1 1 0,-4 0-2 0,2 1-8 0,-3-1-6 16,0-1-2-16,1 2-2 0,0-3-10 0,1 2-4 0,-1 0-2 15,0 0-1-15,1-1-2 0,0 1 1 0,0 0-1 16,0 1-1-16,-1 0 3 0,2 0 0 0,-2 0 0 16,0 0 1-16,1 0-2 0,1 0-2 0,-2-1-1 15,0 1 0-15,0-1-5 0,0-1 1 0,0 2-1 16,2 0-2-16,-1-2-2 0,0 2 1 0,2 1-1 16,-1-2 0-16,0 1-1 0,0 0 0 0,0-1-1 15,1 1 2-15,0 0 1 0,-1-1 0 0,-2 0 2 16,3 0-1-16,-2-1 1 0,0 0-1 0,7 2 0 15,-5-3-1-15,1 2 1 0,-1 0-1 0,0-3-1 16,3 2-1-16,1 0 0 0,-5-1 2 0,0 1-2 0,1-1 1 16,0 1-3-16,0-1 1 0,2 2 2 0,-1 1 0 0,-3-1-2 15,4 1-1-15,-1 0 1 0,-2 0 0 0,0 0 2 16,2 0 0-16,-4-1-2 0,1-1 1 0,1 2 2 16,-2 0-2-16,2 0 2 0,-2 0 0 0,1-1-3 15,-1 1 1-15,3 2 0 0,-3-2 0 0,2 0 0 16,-2 1 0-16,0 0 0 0,2-1 1 0,-2 1-1 15,0-1-1-15,0-1-1 0,0 1 0 0,0 0 1 16,0 0 0-16,0-1-1 0,0 1 1 0,0 0 1 16,0 0 0-16,2 1 2 0,-2-1-3 0,1 1-1 15,1 0-10-15,-2 2-10 0,2-2-40 0,-2 0-25 16,0 2-40-16,3-1-53 0,-3 0 118 0,1 3-117 16,1 0-50-16</inkml:trace>
  <inkml:trace contextRef="#ctx0" brushRef="#br0" timeOffset="41139.25">11611 17352 207 0,'-1'-2'108'0,"1"1"-51"0,0-4-25 16,3 4 17-16,-3-1-2 0,1-3 4 0,1 2 0 0,2 1-3 15,-3-1-2-15,1-1 0 0,0 1 3 0,0 0-5 16,0-1 0-16,2 1-8 0,-3 1 0 16,1-1-3-16,-1 0-1 0,1 1-1 0,-2-1-7 0,1 1-1 15,-1 0 1-15,0 0 0 0,1-1 3 0,-1 2-1 16,0 0-1-16,2 0-3 0,-2 0-2 0,0-1 0 16,-2 1-5-16,2 1-2 0,0 0-6 0,-2-2-1 15,1 2-2-15,0 0 1 0,0-2 0 0,1 2-3 16,-3 0 0-16,0-1-1 0,1 0 2 0,1 0-3 15,0-1 1-15,-2 1 0 0,3 1-1 0,0-1 0 16,-2 1-1-16,-2-1 1 0,3 0 0 0,0 1 1 16,-1 0-1-16,0 0 0 0,-2 1 0 0,2-1 0 15,2 1 1-15,-1 0-1 0,-1 1-1 0,0-2 0 16,0 2 1-16,-1-1 0 0,2 0-2 0,-2 1 2 16,-1-1-1-16,0 0 2 0,1 1 0 0,1-1 0 15,2 2 0-15,-3 0 0 0,-1-1 5 0,4 0 0 16,-2 1 2-16,1 2 1 0,-2-3 4 0,2 0 0 0,-3-1 0 15,3 2 3-15,-2 1-2 0,2-2-3 0,1 0 0 16,-2-1-1-16,1 2-3 0,0-2-1 0,-1 4-2 0,1-2-2 16,1 0-2-16,0 1 1 0,-1 0 0 0,0-1-1 15,1 2 0-15,0-3 0 0,-1-1-1 0,1 1 1 16,0 0 0-16,0-1 0 0,2 1 1 0,-2-1-1 16,0 1-1-16,2 0 1 0,4-1 3 0,-5 1-3 15,2-1 0-15,1 2 0 0,-2-1 0 0,5-1-2 16,-1 0 2-16,-3 0 1 0,0 0-1 0,1 1 0 15,1-1 0-15,-1 2 0 0,-1-3 1 0,2 1 0 16,0 0 0-16,-1-1 0 0,2 0-2 0,-3 0 1 16,1 0 1-16,-1-1-1 0,1 1 0 0,0 0 0 15,-1-1 1-15,0-2-1 0,-1 3 2 0,1-1 0 16,0-1 0-16,0 0 0 0,-1 0-2 0,0 0 2 16,-2 1 0-16,3-2 0 0,-2 2 0 0,0-1 1 15,1 1-3-15,0 0 2 0,-2-2 1 0,1 0-1 16,1 1-1-16,-1 2-1 0,0-2 2 0,-1-1-2 15,1 1 1-15,-1-2 1 0,1 1-1 0,0 0-1 16,-1-3 2-16,0 2 0 0,0 2 0 0,0-2 1 0,0 2-2 16,0-2-1-16,0 2 1 0,0-1 0 0,0 0 1 15,0 0-1-15,-1 0 1 0,1 0-2 0,0 0 2 0,0 1 2 16,-1-1-2-16,0 0 0 0,1 1 0 0,-1 0 0 16,-2 0-2-16,3-1 2 0,-2 1 0 0,1 1-3 15,-2 0 1-15,1 0 1 0,1-1-1 0,0 1 0 16,-1-1 1-16,1 1-5 0,-2-2-7 0,3 2-6 15,-1 1-34-15,0 0-22 0,1 0-32 0,0 0-38 16,0 5 93-16,0-2-76 0,0 2-23 0</inkml:trace>
  <inkml:trace contextRef="#ctx0" brushRef="#br0" timeOffset="42154.41">11632 17454 384 0,'-3'-1'192'0,"1"-3"-108"0,1 2-57 0,0 1 20 16,-1-1-10-16,2 1-5 0,0 0-4 0,0-2-8 16,0 2 5-16,0 0 0 0,0-1 5 0,0 1-2 15,0-1-2-15,0 0-5 0,0-1-1 0,0 2-7 16,0 1-1-16,0-1 3 0,2 1-2 0,-2 0 7 16,0 0 1-16,0 0 4 0,0 0-2 0,0 0 3 0,-2 0-4 0,1 0-1 15,0 0-1-15,0 0-7 0,-1 0-2 0,1 0-3 16,0 1 1-16,1 0-3 0,0-1 1 0,0 0-1 15,-1 1-3-15,1 2 1 0,0-2-1 0,-1-1 0 16,1 1 0-16,-1 0-1 0,-1 1 2 0,0 0 0 16,0-1 3-16,1-1 0 0,0 2 1 0,-1 0 1 15,-1-1 2-15,3 1-1 0,-1-1-1 0,0 0-2 16,0 1 0-16,-2 1 0 0,2-1-3 0,1 0-1 0,0-1 0 16,-1 1 1-16,0 0 0 0,-2 2 1 0,3-3-3 15,-1 2 1-15,-2-1 0 0,3 2 1 0,-1 0-1 16,0-2-2-16,0 1 0 0,1 1-1 0,1 0 0 15,0-1 1-15,0 0 0 0,-1 0-1 0,2 0 0 16,-1 0 2-16,-1 2-2 0,1-2 3 0,-1 0-2 16,0 3 0-16,2-5-1 0,-2 2 1 0,0 2 1 15,0-4-2-15,2 3 1 0,-1-2-1 0,0-2-1 16,0 4 1-16,-1-3 1 0,3 1-1 0,-1-1 0 16,0 0 2-16,0-2-2 0,0 1 2 0,2 0 1 15,-1-1-2-15,-1 1 1 0,1 0-1 0,1-1 0 16,-3 1-1-16,3 0 1 0,-2 0-1 0,3 0 0 0,-1 1 0 15,-2-1 2-15,2-1 0 0,-2 0 0 16,2-2 0-16,-1 1-1 0,1 1 0 0,-1-2 0 0,-1 1 2 16,3 1-3-16,-3-2 0 0,2 1 1 0,-1 1-1 15,1-3 1-15,-1 3 0 0,-1-3 3 0,0 1-1 16,1-1-2-16,-1 1 2 0,1 0-2 0,-1 1 1 16,0 0 1-16,1-3 1 0,0 1-4 0,-2 2 0 15,-1-3 2-15,2 2-3 0,0 0 4 0,-1 0-1 16,1-1-1-16,-2 2 1 0,0-1 1 0,0 0-2 0,2 2 2 15,-2-3 1-15,0 3-3 0,0-1 0 0,0-1 0 0,0 2 0 16,0-3-1-16,0 3 2 0,0-1-2 16,0 0 1-16,0-1 0 0,0 1 0 0,0 0 1 0,0 1-1 15,0-1 2-15,0 0-2 0,-1-2 0 0,1 2 0 16,0-1 0-16,-1 0 0 0,1-1 0 0,-2 1 0 16,2 0-1-16,-1 0 1 0,0 0 2 0,-1 1 0 15,0 0 0-15,0 1-1 0,1-1 0 0,-2 0-1 16,0 2 2-16,2-2-2 0,-2 0-1 0,2 0 1 15,-1 0-1-15,-3 1 0 0,4 1 0 0,-2-1 1 16,1-2-1-16,-2 3 1 0,3 0 0 0,-3 0-1 16,4 0 2-16,-3-1-3 0,-2 1 1 0,3 0 1 15,0 0 0-15,0 0-1 0,-2 1 1 0,2 1-1 16,-1-1 0-16,2 0 2 0,-1 0 0 0,0-1-4 0,0 1 2 16,0-1 0-16,1 0 0 0,-1 0 0 0,1 1 3 15,-2-1-3-15,2 0-1 0,-1 3 1 0,1-3-1 16,0 0 1-16,1 0 0 0,-2 3-1 0,2-3-2 15,-1 2 2-15,0-2 1 0,1 1 0 0,0 0-20 16,-1 1-17-16,1 1-19 0,0-2-33 0,0 2 65 16,0 0-51-16,2 0-21 0</inkml:trace>
  <inkml:trace contextRef="#ctx0" brushRef="#br0" timeOffset="52289.1">10872 17719 52 0,'0'-3'78'15,"0"3"-6"-15,0-1-32 0,-2-2 19 0,0 1-3 16,2 0-6-16,-1-1-9 0,-1 2-3 0,0 0-5 15,2-1 0-15,0 1-5 0,-3 0-2 0,2-1-2 16,-1 1-1-16,1 0-7 0,1-2-1 0,-1 3-1 16,0-1-4-16,0 0-3 0,1 2-3 0,-1-1-1 15,-1 0 2-15,1 0-1 0,1 0 1 0,-1 0 1 0,0 0 1 16,1 0 3-16,-2-1 0 0,2 1 1 0,0 0-2 0,0 0 4 16,0 0-1-16,0 0 0 0,0 0 1 0,0 0 0 15,0 0 2-15,-1 1-2 0,1-1 3 0,0 1-2 16,-1 0 0-16,0-1-3 0,1 0-1 0,-1 0 0 15,1 0 0-15,-1 0 0 0,1 0 0 0,0 0 0 16,0 0-2-16,0 0 1 0,0 2 2 0,-2-1 4 16,1-1 0-16,1 0 2 0,-1 0-1 0,1 1 2 15,-2-1 2-15,2 3 4 0,-1-3-3 0,1 0-3 0,0 1-1 16,0-1 4-16,0 0 1 0,-1 0-1 0,0-1-4 16,1 1-1-16,0 0 3 0,0-1-2 0,0 1-1 15,0 0-3-15,0 1-5 0,0-1 0 0,0 0 2 16,0 0 1-16,0 0-6 0,0 0-1 0,-1 0 1 15,1-1-1-15,0-1 2 0,0 2-2 0,0 1-1 16,0-3-2-16,0 2 1 0,0 0 0 0,0 0-1 16,0 0 0-16,-1 0-1 0,1-1 0 0,0 2 0 15,0 0 0-15,0-1 0 0,0 0 0 0,0 0-1 16,0 0 1-16,0 0 1 0,1 0-1 0,0 1 0 16,-1 0 1-16,1-1-1 0,0 0 0 0,0 0 0 15,1 0 0-15,-1 0 1 0,0 0 1 0,-1 0-4 0,2 0 2 16,-2 0 0-16,0 0 2 0,1 1-1 0,-1 1-1 0,1-2 0 15,0 1-1-15,0 0 4 0,-1-1 0 0,1 0-1 16,1 0-2-16,-2-1 2 0,1 1 0 0,0 0-2 16,0-2 2-16,-1 2-2 0,4 0 0 0,-3 0-2 15,1 1 2-15,1-1 0 0,0 0-1 0,-2-1 0 16,1 1 0-16,-2 0 1 0,0 0 0 0,2 0 1 16,0 0-1-16,0 0 0 0,-1 0 0 0,-1 0 2 15,3 2-2-15,-1-2 0 0,2 0 0 0,-2-1 1 16,0 1-1-16,0 0 0 0,0 0 0 0,-1 0 0 15,1 1 2-15,-1 0-1 0,1-1 1 0,-2 3 2 16,3-3 2-16,0 0-2 0,-3 0 2 0,1 0 1 16,1 0 0-16,0-2 0 0,0 2-1 0,-1-1-3 15,0 0 0-15,0 1 2 0,0 0-1 0,3 0-3 16,-2 0 0-16,-2 0 0 0,2 0 0 0,-1 0 0 16,1 0 0-16,-1 0-1 0,4-2 0 0,-5 2 0 15,0 0 1-15,2 0 0 0,-1 0 0 0,0 0 2 16,-1 0-2-16,2 0 0 0,-2 0 0 0,0 1 1 0,0-1-2 15,4 0 0-15,-4 0-2 0,2 0 2 0,1 0 0 16,-4 0-2-16,4 0-17 0,-1 0-11 0,2 0-8 16,-3 2-13-16,3 2-43 0,-3-4-30 0,4 3-32 15,-2 0 94-15,-3 2-82 0,3-1-35 0</inkml:trace>
  <inkml:trace contextRef="#ctx0" brushRef="#br0" timeOffset="53274.05">10808 17873 78 0,'-1'0'109'0,"1"1"-7"0,-1 0-32 0,-1 0 29 0,2-1-2 16,-1 0 0-16,0 0-7 0,-2 0-2 15,2 0-6-15,0 0-4 0,0 0-13 0,0 0-8 0,1-1-2 16,-1 0-8-16,-1 1-12 0,2 0-6 0,0 0-5 15,0 0-5-15,0 0-8 0,0 2-2 0,0-2-3 16,0 0-2-16,0 0 1 0,0 0-1 0,0 0 2 16,0 0-1-16,2 0 1 0,-2 1 2 0,0-1 1 15,0 0 3-15,0 0-1 0,1 0-1 0,0 1 1 16,0 1 2-16,-1-2-3 0,1 1-1 0,-1-1-1 0,1 2-1 16,1-2-3-16,-1 0 2 0,-1 0-2 0,0 0-1 15,1 0 4-15,0 1-1 0,-1 0-1 0,0-1 2 16,2 1 0-16,-1-1-1 0,0 0 1 0,1 0-1 15,-1-1-2-15,1 1-1 0,0-2 1 0,0 2-1 16,-1 0 0-16,1 0 0 0,-1 0-1 0,2 0 6 16,-1 0-1-16,-1 0 1 0,2 0 2 0,-2 0-1 15,1 0 2-15,1 0-2 0,-1 1 2 0,1-1-8 16,-1 0 0-16,0-1 1 0,0 0-2 0,0 1 0 16,-1 0-1-16,1 0 1 0,1 0-2 0,-3 0 1 15,1 1 1-15,2-1-2 0,-1 2 1 0,0-2-1 16,-1 0-1-16,3 0 0 0,-2 0 1 0,0 0 0 15,-1 0 0-15,1 0 0 0,0 2 0 0,0-2 1 16,-2 0 0-16,1 2 1 0,1 0-2 0,0-2 1 16,0 1 0-16,-2-1-1 0,1 1 0 0,0 0 0 15,0-1 0-15,3 0 1 0,-3 0 0 0,0 1-1 16,0 0 1-16,2 0-1 0,-1 0 1 0,0 0 1 0,2-1-3 0,-4 0 0 16,0 1 1-16,2-1 2 0,-2 0-2 0,0 0 1 15,0-1 1-15,0 1-1 0,0 0 2 0,1 0-2 16,-1 0 0-16,1 0-1 0,-1 0 0 0,0 0 0 15,0 0 0-15,0 0-2 0,1 1 2 0,1 0 1 16,-2-1-1-16,0 2 2 0,1-2-1 0,2 0-1 16,-2 1 2-16,-1-1-2 0,2 0 0 0,-2 0 0 15,1 0 2-15,-1 0-2 0,0 1 1 0,2-1 0 16,-2 0-1-16,0 0 2 0,0 1-1 0,0-1 0 16,0 0-1-16,0 0 0 0,-2 0 0 0,-1-1 0 15,3 1 0-15,0-1 0 0,0 1 0 0,0 0-6 16,2 0-6-16,-2 1-7 0,1 1-9 0,0-2-10 0,0 1-38 15,-1 1-23-15,0 0-27 0,0 0-37 0,1 0 104 16,-1 0-78-16,0 1-21 0</inkml:trace>
  <inkml:trace contextRef="#ctx0" brushRef="#br0" timeOffset="63562.47">10063 17484 68 0,'0'0'57'0,"-3"0"-9"0,4-2-18 0,2 2 22 16,-3-2 3-16,-4 0-1 0,4 2 2 0,0-2-6 0,0-1-1 0,0 2 5 15,0 1-2-15,0-1-9 0,4 1-5 0,-1 0-2 16,-2-2-5-16,-1 3-3 0,0-1-7 0,0 0-7 16,1 1-4-16,-2-1-3 0,1 1-3 0,-3 0 0 15,2 2 1-15,0-2 1 0,-1 2 5 0,-1 0-2 16,2 0 3-16,-2 2 6 0,1-1 1 0,-1 3 0 0,0-3-1 15,1 1-1-15,0 1-3 0,1 0 1 0,-2 0-1 16,-2 2 0-16,3-2-1 0,-3 3 0 0,1-1 1 16,1 0-3-16,-2-1 2 0,4 2-1 0,-1 0 0 15,-3-3-6-15,4 1 3 0,-3-2-1 0,3 1 0 16,0-1 5-16,-4-1-1 0,2 0 3 0,1-2-1 16,0 2 1-16,1 0 0 0,1-2-3 0,-3 2 3 15,3-1-5-15,0 0-1 0,-1-2-3 0,-1 4 1 0,4-5-2 16,-2 3-1-16,0 0 3 0,-2-3-4 0,2 2 1 15,0-1 0-15,0 0-2 0,2-1-2 0,-2 0 5 16,0 0-2-16,2 1-1 0,0 0 2 0,-1-1-1 16,0 0 0-16,0 0 1 0,1 2 0 0,1-2-4 15,-3 0 0-15,1 0 3 0,0 0-3 0,2 0 0 16,-2 0 1-16,-1 0 0 0,1 0 0 0,4 0 1 16,-3 0 0-16,-2 0 0 0,3 0 0 0,0 0 2 0,1 0-2 15,-1-2 0-15,1 2 0 0,-5-2 1 0,1 2-1 16,2 0-2-16,0 0 3 0,1 0-3 0,-3-1 0 15,3 1 1-15,-1 0 0 0,2 0-1 0,-2-1 0 16,1 0 2-16,1 1-2 0,-2 0 0 0,3 0 0 16,-2 0-1-16,-1 0 1 0,4 1 0 0,-3-1 0 15,4 1 0-15,-7-1 0 0,4-1 1 0,1 1 0 16,-1 0 2-16,-3 0-1 0,1 0 3 0,-2 0-2 0,1 1 0 16,0 0 0-16,-1-1 1 0,0 1 0 0,-3-2-3 15,6 0 3-15,-1 1-4 0,-1 0 2 0,-1 0 1 16,1 0-2-16,2 0 0 0,0 1 1 0,3-1 1 15,-6 1-3-15,0-1 2 0,3-1-3 0,-2 1 1 16,0 0 0-16,0 0 0 0,0 0 0 0,-1 0 1 0,4 0 0 16,-3 0-1-16,-1 1 1 0,0-1 1 0,4 3-1 0,-4-3-1 15,0 0 1-15,1 0-2 0,1 0 1 0,-2 0 0 16,2 0 1-16,-1 0 0 0,-1-2-1 0,1 2 0 16,1 0 1-16,-5 2 0 0,3-2 0 0,0 0 0 15,-1 0 1-15,1 0-2 0,0 0 2 0,-2 0 0 16,4-2-1-16,-1 2 1 0,2 0-1 0,-3 0-1 15,0 0 0-15,1 0 0 0,0 0 1 0,0 0 0 16,-1 0-1-16,1 0 0 0,-1 0 1 0,1 0 1 16,-1 0-2-16,0 0-8 0,1 2-8 0,2-1-12 15,-2 0-10-15,-1-1-14 0,2 1-55 0,1 1-35 16,-1 0 94-16,2-1-69 0,-2 3-29 0</inkml:trace>
  <inkml:trace contextRef="#ctx0" brushRef="#br0" timeOffset="65065.28">10156 17572 32 0,'0'-1'40'0,"0"1"10"0,0 0-12 15,3 0 15-15,-3 0 8 0,1 0 4 0,-1 0 2 16,-1 0 2-16,1-1-4 0,-2 0-5 0,1 0-1 0,-2-1-4 16,2 1-1-16,1-1-3 0,-3 1-3 0,4 0-4 15,-1 0-9-15,0-1 0 0,0 2-6 0,0-3-2 16,-2 3-11-16,2-1-3 0,0-2-2 0,-2 2-2 15,2 1-5-15,0-1-2 0,0 1 0 0,0 0-2 16,2-1 2-16,-1 2 2 0,-1-2 1 0,2 1 6 16,-2-1 3-16,1 1 2 0,-1-2 2 0,0-1 1 0,0 1 5 15,0 2-2-15,0 0 1 0,0 1-5 0,3-1-2 16,-3 0-2-16,1 0-4 0,-1 2 2 0,0-2-8 16,0 2 0-16,0 1 0 0,0-3-4 0,-1 1 0 15,-1 1 0-15,-1-1 0 0,2 4-3 0,0-2 3 16,-2 1 0-16,2 2-1 0,-1-1 2 0,-1 2 0 15,2-1 2-15,0 1 2 0,0-2 1 0,1 3 0 16,-2-2 3-16,-4 1 0 0,4-2 1 0,2 1 0 0,0 0-2 16,-4 0 0-16,1 1-2 0,-1-2 1 0,2 0-3 15,0 1 0-15,0 1-1 0,-2 0-1 0,2 0 2 16,1 0-1-16,-2 0 0 0,-1 1 3 0,1-2 4 16,2-1 2-16,0-1 1 0,-3 2 2 0,-2-1 0 15,3 2-1-15,3-3 2 0,0-1-4 0,-2 3-2 16,1-1 0-16,-1 0-3 0,2 0-2 0,-1-2-1 15,0 1 1-15,0 0-2 0,1 0 0 0,-2-1-1 16,2 2-1-16,0-2 0 0,0 3-1 0,0-1 1 16,0 1 0-16,-4 0-1 0,5 1 2 0,-1 0-2 15,0-4 0-15,0 6 0 0,-1-6 1 0,1 3-1 0,2 1 0 16,0-3 0-16,-2 2 0 0,0-1 1 0,0 3-1 0,0-2 2 16,0-2-1-16,0-1 0 0,-2 2 1 0,2-1 0 15,-2-2 0-15,0 0 1 0,2 1 0 0,2-3 0 16,-2 1 1-16,0 1 2 0,-2-2-4 0,1 0 5 15,4 0-3-15,-3-1 1 0,-2 0 1 0,1 1-1 16,1 0 0-16,0 1-2 0,1 0 2 0,-1-1-2 0,0 0 2 16,0 0-4-16,2 1 2 0,-2-1-3 0,1 0-22 15,2 0-19-15,-1 0-26 0,0 0-28 0,1 0 66 16,0 0-54-16,2 0-25 0</inkml:trace>
  <inkml:trace contextRef="#ctx0" brushRef="#br0" timeOffset="65798.64">10221 17981 246 0,'-2'0'153'16,"1"0"-68"-16,1 0-48 0,0 0 28 0,0-2 10 15,0 2-12-15,0 0-2 0,0-1 5 0,0-1 6 0,0 1 11 16,0-1-2-16,-1 1-3 0,1-2-16 0,0 1 1 16,0 0-5-16,0 1-6 0,0-2-5 0,-2 0-10 15,1 2-6-15,0 0-2 0,-1-1-2 0,2 1-5 16,-1-2-2-16,-1 3-3 0,1 0-1 0,0 0-2 16,1-1-3-16,-2 1-1 0,2-2-3 0,0 1-3 15,0 1-1-15,0 0-1 0,-2 0 0 0,2 0-1 16,0 0 2-16,-3 0-2 0,3-1-1 0,-1 0 1 15,0 0 2-15,1 0-2 0,0-1-1 0,1 1 0 16,-1-2 0-16,0 3 0 0,3-1 1 0,-3 1 1 16,1 0-2-16,-1-1 0 0,1 0 2 0,-1 1 0 15,1-2-2-15,-1 1 0 0,0 1 0 0,3-2-1 16,-3 2 1-16,1-1 2 0,-1 1-3 0,1-1 1 16,-1 1 0-16,0 0 0 0,0-2 0 0,0 2 0 15,-1 0-1-15,1 0-1 0,-1 0 2 0,1 3-2 16,0-1 2-16,0-1 0 0,0 0-2 0,-1 0 2 15,1 0 0-15,-2 0 0 0,2 1 0 0,0 0 2 0,-1-2-3 0,1 2 1 16,-1-1 2-16,0 1-2 0,1-2 1 0,0 2-1 16,-2-2 0-16,0 2 0 0,2 1 1 0,-1-3 0 15,1 0-1-15,-1 1 2 0,1-1-1 0,0 0 1 16,1-1-1-16,1 0-1 0,-2-1 0 0,0 1 1 16,1-1 1-16,1-1-3 0,-1 1 1 0,-1-1 0 15,0 0 0-15,2 0 2 0,-2 0-1 0,0-1-1 16,3 2-1-16,-2-1 3 0,1 1-1 0,1-3 0 15,-2 3 1-15,0-1-2 0,-1-2 1 0,2 1 0 16,-2 2-1-16,0-1-2 0,0 0-2 0,0 1-11 0,0 0-12 16,0 1-12-16,0 1-17 0,1 1-56 0,-1-1-35 15,0 1-48-15,1 1 124 0,0 2-95 0,1-1-62 16</inkml:trace>
  <inkml:trace contextRef="#ctx0" brushRef="#br0" timeOffset="67198.39">10398 17726 76 0,'1'-2'114'0,"0"1"-13"0,-1 0-44 0,-1 1 45 16,-1-1 3-16,-3 0-10 0,3 1 1 0,-2 2 2 16,-1-1-3-16,1 0-1 0,-1 1-8 0,0 2-16 15,2-2-8-15,-4 2-7 0,3-3-5 0,-2 3-18 16,0-1-3-16,0 0-3 0,1 0-4 0,-2 2-10 15,3-1-1-15,-1 2-1 0,1-1-5 0,1-1-2 16,-1 2 0-16,1-1-2 0,1 1-1 0,0-2 3 16,0 1-3-16,0-2 1 0,1 1 0 0,0 1 1 15,0-3-1-15,1 0 0 0,0 2-1 0,0 0 0 16,0-1-1-16,0 0 1 0,0-2 0 0,0 3 1 16,0-2-1-16,1 1 1 0,1 0 1 0,0-1-1 15,-1 0 1-15,0 0-2 0,2 0 0 0,-1 0 0 16,0 0 0-16,2 0 1 0,-2-2-1 0,1 1 0 15,-1 0 2-15,2-1-3 0,-1 1 1 0,1-1 0 16,1 0 1-16,-1 0-1 0,-1 0 2 0,4 0-1 16,-4-1-1-16,2 0 1 0,-1 1 1 0,0-1 0 15,3-2-1-15,-5 1 0 0,4-1-2 0,-4 1 0 0,3-2 3 16,0 1-1-16,-2 0 1 0,0 1 0 0,-1-1-2 0,1 0 2 16,-2 2 2-16,0-1-2 0,-1 1 0 0,0 0 0 15,0-3-2-15,0 2 1 0,0-1 1 0,0 1-2 16,3-2 1-16,-3 0-1 0,2 0 1 0,-1 0 0 0,-1 0 1 15,0 1 0-15,0-2-1 0,0 1 1 0,-1 1 0 16,1-1-1-16,0 0-1 0,0-1 1 16,-1 1-1-16,1 1 1 0,-1 0 1 0,0-1-2 0,-1 1 0 15,0-1 2-15,-1 2-1 0,3-1-1 0,-2 0-1 16,1 0 1-16,0 0 0 0,-2-1 0 0,1 2 0 16,-1 0-1-16,0 0 0 0,0 0-1 0,2 0 0 15,-3 0-1-15,2 0 0 0,1 0-2 0,-1 0 3 16,2-2-1-16,-4 1-1 0,2 0 3 0,-1-2-1 15,-1 2 0-15,3 1 0 0,-3 0 2 0,1-3-3 16,1 4 2-16,-2 0 1 0,1-2-1 0,0 1 1 16,0-2-1-16,2 0 0 0,-3 0 0 0,2 3 2 15,0-2-2-15,1-1 0 0,-1 4-1 0,0-2 1 16,0 2 0-16,1-2-2 0,0 2 3 0,0-4-2 16,1 3-1-16,0 1 3 0,0-4-1 0,0 4-1 0,0-1 1 15,0 0 0-15,0-3 0 0,0 4 0 0,0-2 0 16,0 0 0-16,0 3 1 0,0-2 0 0,0 0-1 15,0-1 1-15,0 2 0 0,0-5 0 0,0 4 0 16,0 1-1-16,1-5-2 0,-1 5 2 0,1 0 1 16,-1 0-1-16,1-2-1 0,-1-1 1 0,2-1 1 15,-1 2 0-15,-1 1 0 0,0-3 1 0,0 2-1 16,1-1-1-16,-1 4 1 0,0 0 0 0,0-1-1 16,0-3-1-16,0 3 1 0,0 0 0 0,0 0 0 15,0 1-1-15,0-3 0 0,0 2 1 0,2 0-1 16,-2 1 2-16,1-1-2 0,0 0 2 0,0 1-3 0,1-3 3 15,-2 2-1-15,2 0 0 0,-1-2 1 0,0 1-2 0,0 1 1 16,1 0-1-16,0-2 2 0,-1 1-1 0,1 1-1 16,1 0 1-16,0-1-1 0,-2 2 1 0,1-1 0 15,0-2 2-15,1 2-1 0,-1 0 0 0,0 0 1 16,0 0-1-16,1-1 1 0,0 1 0 0,0-1 0 16,-3 1-1-16,2 1-1 0,0-1 1 0,-1 0 0 15,2 0 0-15,-1 0-1 0,0 1 0 0,-2 0 1 16,2-1 0-16,-2 0 0 0,1 2-2 0,1-2 2 15,-2 2-2-15,0-2 1 0,0 2 0 0,0-1-1 16,0 1 2-16,0 1-1 0,2-1 1 0,-2 4-2 16,2-3 3-16,-2 1 0 0,2-1-1 0,-2 1 0 15,0-1 0-15,2 1 0 0,-2-1-1 0,0-1 1 16,0 0 1-16,2 2-1 0,-3-2 0 0,1 1 0 16,0-1 0-16,-2 2 0 0,1-3 0 0,1 2 0 15,-2 0 0-15,-2 1-1 0,4-4 1 0,-3 2 1 16,2-1 0-16,1 0-1 0,-1 1 0 0,-1-2 1 0,2 2-1 15,0-1 1-15,0 1-1 0,0 1 0 0,0-2 1 16,0 0 0-16,-1 1 1 0,1-1-4 0,0-1 3 16,0 2 1-16,1-2-1 0,-1 2-2 15,0-2-8-15,-2 0-10 0,2 2-8 0,0 0-33 0,0-1-22 16,-3 1-25-16,2 0-34 0,1 2 87 0,0-2-69 16,1 4-17-16</inkml:trace>
  <inkml:trace contextRef="#ctx0" brushRef="#br0" timeOffset="67948.86">10532 17643 291 0,'0'-1'183'0,"-2"-1"-76"0,-1 1-56 0,0 0 22 15,0 1 0-15,1 0-13 0,2 0 2 0,-1 0-2 16,0-2-5-16,-1 1-6 0,1 1-5 0,-2 0 3 15,2 0-5-15,0-4-6 0,0 4-10 0,0-1-4 16,-2 1-4-16,3 0-5 0,0-1 1 0,0 1-8 16,2 2-2-16,-1 0-1 0,-1-3-1 0,1 2-1 15,-1-1-1-15,1 0 1 0,-1 0-1 0,1 0-2 16,-1 2 2-16,-1-2-1 0,2 5 1 0,-1-4-3 16,0 2 2-16,3 0 1 0,-1 1-1 0,-2-2 1 15,2 1 0-15,-1 2 1 0,1-3-1 0,0 1 2 0,-3 0-2 0,1 1 0 16,0-2 0-16,0 2 0 0,0-1 0 0,-2 1 0 15,0 0-2-15,2 1 2 0,0-2 1 0,0 1-1 16,-3 1 0-16,3-2 1 0,0 0-1 0,-3-1 1 16,5 1 0-16,-6 0 0 0,2-1 1 0,3 1-3 15,1-1 2-15,-3 0-1 0,1 1 0 0,0 0 1 16,-3-3 0-16,5 3-1 0,-3 0 0 0,1-1 1 0,-3 1 0 16,2-1-1-16,1 0 0 0,0-2 0 0,1 4 0 15,-2-3 0-15,0-1 2 0,1 2-2 0,0-2 0 16,-1 0 2-16,-1 1-1 0,1 2 1 0,1-1-1 15,0-1 1-15,0-1-2 0,-2 0 1 0,2 1-1 16,0 1 0-16,0-2 0 0,0-1 0 0,-1 1 0 16,1 0-2-16,0 1 1 0,0-1 2 0,1 0-1 0,1 0 0 15,2 0 0-15,-2 1 0 0,-2-1 1 0,2 0 1 16,1 0-1-16,-3 0-1 0,0 0 1 0,0 0-1 16,2 0 1-16,0 1 0 0,2-1-1 0,-2 0 0 15,1 0 0-15,-3 0 0 0,3 0 0 0,-1 0 1 16,1-1-1-16,1 0 1 0,-1 0-1 0,0 1 1 15,-1-1 0-15,0 1 0 0,2 0 1 0,-3-1 0 16,-1 1 1-16,0 0-3 0,0-1 0 0,1-1 2 16,2 2-3-16,-3-1 2 0,1 1 0 0,0 0-4 15,0 0-7-15,2 1-8 0,-3 1-29 0,1 0-24 0,-1-1-23 16,0 1-29-16,3 0-42 0,-2 0 101 0,0-1-78 16,5 4-12-16</inkml:trace>
  <inkml:trace contextRef="#ctx0" brushRef="#br0" timeOffset="68470.69">10595 17665 400 0,'-3'-3'193'0,"2"0"-115"0,-1 1-51 0,2 0 27 15,0 1-1-15,1 1-15 0,-1 0-1 0,0 0-4 16,0 0-1-16,-2 0 6 0,2 0 1 0,-1 1-14 15,1-1-3-15,-1 3-2 0,1-3 0 0,0 3-5 16,0-1 1-16,1 2-8 0,-2-1 0 0,1 1-1 16,0-3-1-16,-3 3-1 0,2-1-3 0,-2 3 3 15,1-3-1-15,-2 2 0 0,1 0-1 0,0 1 4 16,0-2-2-16,3 1 1 0,-1 2-2 0,-2-2-1 16,3 2 1-16,-1 0 1 0,1 0-3 0,0 0-1 15,-2 1 1-15,0-2-2 0,-1 3 2 0,1-2 0 16,1 1-1-16,-1 1-1 0,0 0 2 0,1-2 3 0,1 2-3 15,0-2-1-15,0 1 2 0,0 0 0 0,0 0-2 16,-1-1 3-16,0-1 2 0,-1 2-3 0,0-3 0 16,-3 3 4-16,3-3-1 0,0 1 0 0,0-3 1 15,2 1-3-15,-2 1-2 0,1-3 1 16,1 3 1-16,1-1-1 0,-1-1 0 0,0 1-1 16,0 0 0-16,0 0 1 0,1-1-6 0,-1 1-12 0,0-2-14 15,0 0-19-15,-1 1-80 0,1-1 99 0,2 1-62 16,-2 0-44-16</inkml:trace>
  <inkml:trace contextRef="#ctx0" brushRef="#br0" timeOffset="69832.56">10670 17703 158 0,'-3'0'117'0,"1"2"-39"0,-2-2-39 0,2 2 32 0,-1-1-20 0,-2 0 2 16,1 1 0-16,1-1-7 0,-1 0 4 0,-1 1 3 16,0 1 7-16,1-1 1 0,0 0 2 0,0-1-10 15,1 1-4-15,1 0-6 0,0-1-7 0,0 1-5 16,2-2-16-16,-3 1-4 0,2-1-5 0,1 2-2 15,0-2-2-15,-2 1-2 0,2-1 1 0,-1 0 0 0,1 0-1 16,0 0 1-16,0 0-1 0,-1 0 0 0,1 0 0 16,-2-1 1-16,1 1-1 0,1 0-1 0,0 0 1 15,0 0 0-15,1 0 0 0,0 1 1 0,-1-1-1 16,3 1-2-16,-1-1 1 0,0 0 1 0,0 0 0 16,-1 0 0-16,1 0 0 0,1 0 0 0,1-1 0 15,-2 0 2-15,2 1-2 0,1 0 0 0,-2 0 0 16,2 0-1-16,1 0-4 0,-3-1-2 0,3 0-7 15,-2-2-4-15,0 1-4 0,0 0-3 0,1 1-8 16,0-1 0-16,-1-1 2 0,0 1 0 0,1 0 7 16,-1 0 3-16,-1 2 4 0,2-3 4 0,-2-1 9 15,0 1 1-15,1 0 2 0,-1 1 0 0,-1 0 1 16,0-2 0-16,-1 1 3 0,2 1-2 0,-1 2 2 16,-2-1-1-16,0 0 1 0,2-2 1 0,-2 2-1 15,1 0 1-15,-1 0-1 0,2 1 0 0,-2-1-3 16,1 0 1-16,0 1-1 0,-1-1 1 0,0 1 0 15,2 0 1-15,-2-2-2 0,0-1 0 0,0 3 2 0,0 0-1 16,0-1-1-16,0 1 0 0,0 0 0 0,0 0 0 16,1 0 0-16,-1 0 0 0,0 0 0 0,0 0-1 15,1 1 0-15,1-1 1 0,-2 0-1 0,0 0-3 16,0 0-1-16,1 2 1 0,0-1 0 0,-1-1 1 16,1 1-1-16,-1-1-1 0,0 1 5 0,1-1 0 0,-1 1 0 15,0-1-2-15,0 0 0 0,0 0 1 0,0 1 2 0,0 0-1 16,-1 0-2-16,0 0 1 0,1 0 1 15,0 2 1-15,0-1 0 0,-1-1 0 0,1-1 0 0,-1 2 2 16,1 0 1-16,-2-1 0 0,1 3-2 0,-2-2 4 16,2 0 0-16,-1 2 3 0,0 0 2 0,0-1 0 15,0 2 7-15,-2 0-2 0,2-1 5 0,0 2-1 16,-1 0 4-16,0 0 0 0,0 1 2 0,-1 0 0 16,2 0 3-16,-3-1 3 0,2 2 0 0,-4-3-1 15,4 3 2-15,-2-3-2 0,-1 2-1 0,1-1 2 16,-1 1-6-16,2-1-7 0,-1 1 3 0,1 2 1 15,-1-2-7-15,0-1-1 0,2 1-2 0,-3 1-4 16,2-1-1-16,-3 2-1 0,4-3-2 0,0-1-2 0,1 1 2 16,0 1-2-16,-2 1-1 0,3-5 0 0,0 1 0 15,1 1 2-15,-1-2-2 0,1 0 0 0,0 0 0 16,1 0-2-16,0-1-2 0,-1-1-11 0,2 1-37 16,1-1-24-16,1 1-32 0,-4 1-50 0,5-3 105 15,0 0-86-15,4 0-27 0</inkml:trace>
  <inkml:trace contextRef="#ctx0" brushRef="#br0" timeOffset="70332.39">10652 17917 262 0,'-4'1'188'0,"0"-1"-68"16,2 1-63-16,0 0 42 0,0 1-10 0,0-1-12 15,-2 0-5-15,2 2-14 0,0 0-3 0,0 0-6 16,-1-2-4-16,1 3-16 0,0-1-2 0,1 1-5 15,0 1 0-15,-2-2-6 0,2 2-1 0,1 0 0 16,-1 0 0-16,1 1-1 0,-1-2-1 0,0-1-1 16,1 3 2-16,-1-1-2 0,1 1 0 0,0-4-2 15,0 1-3-15,0 1-3 0,0-3 0 0,0 3 0 16,0-3-3-16,1 0 1 0,1 0-1 0,-1 0 0 16,0 2 3-16,-1-1 0 0,3-2-2 0,-2 0-1 0,0 0 2 15,1 0 1-15,-1 0-1 0,1 0-1 0,-1 0 0 16,2-1-1-16,-1 0 2 0,2 1-1 0,-2-4-1 15,3 3-1-15,-2-1 1 0,2-1-1 0,0 2 0 16,0-3 0-16,0 2 0 0,-1-1 0 0,0 2 1 16,1-2 2-16,-2 0-3 0,-1 0 3 0,0-1 0 15,2 0-1-15,-2 0-2 0,0 1 4 0,0-3-3 16,1 2 0-16,-2 1 1 0,1-2 0 0,-2 2 1 16,3-1 0-16,-2-1-2 0,0 1 1 0,0 0-2 15,0 1 3-15,-1-1-2 0,0-2 0 0,0 3-1 16,2-1 1-16,-2-1-1 0,0 1 1 0,-2-2 2 15,2 2-2-15,-1 1-1 0,1-2 0 0,-1 2 2 16,1 1-2-16,-2-1 0 0,1 0 1 0,1 2 0 16,-2-1-1-16,2 0 1 0,-3-1 0 0,1 1-1 15,1 0 0-15,-1 1 0 0,0-1-2 0,2 1-7 16,-2 1-3-16,0-1-8 0,2 1-11 0,-2 0-26 16,2 0-16-16,0 1-20 0,-1 0-25 0,0 0-28 0,-1 0 88 0,-1 2-82 15,2 0-29-15</inkml:trace>
  <inkml:trace contextRef="#ctx0" brushRef="#br0" timeOffset="81606.48">16385 17881 131 0,'-2'-1'103'0,"1"-2"-23"0,1 3-38 0,-2-2 27 16,2 2-20-16,0-1-4 0,-1-1-6 0,1 1-8 15,-1-1-2-15,1-1-5 0,0 2 0 0,0-1 0 16,0 1-3-16,0-1-1 0,0 0-3 0,-2-1-1 15,2 2-1-15,0 1-8 0,0-1-3 0,0 1 0 16,0-1 0-16,2 1-4 0,-2 0 1 0,0 0 0 16,1 0-1-16,-1-1 3 0,0 1 1 0,0-2 1 15,0 1-3-15,0 0 3 0,0 1-1 0,-1 0-1 16,1 0 0-16,0-1-1 0,-2 2 0 0,2 0-2 0,0 0 1 16,0 0-1-16,-1 0 1 0,1-1 1 0,0 0 0 15,-1 1-1-15,0 1-1 0,1-1 2 0,0 1 1 0,-3-1 4 16,3 1 2-16,0-2 0 0,0 2 1 0,0-2 6 15,0 1 2-15,-1 0 1 0,1-1-1 0,0 0 3 16,-1 0 1-16,0 0-3 0,1 0 1 0,0 0-3 16,0 0-3-16,0 0-3 0,1 0 0 0,0 0-5 15,-1 0-3-15,1 0 2 0,-1 0-3 0,1 2-3 16,1-2 1-16,0 0 1 0,-2 0 0 0,1 0 2 16,-1 0 1-16,3 2 2 0,-2-2 1 0,0 0 1 15,1 0-2-15,0 0 2 0,-1 0 0 0,0 0-2 16,1 1-1-16,-2-1-2 0,2 0 0 0,-1 1 1 15,0-1 1-15,0 0-2 0,2 0-1 0,-1 1 0 0,1 0 0 16,0 0-1-16,0 0 1 0,-1-1-2 16,0 1 0-16,-1-1 0 0,1 0 1 0,0 1-1 0,1-1 1 15,-1-1-1-15,0 1 0 0,0-1 1 16,0 0 0-16,2 1 3 0,-1 0-1 0,-2-1-1 0,0 0 0 16,1 1 1-16,2-1 0 0,-2 1 0 0,0-1 1 15,1-2-2-15,-1 2 0 0,2 1 0 0,-2-1 1 16,0 0-1-16,0 1 1 0,2 0-1 0,-2 0-1 15,0 0 2-15,0 1-3 0,0-1 2 0,1 1-2 16,-1 0 0-16,0 1 0 0,-1-2 1 0,0 1-1 16,1 0 1-16,0-1 1 0,0 0 0 0,0 0 1 15,-2 0 0-15,2-1-2 0,-1 0 0 0,2-1 0 16,-2 1 1-16,1 0-4 0,0 0-5 0,0 0-6 0,-1 1-4 16,1-1-14-16,-1 1-10 0,0 0-10 0,0-1-17 15,1 1-11-15,-1 0-17 0,0 0 58 0,1 0-42 16,-1 0 0-16</inkml:trace>
  <inkml:trace contextRef="#ctx0" brushRef="#br0" timeOffset="94549.26">16414 17793 66 0,'0'-1'38'0,"1"-1"-16"0,1 1-13 0,0 0 6 15,0-1-4-15,-1 1-5 0,-1-1 1 0,2 2-5 16,-1 0 0-16,-1 0-1 0,1 0-1 0,-1-1 1 16,0 0 0-16,0 1 3 0,0-1-1 0,0 1 1 0,1 0-2 15,-1-1-1-15,0 1 1 0,0 0-1 0,0-1 0 16,0 1-1-16,0 0 0 0,0 0-2 0,0 0 1 0,0-1 1 16,0 1 3-16,0 0-4 0,0 0 0 0,0 0 1 15,0 0 0-15,0 0 1 0,0 0 0 0,0-1-1 16,-1-1-3-16,1 1 2 0,0 1 2 0,0 0 2 15,0 0 1-15,0-1 10 0,0 1 2 16,0 0 4-16,1 0 6 0,-1-1 5 0,0 0 2 0,0 1-1 16,0-1 2-16,0 1 0 0,0 0-1 0,-1 0 3 15,0 0-3-15,1-1 1 0,-3 0 2 0,3 1 1 16,0-1-4-16,0 1 0 0,0-1-1 0,-2-2-4 16,2 3-2-16,0 0-4 0,-3 0-4 0,3-2 1 15,0 2-2-15,-1-1-5 0,1 0-1 0,0 1-3 0,1 0 3 16,1-1-2-16,0-1 0 0,-1 2-2 0,-1 0 3 15,2 0 1-15,-1 0 2 0,1-2 4 0,-1 0 1 16,0 2 0-16,1-2 2 0,0 1 1 0,0-1-1 16,-2 2 0-16,1-1-2 0,-1 0-1 0,1 1-3 15,0 0 1-15,-1 0-2 0,0 0-2 0,0 0 2 16,0-1-1-16,0 0-2 0,1 1 0 0,-1 0 0 16,0 0-2-16,0-1 2 0,1 1 0 0,1 0-3 15,-1 1-2-15,-1-1 3 0,1 0-2 0,0 0-2 16,-1 1 2-16,2 0-4 0,-1-1 2 0,1 0 0 15,0 1 1-15,0-1-3 0,-1-1 2 0,0 1 0 16,1 0 1-16,0-1-1 0,0 1 0 0,1-1-1 16,-1 1 1-16,-1 0 0 0,2 0 0 0,0 0 0 15,1 0-2-15,-1 0 2 0,-1 0-1 0,0-1-2 16,2 1 1-16,-2 1 0 0,1-1-1 0,-2 0 0 16,1 0 0-16,1 0 1 0,-2 0 0 0,2 0 1 0,-2 0-2 0,1 0 0 15,-1 0 0-15,1 0 1 0,0 0-1 0,-1 0-1 16,2-1 0-16,-1 1 0 0,-1 0 1 0,1 0 0 15,0 0 1-15,1 0-2 0,-1 0 0 0,-1 0 1 16,1 0-1-16,0 0 1 0,1 1 1 0,0-1-2 16,-1 0 1-16,0 0 1 0,2 0 0 0,-2 0-1 15,1-1 0-15,-1 1 0 0,0 0-1 0,2 0 1 16,-2-3-1-16,0 3-1 0,0 0 2 0,-1-1 0 16,2 0 1-16,-1 0-2 0,-2 1 1 0,0 0 0 15,3 0 1-15,-2 0-2 0,0 0 0 0,0 0 0 16,0 0 1-16,2 0 0 0,-2 0-1 0,-1 0 0 15,2 0 2-15,-2 0 1 0,0 1-3 0,1-1 2 0,-1 0-2 16,0 0 2-16,0 0 0 0,0 0 0 0,0 0 2 16,0-1 6-16,1 0 6 0,-1 1 2 0,0 0 5 15,0 0-2-15,0 0 2 0,0 0-1 0,0-1-1 16,0 1-6-16,0-1-4 0,0 0-4 0,-2 0-1 16,2-1-3-16,-2 1 2 0,0-1-1 0,-1 1 0 15,3 0-2-15,-1 0 1 0,1 0-1 0,-1 1-1 16,-1-1 0-16,2 1-1 0,-2 0 1 0,2 0 1 15,-1 0-2-15,-1 0 1 0,0 0 0 0,1 0-1 16,0-1 1-16,0 1 0 0,0-1 0 0,0 1-1 16,1 0 1-16,-4 0-1 0,1-2 0 0,2 2 1 15,-1-1 1-15,-1 1-2 0,2 0 0 0,0 0 1 16,0 0-1-16,-2 0 0 0,1 0 0 0,0 0 1 16,0 0 0-16,1-1-1 0,-2 1 0 0,1 0 0 15,0-1 0-15,1 0-1 0,-1 1 0 0,1 0 0 0,-1 0 1 16,-2 0 1-16,2 0-1 0,1 1 1 0,-2-1-1 15,0 0 1-15,1 0 0 0,-1 0 0 0,2-1-1 16,-2 2 0-16,0-1 1 0,2 0 1 0,-1 0-3 0,0-1 1 16,0 1 0-16,2 1-1 0,-1-1 1 0,-2 0 0 15,1-1 0-15,-1 0 0 0,0 0 1 0,2 2-1 16,-2-1 0-16,-1 0 0 0,1 1 0 0,3 1 0 16,-2-2-1-16,1 4 0 0,-2-4 1 0,1 0 0 0,1 1 1 15,0-1-1-15,-1 0-1 0,1 1 1 0,0 0 1 16,-1-1 0-16,1 1-2 0,0 0-1 0,0 0 0 15,1 0 2-15,0-1-1 0,0 0 0 0,0 0-10 16,0 0-8-16,0 1-5 0,1-1-11 0,1 1-38 16,0 0-26-16,0 1-38 0,0 0-53 0,1 0 127 15,1 0-90-15,-1 8-29 0</inkml:trace>
  <inkml:trace contextRef="#ctx0" brushRef="#br0" timeOffset="96088.79">16752 17733 188 0,'2'-2'112'0,"-2"-2"-40"15,0 3-20-15,0-1 31 0,0 1-16 0,0 0-8 16,1 0-1-16,-1-1 2 0,1 2-7 0,-1 0-4 16,0-1-14-16,0-1-2 0,0 1-1 0,0 1-2 15,0 0 1-15,0-1 1 0,0 0 3 0,0 1-2 16,0 0 0-16,0-1-3 0,3 0-3 0,-3 0 0 16,0 1 0-16,0-1-3 0,2 0-2 0,-1 0 3 15,2-1-3-15,-1 0 1 0,-1 2 1 0,3-2-1 16,-2 0-4-16,1 1-4 0,-3-2 3 0,1 0-3 15,2 3-1-15,-3-2-4 0,1 1 2 0,0 0-2 16,-1 0-4-16,0 0 2 0,1 1-2 0,1 0-1 0,-2-1-1 16,0 0 1-16,0-1-3 0,-1 1 1 0,2 1 1 15,-1-1 0-15,0 1-4 0,-1 0 2 0,1 0-1 16,1 1 0-16,-2 0-1 0,2 1 2 0,-1-1-1 16,0 0 0-16,-1 2-1 0,1-1 1 0,0 0 2 15,0 1-2-15,0 0 0 0,0-1 0 0,-1 1 0 16,1 1-1-16,3 0 2 0,-3-1-1 0,-1 2-1 15,1 0 0-15,-1 2 0 0,1-2 0 0,0 0-1 16,-1 0 1-16,-2 1-1 0,3-1 1 0,0 1 0 0,0-2-1 0,-2 0 1 16,2 2 0-16,-1-1 1 0,0 0 0 0,-1-1-1 15,2 1 0-15,0 1 0 0,0-2 0 0,0 1 1 16,-2-1 0-16,2 3 1 0,-2-2-2 0,2 2 1 16,1-2-1-16,-1 1 0 0,-2 0 3 0,2-1-3 15,-2 1 1-15,5-1-2 0,-3-1 1 0,1 0 2 16,-2 1-1-16,-2-2-1 0,3 1 1 0,0 2-1 15,0-4 0-15,0 1 1 0,-2 1-1 0,-1-1 0 16,2 0 0-16,1-1 2 0,-1 1-1 0,1-1-1 16,0 0 3-16,0 0-2 0,0-1 0 0,0-1 2 15,4 1-1-15,-3-1 0 0,0 0 0 0,-1-1 2 16,-5 1-1-16,9 0 2 0,-5 0 2 0,-1-1 0 0,1 1 3 16,1 0-2-16,-2 0 2 0,1 0 0 0,4-1 0 0,-3-1-1 15,0 1-2-15,0 0 0 0,-1-2-3 0,0 1 1 16,1 0-1-16,-1-2-3 0,1 0 2 0,0 0 0 15,1-1-2-15,-1-1 0 0,0 2 2 0,0-2-3 16,0 1 1-16,0-2 0 0,0 2-1 0,-2-1-2 16,0 1 3-16,2-1 1 0,2 0-2 0,-1-2 0 15,1 3 1-15,-1-1 1 0,2 1 0 0,0-2-1 16,-1 0-1-16,1 4 0 0,-2-3 0 0,0 1 0 16,2 0-1-16,0 0 1 0,-3-1-1 0,0 3 2 15,0-1-2-15,0-2 1 0,1 1 0 0,-1 1 0 0,1 0 2 16,-2-1-2-16,2 1 0 0,0-1 0 0,0 0 1 15,-1 3-1-15,0-3 0 0,0 1 2 0,1 1-2 16,4-2 0-16,-5 3 1 0,0-2-2 0,3-1 2 16,-3 3-1-16,2-2 0 0,-1 0 0 0,-1 1 0 15,0-1 0-15,0-2-1 0,0 3 1 0,0-2 0 16,0-2 1-16,0 3-1 0,1-3-1 0,-1 3 1 16,2 0 0-16,0-1 0 0,0-1 0 0,-1 1 1 15,0-2-1-15,-1 2 1 0,1-1 1 0,-1-1 0 16,2 1-2-16,1 0 2 0,-3 0 2 0,2 2-4 15,0-2 2-15,-1 1-1 0,2 1 1 0,-2-1-2 16,1 1 2-16,-2-1-2 0,0 3 0 0,1 0 2 16,-1-1-2-16,0 2 0 0,0 0 0 0,3 1 0 15,-3 0-2-15,0 0 0 0,0 0 0 0,3 0 0 16,-3 0 0-16,2 2 0 0,-1-1-3 0,2 1-12 0,0 0-10 16,-2 0-37-16,1 2-23 0,-2 2-30 0,4 1-37 15,-2-3-52-15,-1 2 126 0,3 2-119 0,-1-1-50 16</inkml:trace>
  <inkml:trace contextRef="#ctx0" brushRef="#br0" timeOffset="97557.89">17000 17692 158 0,'1'-2'133'0,"0"-1"-35"0,-1 2-19 16,0-1 35-16,1-1-7 0,-1 2-5 0,1 0-6 15,0 0-3-15,-1-1-8 0,0 2-7 0,1 0-22 16,-1 0-5-16,2-2-8 0,-2 0-1 0,0 0-5 16,0 0-5-16,0 3-1 0,0-2-2 0,0-1-7 15,0 2-3-15,0 0-1 0,0 0-2 0,0 0-6 16,1 0 2-16,-1 0 0 0,0 0-1 0,0 0 1 16,0-1 0-16,0 0-1 0,0-1 1 0,0-1-1 0,0 1-5 0,0 1 0 15,0-1 0-15,1 0-2 0,-1 0-1 0,0-1-1 16,0 3-2-16,2-3 2 0,-1 2 2 0,-1-2-2 15,0 2 1-15,0 0-2 0,0-2 1 0,0 0 0 16,1 0 0-16,-1 2 0 0,0-3 0 0,0 1 1 16,0-1-2-16,-1-1-1 0,1 1 3 0,-1 4-2 15,1-3 1-15,0-1-1 0,-2 3 0 0,0 0 0 16,0 0-1-16,1 1 1 0,0-1 0 0,0-2 0 16,0 3-1-16,-1-2 0 0,2-1 0 0,-2 1 0 15,2 1 1-15,-2-1-1 0,0 2 0 0,1-1-1 16,0-1 1-16,0 2 0 0,-1 1 0 0,0 0-1 0,2-1-1 15,-2 0 2-15,0 1-2 0,1-1 2 0,0 2-1 16,-1-1 0-16,0-2 0 0,2 1 2 0,-3 0-1 16,2 0 0-16,-2 0 1 0,0 1-1 0,0-1 0 15,1 2 1-15,0 0-1 0,-1-1 0 0,0-1 0 16,3 1-1-16,-4 4 0 0,4-3 1 0,-3-2-1 16,2 4 1-16,-1-1-1 0,1 0 0 0,-1 2 1 15,1-5 0-15,-1 2 0 0,-1-1 0 0,2 3 0 16,-1 0-1-16,1-4 0 0,-2 2 1 0,0 1-1 15,2 1-1-15,0-1 2 0,-1-3-1 0,-1 2 1 16,3 2-1-16,0-1-1 0,-1 1 1 0,1-2-1 16,-1 0 2-16,1 0 0 0,0 3 0 0,-1-2-2 15,1 0 2-15,0 1 0 0,-2-3 0 0,2 2 0 16,0-1 0-16,0 1-2 0,0 0 2 0,0-1 0 16,0 0 0-16,2 1 1 0,-1 1-1 0,0-2 0 15,0 1 0-15,1-3 1 0,0 2-1 0,0 0-1 16,-1-1 1-16,3 1-1 0,-1 0 1 0,-1-2 0 0,2 0 1 15,-1 1-1-15,2 0 0 0,0-1 0 0,-1 1 0 0,0-2 0 16,1 0 0-16,-1 1 0 0,-1 0 0 0,1 1 2 16,-2-1-2-16,1 0 2 0,-1-2 1 0,1 2-3 15,-1 0 1-15,1-2-1 0,1-1 1 0,-1 1-1 0,0 0 0 16,0 1-1-16,2-2 1 0,-3 2 1 0,2-2 2 16,-2 1-2-16,2 1-1 0,-2-1 3 0,2 0-3 15,-1 2 1-15,1-3-1 0,0 2 1 0,-1-1-1 16,1 1 1-16,-1 0-1 0,0-2 0 0,-1 1 2 15,2-1 0-15,-1-1 0 0,-2 3-1 0,1-4 0 16,1 3 0-16,-2 1 0 0,-1-3 1 0,2 2-2 16,-2 1 1-16,0 1 0 0,2-3-1 0,-2 3 1 15,1-2 2-15,-1 1-2 0,0 1 0 0,0 0-1 16,0-1 1-16,0 1-1 0,-1 0 0 0,-1-1 0 16,2 1 0-16,0 2-1 0,0-2 1 0,0 1 0 15,-1-1-1-15,-3 0 0 0,4 0 2 0,-2 2 0 16,1-1-1-16,0 3 0 0,0-3 0 0,-2 2 2 15,2 1 0-15,-1 2 2 0,0-2-4 0,0-1 2 16,1 2-1-16,-1-2 3 0,0 1-1 0,1 0 1 16,-1-2-2-16,0 1 1 0,1 3 3 0,-1-2-2 15,0 0 2-15,1 1 0 0,-2 1 0 0,1-1-3 0,0 0 3 16,2 2-4-16,-3-3 1 0,2 2 1 0,0 0-1 16,0 0-2-16,1-1-1 0,0 0 3 0,-2-1-2 15,2 2 1-15,0-2-1 0,-1 0 0 0,1 1 0 16,0-2-1-16,0 0 0 0,0 3 1 0,-1-4 2 15,0 1-2-15,1-1 2 0,0 2-2 0,0-2 2 16,0 1-1-16,0 1-1 0,0-2 2 0,0 0-2 16,0 0 2-16,0 0-3 0,0-1 1 0,1 0-1 0,1 2-11 15,0-1-10-15,-1 0-21 0,1 1-20 0,-2 0-27 0,3 0-136 16,-1 0 168-16,2 0-113 0,-3 1-50 0</inkml:trace>
  <inkml:trace contextRef="#ctx0" brushRef="#br0" timeOffset="98017.75">17146 17940 592 0,'4'0'304'15,"-4"0"-155"-15,-2 0-84 0,0-1 50 0,2 1-32 16,0 0-9-16,-5 0-5 0,5 0-5 0,0 0-14 16,-1 0-8-16,0 0-7 0,1 0-6 0,-3 0-13 15,4 0-2-15,-1 0 0 0,0 2-3 0,-1-2-3 16,-2 0 1-16,5 0 2 0,-5 0-2 0,3 0-1 0,1 0-4 0,-1 0-1 15,0 0 0-15,0 0-2 0,0 0 0 0,2 0-1 16,-2 0 1-16,2 0-1 0,-3 0 0 0,1-1 0 16,1 0 0-16,1 0 1 0,-2-1-1 0,1 1 2 15,2-1-2-15,-4 2 2 0,3-1 0 0,-3-1-2 16,1 1 2-16,1 0-2 0,-1 0 0 0,3-3 1 16,0 2-1-16,-2-1 0 0,2 0-1 0,2 0 1 15,-4-1 0-15,2 0 1 0,-2 0-1 0,0 1 1 16,-2 1 1-16,4-1-2 0,-1-1 0 0,1 1 0 15,0 0-6-15,-3 2-32 0,2-2-20 0,6 2-30 16,-6 0-45-16,-1 0-61 0,-1 1 129 0,-2 1-128 16,3 0-70-16</inkml:trace>
  <inkml:trace contextRef="#ctx0" brushRef="#br0" timeOffset="99702.33">17391 17643 163 0,'-1'-4'163'0,"0"-1"-38"0,1 3-53 15,-1 1 43-15,1 2-15 0,0-1-14 0,-2-2-15 16,2 2-4-16,-1 0-4 0,0 0-6 0,1 0-22 15,-2 0-8-15,1-1-7 0,1 1 0 0,0 0-4 0,-2 1-3 16,1 0 6-16,0 0 1 0,-1-1 2 0,1 1 0 16,0 1 3-16,-1-1 1 0,1 1 1 0,-1-2 1 15,2 2-4-15,-1-1-1 0,-1 0 5 0,-1 0-2 16,3 0-2-16,-1 2-3 0,0-1-2 0,-1-1-2 0,2 0-3 16,0-1-1-16,0 3-4 0,-2-1-1 0,2 0-3 15,-1-1 0-15,0 2-3 0,1 0-1 0,-2-1 3 16,0 1-3-16,1-1 0 0,-1 0 1 0,0 0 1 15,1 0 0-15,0 0 1 0,-2 2-1 0,1-3 0 16,1 1 1-16,0 0-1 0,0-1 1 0,-1 2 0 16,2-1-3-16,-1 0 1 0,1-1 0 0,-1 0 1 15,-2 1-1-15,3 0 0 0,0-2 0 0,-1 0 2 0,-1 0-1 16,2 0 0-16,0 1 0 0,0 0 1 0,0-1 1 16,0 2 1-16,0-1 3 0,0 0 1 0,0 0 0 0,0-1 5 15,0 1 2-15,0-1-3 0,0 0 2 0,0 0-1 16,0-1-2-16,0-1-1 0,0 2 2 0,0-1-7 15,0 1 0-15,0 0-2 0,0 0 0 0,-1 0-1 16,1 0-2-16,1 0 0 0,-1-3-1 0,1 3 0 16,-1-1-1-16,2 1 1 0,-1 0-1 0,-1 0-2 15,0 0 2-15,0 0-1 0,0 0 1 0,0 1 0 16,0-1 0-16,0 0 1 0,0 0 1 0,2 0 0 16,-2 0-2-16,0 0 1 0,0 0-1 0,0 0 0 15,0 0 0-15,0 1-1 0,0 1 1 0,0-2-1 16,-2 0 1-16,2 1 0 0,0 0 0 0,0 0 0 15,0 0 0-15,0 0 0 0,0 1 0 0,0 2 0 0,0-2 0 16,0 1 0-16,-1-2 0 0,1 1 1 0,-2-1 0 16,1 2 0-16,1 0-2 0,-1-2 1 0,1 2 0 15,-2-1 0-15,1 2 0 0,-1-1 0 0,-1-1-1 16,2 1 1-16,-1 0 0 0,-1 0 0 0,2 0 0 16,0 2 0-16,1-1-2 0,0 0 2 0,0 0-1 15,0 0-1-15,0 0 1 0,1 1 1 16,-1 0-1-16,0-1 1 0,0 0 0 0,0 0 1 0,0 1-1 15,0 0 0-15,0 0 1 0,0-2-1 0,0 0 1 16,0 1 0-16,1-1-1 0,-1 0 1 0,0-1 1 16,0-1 1-16,0 3-2 0,0-3 0 0,0 0 0 15,2 0-1-15,-2 0 2 0,0 1-1 0,0-1-1 16,1 0 0-16,-1-1 0 0,1 1 1 0,0-1-1 16,-1 0 2-16,0 0-2 0,0-1 0 0,0 1 0 15,0 0 1-15,0-1 0 0,1 1-1 0,-1-1 2 0,1 1-1 16,1 0-1-16,-2-1 1 0,1 0 2 0,0 0-1 0,-1-1 1 15,0 1-2-15,1-3 2 0,1 1-3 0,-2 0 0 16,1-1 4-16,1 0-4 0,-2 0 0 0,1-2 0 16,0 1 0-16,1-1 0 0,2 1 0 0,-4-2 1 15,2 1-1-15,0-1 1 0,2-1-1 0,-2 3 0 16,0-3 0-16,2 1 0 0,-3-1 0 0,3 2-2 16,-2 0 2-16,0-1 0 0,0 2 0 0,1-2 0 15,-2 3 0-15,0-3 0 0,0 2 1 0,-1 0-1 16,2 0 0-16,-1-3 0 0,-1 4 0 0,1-2 0 0,0 2 0 15,0 0 0-15,2 1-1 0,-2-1 0 0,0 2 0 16,1 1 0-16,-2-2 0 0,1 0 0 0,0 2 1 16,0 0-4-16,-1-2 2 0,0 2 1 0,0-1 1 15,0-1-2-15,1 2 1 0,-1 0-1 0,1 0 1 16,-1 0 1-16,0 1 0 0,2-1 0 0,-2-1-1 16,1 1 1-16,-1-3 1 0,0 4 0 0,0-2-1 15,0 2 0-15,0 0-1 0,0 0-1 0,0 0 1 16,0 1 0-16,0-1 0 0,0 2-2 0,-1-2 2 15,1 2 0-15,-3-1 0 0,3 2 1 0,-1-1 0 16,0 1-3-16,-1 2 2 0,2-2 1 0,0 3-1 16,-3-1 0-16,2 0 0 0,-1 1-2 0,0 2 2 15,1-5 0-15,-1 3 0 0,0 1 0 0,-1-1 0 16,0 0 1-16,1 2 1 0,0-3-1 0,-2 3 1 16,1-2 1-16,1 2 0 0,0-1-2 0,0 1 0 0,0-2 0 15,-1 2-1-15,2-3 1 0,1-1 0 0,-2 3-1 16,0-3 1-16,2 0 0 0,0-1 1 0,-2 0 0 15,1 1 1-15,1-2-2 0,0-1 0 0,0 1 1 16,0 0 0-16,0-2 0 0,0 2 0 0,0 1 0 16,0-2-1-16,0-1 2 0,-1 1 0 0,-1 0-1 0,2 1-1 15,-2-2 1-15,3 0 0 0,-1 1-1 0,0-1 0 16,1 1-6-16,1-1-15 0,-1 0-16 0,2 0-57 16,-3 0-42-16,3 0-61 0,-1 0 136 0,3-1-136 15,0 0-60-15</inkml:trace>
  <inkml:trace contextRef="#ctx0" brushRef="#br0" timeOffset="100619.25">17529 17669 300 0,'0'-2'146'0,"0"1"-88"15,2 0-25-15,-2 0 23 0,2 1-1 0,-2 0 5 0,0-1 4 16,0 1 5-16,0 0-1 0,0 0-4 0,0 0-12 0,-1 0-7 15,1 0-5-15,0 0-4 0,0 0-2 0,0-1 3 16,0 1 3-16,0 0-1 0,0-1-2 0,0 1-4 16,0 0-5-16,0-2-4 0,0 2-4 0,-1 2-4 15,1-2 0-15,-3 1-1 0,2 0-1 0,-3 0 1 16,2 0-2-16,-1 1-2 0,2 0 0 0,-3 1-6 16,2-1 2-16,-1 2-1 0,3-1 0 0,-3 0-2 15,0 0-1-15,1 2 0 0,0-1-1 0,-1-1 5 16,1-2-5-16,-1 2 3 0,0 1 0 0,1 0 0 15,0-1 0-15,0-1 1 0,-2 3 1 0,2 0-4 16,0 1 2-16,0-1-1 0,-2-1-2 0,2 1 2 16,-1-1 1-16,0 2-1 0,2-3-1 0,-1 2 1 15,0-2 0-15,2 2-3 0,0 0 2 0,0-1-1 16,0 0-2-16,1 1-1 0,-1-1 1 0,0 1 0 16,1-2 0-16,1 1 1 0,-1 1-1 0,-1 0 0 15,1-1 0-15,-1-1 2 0,2 2 0 0,0-1-3 0,-2 1 1 16,1-2 0-16,0 2 0 0,2-2 0 0,-1 0 0 15,0 1 0-15,-1 0 0 0,1-1 1 0,0 0-1 16,1 0 1-16,1-1 0 0,-3 0 1 0,0 0-2 0,4 1 0 16,-3-2 0-16,1 1 3 0,0 0-2 0,-1 0 0 15,1-1 2-15,0 0-3 0,-2 1 2 0,1-2-2 0,2 1 1 16,-2 1-1-16,-1-2 1 0,3 0-1 0,-1 1 1 16,0-1 0-16,0 0 1 0,-1 0 1 0,0-1-2 15,1 1 3-15,-2-3-3 0,1 2 1 0,1-2 1 16,-1 1-2-16,0 0 2 0,0-2-2 0,0 2 0 15,1-1 0-15,-2 0 0 0,1 0 1 0,-1 1-2 16,1-2 0-16,-1 2 0 0,1-2-1 0,-2 1 0 16,0 1-2-16,2-1-2 0,-2 0-3 0,0-1-1 15,0 2 0-15,0-2-1 0,-2 1 0 0,2 0 1 16,-1 0 3-16,-1 0 0 0,0 0 1 0,1 1 4 16,-1-1 0-16,0 0-1 0,-1 1 1 0,2 1 1 15,-2-2 0-15,-1 2-1 0,2-1 1 0,-1 1 0 16,-1 1-1-16,2 0 2 0,-1 0 0 0,-1 0-1 15,2 1 0-15,-1 1 0 0,0-1 1 0,-1 1-3 16,0 0 1-16,0 2 1 0,-1-1-2 0,2 0 0 16,-1-1 1-16,0 2-1 0,1 0 1 0,-1-1 1 15,1 1 0-15,2-1-1 0,-2 0 1 0,2 3 0 16,0-2 0-16,1-1 2 0,-3-1-2 0,2 4-1 0,-1-3 1 16,1-1 0-16,0 2 0 0,0-1-3 0,1-1 3 15,0 1 0-15,0 1-1 0,0-2 0 0,2 0-2 16,-1 1-14-16,1-1-16 0,-1 0-40 0,2-1-35 15,-2-1-42-15,2 2 102 0,-2 0-103 0,3-1-46 16</inkml:trace>
  <inkml:trace contextRef="#ctx0" brushRef="#br0" timeOffset="106057.06">17939 17703 19 0,'0'-2'8'0,"0"2"-1"0,0 0-4 0,0 1 0 15,-1-1-2-15,1 0 0 0,0 0 1 0,-1 0 1 0,1 2 8 16,-1-2 3-16,0 0 1 0,-1-1 8 0,2 1 8 16,0 0 4-16,0 1 1 0,0-1 3 0,0 0-1 15,0 0 2-15,0-1 2 0,0 1-4 0,0 0 5 16,0-2 0-16,2 2 0 0,-1-3-3 0,-1 2 0 15,0-1-3-15,0-1-5 0,0 2 1 0,1 0-6 16,-1 0 0-16,0 0-2 0,0 1 1 0,0-1-5 16,0 1 0-16,0 0-1 0,1-1-1 0,-1 0-7 0,1 0-6 15,-1-1 1-15,0 1-3 0,1 1-4 0,1-1 1 16,-2 1-1-16,0-1 0 0,1 1 0 0,-1-1 1 16,0 0 0-16,0 1 0 0,0 0 5 0,-1 0 0 15,1 2 3-15,0-2 3 0,-2-1 9 0,2 1 5 16,0 0-1-16,0-1 5 0,0 1 4 0,0-1-2 15,0 0-2-15,0 0 1 0,0 1-5 0,2 0-4 16,-2-1-1-16,0 1-1 0,0 0-10 0,0-1 1 0,0 1 0 16,0 0-3-16,0 0-4 0,0-2-2 0,0 2 1 15,0-1-3-15,0 1 1 0,0 0 0 0,0 0-1 16,0 0 0-16,0 1 1 0,0-1-1 0,1 2 0 16,-1 0 1-16,0 0 0 0,0 0 0 0,1-1-1 0,-1 0 0 15,0 3 0-15,2-3 0 0,-2 1 1 0,0 1 0 16,0-1 1-16,0 2 0 0,0-1 0 0,0 1 3 15,0 0 0-15,0 1 0 0,0-1-2 0,0 1 1 0,0-2 2 16,0 1 0-16,0 1 0 0,-2-1 3 0,2 2 1 16,-1-3 2-16,1 2 1 0,-1 0-2 0,1-1 1 15,0 2-1-15,-2 0-1 0,2-2-2 0,0 1-5 16,0-1 2-16,0 0-1 0,0 0-1 0,0 0 0 16,0 0-1-16,0 0 1 0,0-1-1 0,0 1 3 15,0-1-4-15,0-1 3 0,0 0-1 0,-1-1 1 16,1 2-4-16,0-2 3 0,0 0-1 0,0 0-1 15,0 1 1-15,0-2-2 0,1 1 0 0,-1 0 1 16,2-1 2-16,-2 1-3 0,0 0 0 0,1 1-6 16,-1-1-7-16,-1 1-10 0,1-1-31 0,0-1-21 15,0 1-21-15,1-1-29 0,-1 0 77 0,1 0-62 16,1-1-16-16</inkml:trace>
  <inkml:trace contextRef="#ctx0" brushRef="#br0" timeOffset="106990.2">17924 17654 210 0,'0'-4'188'0,"0"1"-61"0,-1 3-64 0,1-1 58 15,-2-1-12-15,2 0-11 0,0 1-23 0,0-1 2 16,0-1-5-16,0 1-7 0,0 0-5 0,0 1-19 16,2 0-9-16,0-1-5 0,-1-2-8 0,0 3-8 15,4 0 0-15,-2-1-1 0,0 0 0 0,1-1 2 16,0 2 0-16,-2-1-1 0,2 0 0 0,-1 0-1 15,1 2-1-15,0-2-1 0,1 0-1 0,-1 1-4 16,-1-2 0-16,3 1-2 0,-2 1 1 0,2-2 0 16,-2 3-2-16,2 0 0 0,-1 0 0 0,0 0 1 0,-2 0 0 15,2 0-1-15,0 2 1 0,-1 0 0 0,0-1-1 16,1 1 1-16,-5 1 1 0,7-1-2 0,0 1 0 16,-5 2 1-16,3-3-1 0,0 2-1 0,-1-1 1 15,2 5 0-15,-1-4 0 0,-4 1 0 0,3 1 1 16,1-1 1-16,1 2-2 0,-4-2 1 0,2-1-1 15,-2 1 1-15,4-1-1 0,-3 2 1 0,-1-1 1 16,-2 1-2-16,2-1 2 0,0 0 0 0,-2 1 0 16,0 0 0-16,-1 0 1 0,1-2 0 0,0 1 0 15,-1-2 0-15,1 1 0 0,-3 1 0 0,2-2-1 16,-2 0 0-16,0 2 1 0,-1-1 0 0,1 0-3 0,2 0 2 16,-3-1 1-16,-1 1 1 0,3-2-2 0,-1 3 3 0,1-3-1 15,-3 1-1-15,2-1 3 0,-1 1-2 0,0 0-1 16,-1-1 0-16,0-1 1 0,0 1-2 0,1 0-1 15,-2-1 1-15,0 1 0 0,-1-1 1 0,0-1-1 16,3 1 0-16,-1-1 0 0,0 0 0 0,3 0 1 16,-4-1-1-16,4 0 0 0,0 0-2 0,-1 0 0 15,1 0 0-15,-1-1 0 0,3 1 0 0,-2-2 0 16,1 2-1-16,1-1 1 0,0 1 0 0,0-2 0 16,0 1 0-16,0 0-1 0,1 0 1 0,0 2-1 0,0-1 1 15,1 0-1-15,-1 0 0 0,1 0 0 0,-2-1-1 16,2 1 0-16,1 1 1 0,-2-1 0 15,3 1-1-15,-1-2-1 0,0 2 3 0,-1 0 0 0,2 1-1 16,-3-1-1-16,3 2 2 0,-1-2-1 0,1 1 1 16,-2 2 0-16,0-2-2 0,1-1 0 0,1 2 1 15,-3-1 1-15,5 0 0 0,-2 0-1 0,-1 0 1 16,0 0-1-16,3 3 1 0,-5-1 1 0,2-1-2 16,-3 0 1-16,3 3 0 0,0-2 0 0,-1 1 0 15,0 0 0-15,0-1-1 0,0 0 0 0,3-1 2 16,-4 1-1-16,-1-2-2 0,2 2 2 0,-1-2 0 0,0 0 0 0,2 1 0 15,0 1 1-15,0-1-1 0,-1 2 2 0,-1-1 0 16,2 0 0-16,-3 0 1 0,0 1-2 0,0-2 0 16,0 1 0-16,-2-1 0 0,1 0 0 0,4 0 0 15,1-1 0-15,-1 3 0 0,1-3 2 0,4 2-3 16,-6-2 1-16,3 1 0 0,-4 0 1 0,3 0-1 16,-4 0-1-16,1-1 1 0,-1 0 0 0,-1-1-7 15,3 3-14-15,-1-3-42 0,-1 1-33 0,0-1-42 16,4 0-64-16,-3 1 135 0,4-1-110 0,0 0-34 15</inkml:trace>
  <inkml:trace contextRef="#ctx0" brushRef="#br0" timeOffset="114033.37">18275 17822 39 0,'0'0'30'15,"0"-2"-6"-15,-1 2-10 0,1 0 11 0,-2 2-1 0,2 0-3 16,0-2 9-16,0 0-1 0,0 0-1 0,0 0 2 15,0 0 1-15,-1 0 4 0,0 0 0 0,-1-1 2 16,2 1-2-16,-1 0-1 0,0 1 8 0,1-1 0 16,0 0 0-16,0-1-5 0,0 1 3 0,0 1-3 15,0 1-5-15,0-3-1 0,2 1-11 0,-2 1-3 16,0-1-2-16,-1 1-4 0,0-1-5 0,1 1 0 0,0-1-1 16,-1 1-1-16,-1 0-1 0,2 1 1 0,-1 1-2 15,0-2 4-15,1 0 0 0,0 1 1 0,0 0 1 16,0 0-1-16,-1 0 6 0,0 0 0 0,0-1 2 15,1 0-1-15,-2 0 2 0,1-1 3 0,1 0 1 16,-1 0 1-16,1 0-1 0,1 0-2 0,0 1 2 16,-1-1-1-16,2 0-4 0,-2 2-3 0,0-2 0 0,1 0-1 15,-1 0-6-15,0 2 2 0,0-2-5 0,0 0 1 16,1 0 2-16,0 2-2 0,-1-2-2 0,1 0 1 16,0 1 2-16,-1-1-1 0,0 0-1 0,2 0 0 15,-1 0-2-15,1 1 2 0,1 1-2 0,-1-2 0 16,0 0 0-16,4 2 0 0,-5-1 1 0,0 0-1 15,2-1 1-15,-1 1-1 0,-1 1 2 0,1-2-2 16,-2 1 2-16,3 0-2 0,-2 0 0 0,1-1 2 16,-1 0 0-16,1 0 1 0,0 0-1 0,0-2 3 15,0 1-1-15,1-2-2 0,0 2 5 0,-1-1-2 16,1 1-2-16,-1-1 0 0,0 1-1 0,1-2 0 16,0 2-1-16,-3-2 2 0,2 2-2 0,-1-1-1 15,0 0 2-15,2-3 0 0,-2 2 0 0,1 1-1 16,1 0 2-16,-1 0-2 0,0-1 0 0,0-1-1 15,0 3 1-15,0 0-1 0,-1-3 0 0,0 1 1 16,0-1 0-16,0 1 1 0,0 0 0 0,-1 1 0 0,2 0-2 0,-1 0 1 16,1-1 1-16,-2 1-2 0,0-1 0 0,2 2 1 15,-1-1 0-15,0-1-1 0,-1 1 2 0,0 1 0 16,0 0 1-16,0 0-3 0,0-2 1 0,-2 2-1 16,2-3-2-16,-2 2-2 0,2-1-2 0,-1 2-2 15,1-1-3-15,-1-1 1 0,0 1-1 0,1 1 0 16,-2 1 0-16,0-1 2 0,1 1 1 0,-1 0-2 15,2-1 3-15,-2 1 2 0,0 0-2 0,-1 1 2 16,1-1 0-16,0 1 1 0,0-1 0 0,0 0 3 16,-1 1-1-16,1 1 1 0,1-2 1 0,-1 2-1 15,0-2 0-15,1 2 1 0,-2-1 0 0,1-1-3 0,1 1 3 16,-1 0-1-16,0 1-1 0,0-2 1 16,-1 1 1-16,2 1-3 0,0 0 2 0,0 0 1 0,-1 0 0 15,2-1-1-15,-2 0 1 0,1 1 0 0,1 0 0 16,-4 0 0-16,2-1 0 0,0 1 1 0,2 0 1 15,-2 0-2-15,1-1 0 0,-3 2-1 0,3 0 2 16,0-1 1-16,-1 0-2 0,1 0 2 0,-1 1 2 16,-3-1 3-16,4 0-1 0,-1 0 4 0,-1 0-2 15,3 1 1-15,-2-1 2 0,-2-2 1 0,3 2-2 16,1 1 4-16,-1-2-2 0,0 1-2 0,0 3 2 16,-1-4-1-16,2 3-1 0,-1 1-3 0,0-2-1 15,-1 0-1-15,1 3-2 0,1-2 1 0,0-1 1 16,-1 2-1-16,0-2 0 0,1 3 3 0,0-1 3 15,0 1-2-15,0-3 1 0,1 1-1 0,-1 2 1 16,0-3 1-16,1 4-2 0,-1-4-2 0,0-1-3 16,0 2 3-16,0 1-1 0,0-1-2 0,0-1-2 15,0 0 1-15,4-2 1 0,-3 2-2 0,3 0 2 0,-1-1-3 16,2 3 1-16,-5-3 1 0,4 0 0 16,-3 1-2-16,3-1 1 0,0 1 1 0,-4-1-1 0,1-1 0 0,0 0-1 15,2 0 2-15,2 0-2 0,-3 1 1 0,1 0 1 16,-1-1-2-16,2 0-5 0,-1 1-5 0,0-2-5 15,1 3-8-15,-2-3-20 0,2 0-13 0,-3 0-17 16,3 1-16-16,-2-1-50 0,0 2-25 0,0-2 102 0,0-2-77 16,-1 4-37-16</inkml:trace>
  <inkml:trace contextRef="#ctx0" brushRef="#br0" timeOffset="114784.63">18504 17515 147 0,'1'-3'91'0,"1"-1"-44"15,-2 2-32-15,1 2 17 0,-1-1-5 0,0 1 3 0,0-3 20 16,0 3 1-16,0-1 3 0,0 0 3 0,-1 0 3 0,-1 1 3 15,1 0-4-15,0 0-9 0,1 1-17 0,-1 0 8 16,0 1 5-16,1 0-3 0,-1 1 3 0,-1 0 2 16,1 1-1-16,-3 1-1 0,2 1-3 0,1-1-7 15,-2 2-6-15,0 0 0 0,1 0-7 0,-1 0-1 16,1-1-3-16,2 3 1 0,-3-2-2 0,2 0-1 16,-1 2 0-16,1 1-1 0,-1-3 0 0,1 2-2 15,0 0 2-15,-1 2 1 0,1-2 2 0,-1 2 4 16,0 0-2-16,0-1 3 0,0 1 1 0,1-2 0 15,-3-2-3-15,0 3-1 0,1 1-4 0,1-4-4 16,0 2-2-16,-1-1-1 0,1 3-1 0,1-1-3 16,0 1 0-16,0-3-1 0,1 2 0 0,-2 1-3 0,2-2 1 15,0 0-1-15,0-1-1 0,0 2 2 0,2-2 0 16,-2 0-1-16,0-1 0 0,0 0 1 0,1-2 0 16,0 2-1-16,0-3 2 0,-1 1-2 0,1-1 0 15,0-2 1-15,1 2 0 0,0-1-1 0,-1-1 0 16,-1-1 1-16,2 0-2 0,-1 0-4 0,0 1-7 15,0 0-8-15,0-2-20 0,0 0-16 0,1-2-15 16,-1 1-20-16,0 1-70 0,1-2-46 0,-2-2 135 16,1 2-99-16,-1-3-54 0</inkml:trace>
  <inkml:trace contextRef="#ctx0" brushRef="#br0" timeOffset="115167.96">18387 17737 239 0,'-1'-2'134'0,"0"1"-54"0,-1 1-33 0,2-1 39 16,0 1-8-16,-2 0-4 0,0 0 2 0,2 0 1 15,-2 0-3-15,0 0-6 0,1 0-5 0,0 0-12 16,1 1-4-16,-2-1-2 0,2 0-2 0,-1 1-3 16,1 0-3-16,0 1-2 0,0-2-4 0,0 1-4 15,0-1-3-15,0 3-4 0,0-3 1 0,1 0-8 0,1 1-1 16,-2-1 0-16,1 0 0 0,0 0-4 0,0 0 0 16,0 0 1-16,1 1-4 0,1 0-1 0,-2-1 0 15,3 0-2-15,-1 0 0 0,0 1 0 0,1-1-1 16,-1 0 0-16,2 0-1 0,-1 0 2 0,2 0 0 15,-2 0 1-15,1 1-1 0,2-1-2 0,-2 0 1 16,0 0 0-16,1 0 0 0,1 0-6 0,-4 0-9 16,3 0-11-16,-1 0-37 0,1 0-21 0,-1 0-34 15,2 0-49-15,-1 0 108 0,0 2-82 0,0-1-25 0</inkml:trace>
  <inkml:trace contextRef="#ctx0" brushRef="#br0" timeOffset="116785.4">18625 17786 231 0,'2'-3'173'15,"-2"1"-51"-15,0-1-55 0,0 2 29 0,0-2 2 16,0 1-6-16,0-1-11 0,3 1-10 0,-2 1-14 15,2-1-10-15,-5 2-6 0,4-2-3 0,-2 1-10 16,0 1 0-16,0 0-2 0,-2-1 2 0,1 1 0 16,1 0 2-16,0 0 3 0,-1-1-2 0,1 1 5 15,0-1-3-15,0 1 0 0,0 0-1 0,-1 0-3 16,1-1-2-16,1 0-5 0,-1 1-1 0,2 0-10 16,0-1-2-16,-1 1-2 0,-1 0 0 0,1 0-3 0,-1 2-3 15,1-2 1-15,-1 1-1 0,0 0-1 0,0-1 3 16,-3 2 0-16,0-1-1 0,1 1 0 0,1-2 1 15,0 1 0-15,-1 1 1 0,-3 0-1 0,5-2 0 16,0 2 0-16,0-1-1 0,0 1 1 0,-2 1 1 16,1-2 0-16,-2 0 0 0,3 1-1 0,0-2 2 15,-3 3-4-15,1 1 2 0,-2-3 0 0,3 2-1 16,1-1 1-16,-2 1-3 0,-2 2 1 0,3-3-1 16,-3 1 1-16,3 2-1 0,1-2 2 0,-2 1-2 0,1 0 0 15,-2-1 0-15,1 1 1 0,1-2 0 0,1 3-1 16,0-3 0-16,-2 1 0 0,0 1-1 0,2-1 2 15,0 1-1-15,0 0 0 0,-1-3-1 0,2 3 2 16,-1-1-1-16,0 1 0 0,0-1 0 0,0-1 0 0,0 1 1 16,3 1-1-16,-1 0 2 0,-3-2-2 0,1 3 1 15,0-3-1-15,1 1 0 0,0 0 1 0,2 1-2 16,-3-2 0-16,1 0 1 0,2 0 1 0,-2-1 0 16,0 0-1-16,0 2 0 0,4-1 0 0,-4 0 1 15,0-1 1-15,1 0-1 0,-2 1 0 0,1-1-1 16,0 1 0-16,-1-2 2 0,-1 0-2 0,1 0 0 15,0 0 0-15,0 0 2 0,1 0-2 0,-1 0 0 16,0 0 4-16,1 2-4 0,0-2 2 0,-1 2-1 16,1-2 0-16,2 1-3 0,-3-1 4 0,2 0-1 15,-2 1-1-15,0-1 0 0,0 0 0 0,0 0 0 16,0 0 0-16,2 0 1 0,-1 1-1 0,-1-1 1 16,1 0-1-16,0 0 1 0,1 0 0 0,1 1 2 15,-3-1-2-15,-1 0 2 0,1-1-2 0,4 1 2 16,-3 0-3-16,-1-1 1 0,-1 0-1 0,1 1 2 15,0-1-2-15,1 0 0 0,2 0 0 0,-4 0-2 16,2 1 2-16,-1 0 0 0,4 0 1 0,-2 0-1 0,-3 0 0 0,4 0 0 16,-5 0 0-16,2 0 0 0,3 0 0 0,-4 0 2 15,1-1-2-15,0 1-2 0,2-2 3 0,-2 4-1 16,1-2 2-16,-1 0-1 0,1 0-1 0,3 0 0 16,-1 0 0-16,-3 1 0 0,1-1 0 0,-1 0 0 15,2 0 0-15,0 0 0 0,-2 0 0 0,0 0 0 16,0 0 1-16,2-1 0 0,-1-1-1 0,3 2 0 15,-3 0-1-15,-1 0 1 0,2 0 1 0,-2 0-1 16,4-1 2-16,-4 1-1 0,0-1 1 0,-2-1-1 16,2 1 2-16,2 0 0 0,0 0-3 0,1-2 1 15,-3 1 1-15,2 0 1 0,-3 0-3 0,3 1 2 16,-2-1-1-16,-1-2 0 0,2 3 1 0,-1 0 2 16,0-3-3-16,0 2 0 0,1-2 1 0,-1 0 1 0,2 1-3 15,-2-2 2-15,-3 2-2 0,2-1 0 0,1 0 0 16,0 1 0-16,-1 0 0 0,0 1 0 0,0-1 1 15,1 1-1-15,0-2 1 0,0 3-1 0,0-1 0 16,3 1 1-16,-3-1 0 0,1 2-1 0,2-1-1 16,-3 0 1-16,0 2-2 0,0-1 1 0,-4-1 1 15,3 1-1-15,1-2-1 0,0 1 2 0,1 1 0 16,-1 0-1-16,1-1 1 0,-1 0-1 0,3 1 1 16,-3 1 0-16,2-1 0 0,-2-1-1 0,-1 1 1 15,1 0 0-15,2-1-1 0,-2 1 2 0,0 0-1 16,0 0 0-16,-1 1 0 0,1-1 0 0,0 1 0 15,-1-1-1-15,1 4 1 0,0-3-1 0,0 3 1 16,2 0-1-16,-2-2-1 0,-1 3 0 0,1-1 1 16,-4-2 0-16,2 1-1 0,1 1 1 0,-1-1 0 15,2 0 0-15,0 1 1 0,0-1 1 0,0-1 0 0,-2 1-2 0,2 2 1 16,0-2 0-16,-1-1 0 0,0 1 1 0,-2 1-1 16,2-1 0-16,0 0-1 0,1 1 1 0,-1-2 1 15,1 0-1-15,0 1 0 0,0 1 0 0,-1-2 1 16,2 1-1-16,1-1 1 0,-1 1 1 0,-1 1-3 15,0-1-8-15,0-1-15 0,3 2-12 0,-3-2-12 16,0 1-12-16,0-1-40 0,2 1-26 0,0-3-34 16,1 2-34-16,-3 0 124 0,6-1-85 0,1 2-20 15</inkml:trace>
  <inkml:trace contextRef="#ctx0" brushRef="#br0" timeOffset="117435.22">18789 17842 225 0,'0'0'106'0,"0"0"-62"0,1 3-25 16,-1-1 35-16,2 0 0 0,-1 0-2 0,-1 1 6 16,0 1 4-16,0-2 8 0,0 1 0 0,1-1-3 15,-1 1-21-15,2 1-10 0,-2-1-3 0,1 2-7 16,-1-2-2-16,0 1-9 0,0 0 1 0,-1-1 1 16,1 0 0-16,0 0 1 0,-2 1-1 0,2-1-1 15,0-1-1-15,0 1 0 0,0 1-2 0,0-1-2 16,0-1-2-16,-1 0 0 0,1 1-1 0,-1 0-2 15,0 0-1-15,1 0 2 0,-1 0-2 0,1 1-2 16,0-4 2-16,-1 2-1 0,1-1-2 0,0-1 2 0,0 1 0 16,0 0-1-16,0-1 2 0,0 0 0 0,0 2 7 15,0-1 2-15,0-1 2 0,0 0 3 0,0 0 3 0,0 0 0 16,0 0-3-16,0-1 0 0,0 1-3 0,-2-2-4 16,2 1-2-16,0-2-3 0,0 0-3 0,0 1-1 15,0-2 0-15,0 1 1 0,0-1-3 0,0 0 0 16,0 1-4-16,0 0-7 0,0-2-4 0,0 0-3 15,0 1-13-15,-1-2-6 0,1 2-8 0,-1-1-3 16,1 0-7-16,0 0 0 0,0 1-1 0,0 0-1 0,2-1 3 16,-2 2 6-16,0-1 6 0,3-2 3 0,-2 3 12 15,0-1 5-15,0 0 3 0,0 1 7 0,1-1 8 16,-1 1 0-16,0 2 1 0,1-1 2 0,-2 0 0 16,1 2-1-16,1-1 1 0,-1 0 0 0,0 1 4 15,-1-1 2-15,3 0 0 0,-2-1 5 0,0 1 0 16,2-1 2-16,-2 1 4 0,1 0-5 0,1 0 6 15,-2-1-1-15,2 2-1 0,-2 0-1 0,0-3 2 16,1 3 0-16,1 0-3 0,-1 0 2 0,-1 0-7 16,1 0-1-16,-1 0-3 0,1 0 0 0,-1 0-3 15,-1 0-2-15,1 0-7 0,1 2-11 0,-1-1-41 16,2 0-30-16,-3 0-39 0,1 0 91 0,1 0-93 16,-2 0-45-16</inkml:trace>
  <inkml:trace contextRef="#ctx0" brushRef="#br0" timeOffset="118155.55">18928 17841 392 0,'1'-1'242'0,"0"0"-117"0,0-1-82 0,-1 2 67 15,0 0-48-15,0 0-13 0,0 0-5 0,0 1-2 16,0 1 2-16,0 0 1 0,0 2 2 0,0-3-7 16,0 1-6-16,0 1-6 0,0 0-6 0,0 1-8 15,0-1 0-15,0 1 0 0,0 0-2 0,0 1 0 16,0 0 0-16,0-1 1 0,0 3 0 0,0-3 0 0,0 1-3 16,1 3 0-16,1-1 0 0,-2 0-3 0,2 1-2 15,-1-2-2-15,-1-1 6 0,2 0 4 0,-1 0 4 16,-1-2 2-16,0 1 1 0,0 0-2 0,1 0 2 15,-1-1 2-15,0 1-9 0,0-1-4 0,0 2 0 0,0-2-5 16,0-1 1-16,0-1-1 0,0 1-1 0,-1-1 1 16,1 1 0-16,0-2 0 0,0 0 0 0,0 0 2 15,0 0-1-15,0 0 1 0,1 0 1 0,0-2 0 16,-1 0-1-16,1 0 0 0,0 0-1 16,2-3 2-16,-2 1 0 0,1-1-2 0,-2 1-2 0,1-3-1 15,2 2 0-15,-2-2 1 0,2 0-2 0,-1-1 0 16,1 2-1-16,-1-5-1 0,0 3 2 0,4 0-1 0,-5-3 1 15,3 1-1-15,1 2-1 0,-1-2 1 0,1 1 0 0,-1 0 0 16,1 2 1-16,-1 0-1 0,0 2-1 16,2-3 0-16,-2 1 2 0,-1 3-1 0,0 0 1 0,0-1-3 15,0 1 0-15,0 2 0 0,1-1 2 0,-3 2-1 16,2 1-1-16,0 0 0 0,-1 0-2 0,1 3 3 16,-1 0 1-16,0 0 0 0,-2-1 0 0,0 4 0 15,0-3 1-15,1 3-1 0,0-2 2 0,-1 1-1 16,2 1 1-16,-2-2 0 0,3 3-2 0,-3-2 1 15,-3 1-1-15,4-1 0 0,-2 1 2 0,1 0 0 16,0 1-1-16,-1-2-3 0,0 3-37 0,3 0-24 16,1-2-30-16,-3 1-49 0,0-1-83 0,0 2 154 15,0 0-118-15,-5-4-40 0</inkml:trace>
  <inkml:trace contextRef="#ctx0" brushRef="#br0" timeOffset="123149.98">9798 18330 92 0,'0'-3'110'0,"0"4"-15"0,-2-2-48 0,2-1 34 16,0 1-2-16,0 0-7 0,2-1-11 0,-2 1-5 15,0 1-2-15,1-1-3 0,-1 1 4 0,0-1-8 16,1 1-4-16,-1 0-2 0,0-2-3 0,0 1-2 0,0-1 4 16,0 0-4-16,0 1-4 0,0-1-3 0,0 1-5 15,0-2 1-15,0 3-4 0,0-1 0 0,0 0-8 16,2 1-3-16,-1 0-2 0,-1 0-1 0,0 0-3 15,0-1-3-15,0 1 0 0,1 0 1 0,-1 0-2 16,0 0 0-16,-1 0 0 0,1 0 1 0,-1 0 4 16,1 0-3-16,0 1 4 0,-2 0-1 0,2 0 3 0,0 0-1 15,0 1 0-15,2-2-1 0,-2 2-1 0,0 0 2 16,0 0-2-16,0 1-2 0,0 1 1 0,-2 0 3 16,2 0 0-16,0 1 1 0,-1 0 3 0,1 1 1 15,-1-3 4-15,1 3 1 0,-3-2 4 0,2 1 3 16,0 0 0-16,0 0 2 0,0 0-1 0,0 0 3 15,1 2-3-15,-3-2 0 0,3 2-3 0,-1-2-6 0,-1 1-1 16,1 0-2-16,1 1-3 0,0-1-5 0,0 1 0 16,0 0 0-16,0-1-3 0,0 2 0 0,0-1 1 15,0 0 1-15,0 1 1 0,-1-1 0 0,1 0 0 16,0-1 1-16,0 1-1 0,0 0 1 0,0-2-2 16,0 1 1-16,0-1-4 0,0-1 1 0,0 3 1 15,0-3-2-15,0 0 1 0,0-1 0 0,0 1 0 16,0 0 1-16,0-3 0 0,0 0 0 0,1 1-3 15,-1-2 1-15,0-1 3 0,1 1-4 0,1-1-3 0,0-7-12 16,-2 12-24-16,0-5-17 0,2-1-15 0,-2 3-26 16,2 0-36-16,-1-2 84 0,1 1-67 0,-1 5-7 15</inkml:trace>
  <inkml:trace contextRef="#ctx0" brushRef="#br0" timeOffset="124100.78">9751 18298 582 0,'-5'-6'256'0,"4"3"-166"0,-2-1-62 16,2 1 25-16,1 1-2 0,0 0-9 0,0 0-5 15,0 0 7-15,0 0 0 0,0 0 3 0,0-1-1 16,0 2-9-16,0 0-3 15,0 1-5-15,0-1-1 0,1-1-7 0,1 1 1 0,-2-1-4 0,2 1 2 16,-1 0-5-16,0 1 1 0,2-1-1 0,-1 1-3 16,-1 0-3-16,1-1-1 0,1 0 0 0,-1 0 0 0,1 0-1 15,0 0-4-15,0 0 4 0,-1-2-2 0,2 1 1 16,-3 0-2-16,3 1 0 0,-1-1-2 0,1-2 2 16,-2 3 0-16,1-1-3 0,0 1 1 0,1 1 0 15,-2-1-1-15,2 0 1 0,-1 0 0 0,2 0-1 16,-2 0 0-16,1 0-1 0,1-2 1 0,-1 2-2 15,2-1 1-15,-3 1 0 0,0 1-1 0,1 0 1 16,0 0 0-16,-1 1 0 0,2 0-2 0,-2 2 2 16,0 0 0-16,0 0-1 0,1 0 0 0,-2 0 0 15,1 1 1-15,0 0-1 0,-1 1 2 0,2 0 1 16,-2-1-1-16,1 2 1 0,-2-1 0 0,2 0-1 0,-3 0-1 0,0 0 1 16,0 0 0-16,0-1 0 0,0 1-1 0,0-1 2 15,0 1-2-15,0-1 0 0,1 0 2 0,-1 2 0 16,0-2-1-16,0 2-1 0,0-1 1 0,-1 1-1 15,-1-1 0-15,0 1 1 0,0-1 0 0,0-1-1 16,1 1 1-16,-3 0 0 0,4 0 0 0,-2-1 2 16,-1 1 0-16,1 0-1 0,0-2 0 0,1 0 1 15,-2 2 0-15,-1-3 0 0,1 1-1 0,0-1-1 16,2 1 0-16,-3 0 1 0,2-1-1 0,-1 1 0 16,0 0 0-16,-1-1 0 0,1-1 0 0,-1 0-1 15,0 1 1-15,0-2 0 0,1 1 0 0,1-1 0 0,-1 1 0 16,1-1 0-16,1 1-1 0,-1-1 2 0,2 0 1 15,-2 0-3-15,1 0 0 0,-2 0 0 0,3 0-1 0,-1-1 1 16,1 1 0-16,0-2-1 0,0 1 1 0,0 0-2 16,0-1 1-16,0 1-1 0,0 1 1 0,-1-2 1 15,1 2-1-15,0 0 1 0,1-2-2 0,-1 1 2 16,1 0 0-16,-1 1-1 0,3-1 1 0,-2 1 0 16,1 0 0-16,-2-1 0 0,2 1-1 0,0 1 1 15,0-1 0-15,0 1 0 0,0 0 0 0,1 0-3 16,-1 1 2-16,0-1 0 0,1 0 2 0,0 1-3 15,-2 0 1-15,2 1 1 0,-2 1 0 0,0-1 0 0,1 0 0 16,-1 2-1-16,0-2-1 0,-1 2 2 0,2-1 0 16,-2-1 1-16,0 1-1 0,0 2 0 0,0-2 0 15,0 2 0-15,1-2 2 0,-1 3 1 0,0-2 2 16,0 4-2-16,0-3 1 0,1 2 2 0,-1 0-2 16,1-5 3-16,0 5-3 0,2-3-2 0,-1 0-1 15,1-1 1-15,-1 0-1 0,1 0 0 0,0 1 2 16,0 3-1-16,-1-3 2 0,0 1 1 0,1 0 0 15,-2 1 2-15,1-6 2 0,0 5-1 0,-1-3 0 16,0 0 0-16,0-2 1 0,0 1-2 0,0-2 2 16,1-1-2-16,-1 3-2 0,0-2 1 0,-1 1-2 15,2 1 3-15,-2-2-3 0,0 0 2 0,1 0-3 16,0 3 1-16,0-3 0 0,-1 0-2 0,2-3 3 16,-2 0-4-16,0 2-14 0,0 1-13 15,2-3-13-15,-1 0-16 0,0-1-61 0,0 0-40 0,-1 0-59 0,0 1 137 16,0-2-126-16,0 2-54 0</inkml:trace>
  <inkml:trace contextRef="#ctx0" brushRef="#br0" timeOffset="125433.14">10053 18394 274 0,'0'-2'207'0,"1"0"-79"0,-1 1-71 0,0-2 59 16,2 0-20-16,-2 2-32 0,1-1-5 0,0 0-5 0,0-2 3 16,-1 3-5-16,1-1 0 0,3-1-16 0,-7 2 1 15,3-1-3-15,0-1-3 0,3 1-1 0,-2 1-4 16,-1-1-2-16,-1 1 0 0,0 1 2 0,2-2-5 16,0-1 1-16,-1 1-1 0,0 1 0 0,0-1-3 15,0 0 1-15,0 0-3 0,-1 1-1 0,0-2-2 16,-2 2-1-16,1 0-2 0,0 1-2 0,0-2-1 15,1 2-5-15,-1 0 2 0,2-1-3 0,-2 1-1 16,1-1 1-16,0 1 1 0,0-1-1 0,-1 1-1 16,0 0 0-16,0 1 0 0,-1 0 0 0,0 0 0 15,0 0 0-15,1-1-1 0,1 2 0 0,-1-1 3 16,1 0-2-16,-2 1 0 0,2-1 1 0,1 0 0 16,0 1-1-16,0-1 0 0,-6 1 0 0,3-1-2 15,-1 1 2-15,2 1 1 0,-1-2-2 0,-4 1 1 16,5 0 0-16,-1 0 0 0,1 2-1 0,1-2 2 15,-1 1-2-15,-1-1 1 0,0 2 0 0,1-2 0 0,-3 0-1 0,4 2 0 16,-3 0 1-16,2-2 0 0,0 1 0 0,1 0 0 16,-1 2 0-16,2-3 0 0,-1 2 2 0,0-2 3 15,2 1-1-15,-1 0-2 0,0-1 1 0,0-1 1 16,0 1-2-16,0 1 0 0,0-1-1 0,0 1-1 16,0-1 1-16,0 0-1 0,1 2-1 0,-1-3 1 15,3 0 0-15,-1 1 1 0,0-1 0 0,1-1 0 16,-2 2-1-16,2-2 1 0,-2 2-1 0,0 0 0 15,0 0 2-15,1-2-2 0,1 1 0 0,0 1 0 16,-3-2 1-16,2 0 0 0,0 0-1 0,2 0 3 0,-2 0-3 16,0 0 0-16,1 0 1 0,-1 0 0 0,3 2 0 15,-3-2 0-15,0 0-1 0,0 0 0 0,1 1 0 16,-2 1 0-16,2-2 2 0,-2 0-2 0,2-2 2 16,-2 1-2-16,2 1 2 0,-2-1 0 0,2 1 0 15,-2-2-1-15,-1 1 1 0,-3 1-2 0,2-1 0 16,1 0 3-16,-2 1-3 0,3-2 0 0,-1-1 1 15,-1 3-1-15,2-2 0 0,-1 1 0 0,1-2 0 16,0 2 0-16,-1-1 1 0,2 2 1 0,-2-2-2 16,0 1 1-16,1 0-1 0,0 0 0 0,-1 1 1 15,0 0-1-15,-2-1 0 0,0 0-2 0,2 1-1 0,0 0 3 16,-2 1 0-16,-2 0 0 0,3 0-2 16,1 0 1-16,-5 0-1 0,3 2 2 0,-4 0 0 15,3-2 0-15,2-1 0 0,0 3 0 0,-4 0 0 16,5-1-1-16,-3 0 1 0,1 1-2 0,2-1 0 15,-2 2 2-15,-3-1-1 0,3-1 0 0,-2 0 0 0,3 1 1 16,1 1 0-16,-4 0 0 0,-1 0 0 0,5 0 0 16,-1 3 0-16,1-3 1 0,-3 1-2 0,3 0 0 15,-2 1 1-15,1-5 0 0,1 4 0 0,0-5 0 0,-1 4-1 16,-1 1 1-16,2-4 0 0,0 2 0 0,0-1 0 16,0 4 0-16,0-1-1 0,0 2 3 0,-2-6-2 15,1 0 0-15,1 3 0 0,-3-2 0 0,2 3 0 0,1-4-2 16,-1 2 1-16,1 2 1 0,0 1-1 0,0-3 1 15,1 2 0-15,-1-2-1 0,0-3 1 0,1 4 0 16,-1-4 2-16,2 0-2 0,2 2-2 0,-4-2 1 16,1 1 2-16,3 1-1 0,1 4 0 0,-5-6 0 15,2 3-2-15,-2-2 2 0,0 1 1 0,2-1 0 16,-1 0-2-16,1-1 1 0,-3-2-1 0,5 3 2 16,-1 0 0-16,1 1-1 0,2-2 1 0,-4 0 0 15,2 1 2-15,0-1-3 0,2 1 1 0,-3-2-1 16,-1-1 0-16,2-4 1 0,-4 4-1 0,2 1 0 15,0-1-1-15,3-1 1 0,-5 2 0 0,3 1 1 16,0 2 0-16,-4 0-1 0,4-2 1 0,-1 0-8 16,-1 0-9-16,4 2-11 0,-3-2-14 0,-2 0-50 15,4 0-32-15,-2 0-44 0,1 0 108 0,-1 0-84 0,2 0-35 16</inkml:trace>
  <inkml:trace contextRef="#ctx0" brushRef="#br0" timeOffset="126099.88">10137 18385 221 0,'0'0'127'0,"0"0"-42"0,-1 0-21 16,1 0 31-16,-2 0-2 0,1 1-12 0,0-1 8 16,-1 0 3-16,1 0-7 0,0 0-4 0,1 0-13 15,-2 0-6-15,-1 0-6 0,2 0-7 0,1 0-9 16,-1 0-4-16,-1 0-6 0,2 0-2 0,0 0-6 15,0 0-5-15,2 0 0 0,-2 0-1 0,1 0-1 16,0 0-2-16,-1 0 2 0,2 0 1 0,-2 0-3 16,0 0 2-16,2 0-1 0,-2 0-1 0,0 0-1 0,1-1-2 0,1 1-1 15,-2 0-1-15,2 0 0 0,-1 0-1 0,-1 0-1 16,3 0 0-16,-1 0-2 0,-1 0 0 0,1 0 1 16,-1 0-2-16,2 0-2 0,-2 0 2 0,2 0-1 15,0 0-1-15,-2 0 2 0,2 0 2 0,2-1-1 16,-1 1 0-16,-1 0 2 0,1-1-3 0,2 0-1 15,-3 1 3-15,2-1-1 0,-1 1-2 0,1 0 0 16,-1-1-2-16,1 0 1 0,0 1 2 0,1-2-3 16,-1 1 0-16,0-1 2 0,0 0 0 0,-1 1-2 15,2 1 2-15,-3-1-1 0,1 1 0 0,-1 0 1 16,0 0 0-16,0 0-2 0,1 0 0 0,-1 1-7 16,-2 0-10-16,1 0-7 0,-1 0-11 0,0 1-13 0,2 0-51 15,-2 0-27-15,0 0-41 0,-1 0-40 0,3 0 132 0,-1 1-127 16,0-1-48-16</inkml:trace>
  <inkml:trace contextRef="#ctx0" brushRef="#br0" timeOffset="126759.02">10227 18415 117 0,'-1'-1'101'0,"1"1"-9"16,0 0-31-16,0 0 28 0,0 0-9 0,0 0-1 0,0-1 6 16,0 1-5-16,0 0 4 0,0 0-16 0,0 1-4 15,0-1 5-15,-1 0 0 0,0 2-4 0,1-2-9 16,-2 0 0-16,1 1-6 0,1-1-6 0,0 0-5 16,-1 0-11-16,1 0-5 0,0 0-2 0,0 0-3 15,0 0-3-15,-1 1-1 0,1 0-1 0,0-1 1 16,-1 0-2-16,1 0 1 0,0 3-4 0,0-3 0 15,1 1-3-15,-1-1 0 0,0 1-1 0,0 0 0 16,0 1-1-16,0 0-1 0,-1 0 2 0,1 1-3 16,0 0 3-16,-1 0-1 0,1 2 2 0,0-1 1 15,0-1 1-15,0 0-1 0,0 2 3 0,-3 1 1 16,2-1-1-16,-1 0 0 0,1 0-2 0,-1 0 1 16,1 3-1-16,0-2-1 0,-1 1-1 0,2 0-2 0,-1-2-1 15,0 2 2-15,0 0-1 0,-1 1-3 0,0-3 0 16,2 2 2-16,0-1-2 0,-1 2 2 0,1 0 0 15,0-2-3-15,1 1 0 0,0-2 1 0,-1 2-1 16,0-2 0-16,0 4-1 0,1-5 1 0,-1 1 0 16,0 0 0-16,0 2 0 0,0-3 0 0,3 5 1 15,-3-2 0-15,0-4 1 0,1 5-2 0,-1-3 0 16,3-3 0-16,-2 6 1 0,0-4 1 0,-1 0-1 16,1 1 0-16,1 0 1 0,0-2 0 0,-2-1 0 15,0 5 1-15,0-6-1 0,0 3-2 0,1-2 2 16,0-2-3-16,-1 1-4 0,2 3-18 0,-2-4-13 15,0 0-13-15,1 1-14 0,-1-1-51 0,1 2-44 0,0-2-56 16,0-1 136-16,2 1-115 0,-1-2-51 0</inkml:trace>
  <inkml:trace contextRef="#ctx0" brushRef="#br0" timeOffset="127926.39">10315 18508 281 0,'0'0'192'0,"2"-3"-58"0,-2 3-61 0,0 0 40 16,0 1-10-16,0-2-8 0,-2 0-9 0,2-2-23 16,0 3-9-16,0 0-11 0,0-1-7 0,-2-1-9 15,2 2-4-15,0 0-2 0,0 0 0 0,0 1-1 16,0 1 0-16,-1 2 1 0,0-3-1 0,1 0-2 0,-1 2-4 0,0-1 4 15,1 2-2-15,0-3-5 0,0-1 2 0,0 0-2 16,-2 2 2-16,2 1-3 0,0-3 1 0,0 2-1 16,-1-3-1-16,0 6 0 0,1-2-2 0,0 0-1 15,0 2-4-15,0-4 3 0,0 4-1 0,0-1-2 16,0 1 1-16,0-4 2 0,0 1 1 0,0 3 2 16,0-3 2-16,0 0 0 0,0 0 0 0,1 2 0 0,-1 0 0 15,0 0-1-15,1 0 0 0,1-2-1 16,-2-1-2-16,0 1-3 0,0-2 2 0,0 4 1 15,0-2 0-15,0 1-1 0,0 1-2 0,0 1-1 0,0-1 2 16,0 1 0-16,1-3-4 0,0 0 2 0,0 3-1 16,1-5-1-16,-1 1 1 0,1-1 2 0,0 1-2 15,0 0 0-15,-2 2 1 0,0-2-2 0,1-2 1 0,-1 2 1 16,1-1-1-16,0 3-1 0,-1 1 0 0,1-4 2 16,-1 0-1-16,1-1 0 0,1 2-1 0,-2 2 0 15,1-4 1-15,0 1 0 0,0-3 0 0,-1 3-1 16,2 4 1-16,-1-2 0 0,0-1 1 0,-1-1-2 15,1 1 1-15,1 0-1 0,0 0 1 0,-1-1 0 16,0 0-1-16,1 1 0 0,-2-1-1 0,2 0 2 16,-2-1-1-16,0 2 1 0,2-1 0 0,-2 0-1 15,1-1 1-15,1 1 1 0,-2 0 0 0,0 2-1 0,1-2-1 16,0 1 1-16,-1-2 0 0,1 6-1 0,-1-3 0 16,0-2 0-16,3 0 0 0,-2 0 0 0,0 0 0 15,0 0 1-15,0 0-1 0,1-1 0 0,-1 2 1 16,0-1 0-16,-1-1 0 0,2-1-1 0,-2-1 2 15,0 3-1-15,0-1 0 0,1-2 2 0,-1 3-2 16,1-1 0-16,-1 0 1 0,1 1-1 0,1-1 1 16,1-2-2-16,-2 1 2 0,-1 1-2 0,1 1 0 15,-1-3 1-15,0 1 0 0,0 1 0 0,0-1 0 0,0 2-1 16,0 0 1-16,0-4 1 0,0 4 0 0,0 2-1 16,2-3 0-16,-2 0 1 0,0-1-1 0,0 2-1 15,-2-4 1-15,2 2 1 0,0-3-1 0,0 3 1 16,0 2-2-16,0 0 1 0,0-2-1 0,0-3 0 15,0 5 0-15,0-2 0 0,-1-1 0 0,1 0 0 16,0-2 1-16,1 2-1 0,1 0 1 0,-2 0 0 16,1-2 2-16,1 2-3 0,-2-1 0 0,1 2 0 15,0 0 0-15,1-1 1 0,-2-2-1 0,2 2-2 16,-2 1 2-16,2-4-1 0,1 4 1 0,-2-2 0 16,-1-1 0-16,0 2 0 0,3-1 0 0,-2-1 2 15,0 3-2-15,-1 0 0 0,0-1 0 0,0 1 0 0,1-2 3 16,-1 1-3-16,0-1 0 0,0-1 0 0,0 2 0 15,0-1 2-15,0-1-2 0,-1 2 1 0,1-1-1 16,0 2 0-16,0 1 2 0,-1-2-3 0,1 1 1 16,0 0 0-16,0 1 0 0,0-3 0 0,-1 2 1 15,-1 0 0-15,1 0 0 0,1 0 0 0,-1 0-1 16,0 1 0-16,1-1 0 0,-2 1 0 0,2-1 0 16,0 1 0-16,-3-2-2 0,2 3 1 0,1-3 1 0,0 2 0 15,0 0-1-15,0 0 1 0,-2 0-1 0,2 1 1 16,0 0 1-16,0 0 0 0,0 0-1 0,-1 0 0 15,-1-1 1-15,2 1-1 0,0 0-1 0,1 0 0 16,-1 0 0-16,1 0 0 0,-1 1-18 0,3 0-6 0,-2-1-12 16,-1 1-12-16,0 0-39 0,0 1-31 15,0 3-40-15,0-2-57 0,0 0 145 0,1 2-99 0,-6-4-28 16</inkml:trace>
  <inkml:trace contextRef="#ctx0" brushRef="#br0" timeOffset="129505.51">10449 18546 647 0,'1'-4'293'0,"-1"1"-175"16,-1-2-67-16,1 2 41 0,0 1-45 0,1 2-5 0,2 0-3 0,-4 0-1 15,1 0-3-15,0-1 0 0,3 1-16 0,-3 0-5 16,0-1-1-16,-2-2-4 0,4 2-1 0,-2 4-4 15,1 0 0-15,-1 2-1 0,-4-3 0 0,5 3 3 16,2-1-1-16,-3 1 0 0,-3 0 1 0,3-3 1 16,0 2-3-16,0 1 1 0,3 2-2 0,-3-5 0 15,-3 3 1-15,3 0 0 0,0 1 0 0,-1-1 1 16,1-1 2-16,-1 1 0 0,-1 3 0 0,-1 4-1 16,5-4-3-16,-1 1 1 0,-1-2 0 0,0 3-2 15,0-3 0-15,0-2-2 0,2 0 1 16,4-1-1-16,-7 1 3 0,2 0-3 0,2-2 1 0,-2 0-1 15,1 1 1-15,2-4 0 0,-2 6 2 0,-3-6 1 16,1 0-2-16,0 3 3 0,1-1-3 0,-1 0 3 16,0 0 0-16,0-3 1 0,0 0-1 0,0 3 3 15,0-2-2-15,0-1-1 0,0-1 1 0,0 2-1 16,0 1-1-16,0-1-2 0,0-1 2 0,0-2-4 16,0 2 2-16,0-2 0 0,0 0-2 0,2-3 0 0,1 3 0 15,-3 0 1-15,4-2-1 0,-6 0-1 0,2 3 1 16,5-4 0-16,-5 2 0 0,2-4 0 0,-1-1-1 15,2 3 1-15,1-2 0 0,0-2-1 0,-3 3 1 16,0-4-1-16,-1 1 1 0,1-2-1 0,0 2 1 16,-1 0 0-16,-2-1-2 0,2 0-5 0,-1 2-7 15,1 1-3-15,0-2-3 0,3 2-9 0,0-1-3 16,-1 1-4-16,0-1 1 0,-2 1 0 0,0 0 3 16,2 0 2-16,0 0 5 0,-2 2 7 0,0-1 4 15,-3 2 3-15,4 0 4 0,1 0 5 0,-2 1 1 16,3 1 1-16,-3 0 0 0,1 1 1 0,-2-2 0 0,3 1 0 15,0 1-1-15,-2 0 0 0,0 1 1 0,-2-2 0 0,1 0-1 16,1 1-1-16,3 1-1 0,-3-1 2 0,-2-1 0 16,4 0 0-16,-2 1 0 0,0-1 1 0,2 1 1 15,-1 2-2-15,0-3 3 0,2 1-3 0,0 0 0 16,-1 2 0-16,1-1 0 0,1 0 0 0,-4 1 1 16,2-1 1-16,-2 1 0 0,2 0 1 0,-2 0 1 0,1 0 3 15,0 0-1-15,2 1 0 0,-1 0 0 16,1 1 1-16,1 0 0 0,2 2-2 0,-3-2-1 15,-1 1 0-15,0 0 0 0,-3 2-2 0,3-2 0 0,-2 0 0 16,4 1-2-16,-4 1 4 0,1 0 3 0,-1 0 3 16,3-1 0-16,-3 1 6 0,1-1 5 15,-5 1-1-15,3 1 3 0,0-2-2 0,-2 1-5 0,2-1-1 16,1 3-1-16,3-4-5 0,-3 4-2 0,1-3-1 16,-2 0-1-16,-1 4-1 0,2-4 1 0,0 1-2 15,-2 1 0-15,1 1 0 0,-1-4-2 0,2 5 0 16,0-3 1-16,0 0 0 0,0 1-1 0,0 1 3 15,-2-2-3-15,-2 1 1 0,2-3 1 0,0 1-2 16,-1 0 2-16,3-1-2 0,0-2 5 0,-2 0-2 16,2 1 3-16,-1-2 4 0,1 1-1 0,-2-2 3 0,1 1-3 0,1 0 2 15,-4 1 0-15,2-1-4 0,1 3 1 0,-2-4-4 16,1 1 1-16,0-4-2 0,2 1-2 0,-3-1 3 16,3 1-4-16,-1 0 3 0,1 2-3 0,0 1-1 15,-1 0 0-15,1-1 0 0,-1 2 2 0,-1-3-2 16,-1-1-1-16,3-2 0 0,-1 0-1 0,1 4 1 15,0-6-1-15,0 4-3 0,0-1-1 0,1 2-1 16,1 0 1-16,-2 2-3 0,0 0-1 0,-1-2-1 16,1 1 2-16,1 1 0 0,-1-1 0 0,0 0 0 15,0 1 2-15,3-1 0 0,-2 1 2 0,0-2 1 16,2 2 0-16,-3 2 1 0,2-2-2 0,-2 1 3 16,1 1-1-16,0-1 3 0,-1 2-2 0,0-2 2 0,0 0 0 15,-1 5-1-15,-1-3 1 0,1 3 0 0,1-9 0 0,-2 7 1 16,2-1 0-16,0 2 0 0,0-2 0 0,0 0 5 15,0-1 3-15,0 1-2 0,0 6 6 0,0-7 2 16,0 2 1-16,0 0 0 0,0 0 1 0,0 0-1 16,0 0-2-16,0 0-2 0,0 0-1 0,0 0 2 15,0 0 0-15,0-1 0 0,0 0 0 0,0 1 0 16,0 1 1-16,0-1 1 0,0-1-2 0,0 2-4 16,3 1 1-16,-1 3-1 0,-2-2-1 0,2-4 0 15,0 4-1-15,-1-4 0 0,-1 1-2 0,3 1 1 16,-3-3-2-16,1 2 0 0,2-1-1 0,-3 0 0 0,3 2-1 15,-3-1 0-15,2 2 3 0,-1-4-3 0,2 2 2 16,-2-1-1-16,1-7-1 0,1 10 2 0,-1-6 0 16,1 0 1-16,0 1-1 0,-3 0-1 0,1 1 0 15,2-1 2-15,-3 8-2 0,1-11 1 0,-1 4-1 16,0 1-2-16,0-3 0 0,1 0 2 0,-1 0 1 16,0 0 0-16,0-3 0 0,0 5-2 0,0-2 1 15,-1 0 1-15,1 0-4 0,-1-1-6 0,0-1-7 16,1 0-13-16,0 1-34 0,1-4-23 0,1 2-37 15,-2-5-61-15,3 3 121 0,-3-1-86 0,6 1-31 16</inkml:trace>
  <inkml:trace contextRef="#ctx0" brushRef="#br0" timeOffset="130556.9">10637 18700 144 0,'0'0'147'0,"-1"0"-14"16,2 3-51-16,-1-4 61 0,1 1-10 0,-1 0-8 15,2-1-1-15,-2 1-2 0,0-2-10 0,0 2-10 16,0-4-7-16,0 3-19 0,1 1-8 0,2-4-6 16,-3 0-8-16,0 2-17 0,0 0-3 0,0 0-2 15,0-4-3-15,0 1-6 0,0 3-2 0,0 3-2 0,0-4-1 16,0-2-3-16,0-1-2 0,0 0-3 0,0 3-3 0,1-1-3 15,0-4 0-15,0-1 0 0,0 3-2 0,2-2 0 16,-2 2 0-16,0-3-1 0,0 1 0 0,-1-2 0 16,3 0 1-16,-1 2-2 0,0-1 0 0,0-2 0 15,0 2 1-15,1 0 0 0,-1-1 0 16,0 3 0-16,0-3-1 0,-1 0 1 0,0 1-1 0,2 2 1 16,-3-1-1-16,1 1 0 0,1 3-2 0,-1-3 2 15,3 4 0-15,-3 0 0 0,1 1 0 0,-1-2-2 16,0 3 0-16,-1 0-1 0,0 0 2 0,0 0-1 15,1 1-2-15,-1 0 1 0,0 1 2 0,0 1-1 16,0 1 0-16,1 1 1 0,-1-1 0 0,0 1-2 16,0 1 3-16,0-1-1 0,0 2 1 0,0-2-3 15,0 2 2-15,0 1 1 0,-1 0-1 0,1-1 2 16,0 3 0-16,0-2 1 0,0 3 3 0,0-2 4 0,0 2 0 16,1-3 0-16,0-1 3 0,1 3 0 0,-1-2 3 15,-1 4 2-15,2-5-2 0,-2-2 1 0,2 5-1 16,-2 0-1-16,1-1 0 0,0-1 0 0,1-1-3 15,-1-3-4-15,1 0 0 0,0 5-2 0,0-5 0 16,-1 1 1-16,0-1 1 0,0-2 0 0,0-1-1 16,0 5 1-16,-1-2-1 0,2-3 2 0,-1 1-2 15,-1 1 1-15,1-2-1 0,0 0-1 0,-1 2 1 16,2-2-1-16,-1 0-1 0,1 0 1 0,-1 2-1 16,0-4-1-16,1 2 0 0,-1-2 0 0,2 3 0 15,-3 0 2-15,1-1-2 0,0 0 0 0,1-2 1 16,-1-1 0-16,0 0-1 0,1-4 0 0,0 2 1 15,-2-1-3-15,3 0 3 0,-2 2-3 0,0-6 3 16,0 5-2-16,0 2-1 0,1-3 1 0,-2-3 1 0,0-1 1 16,0-2-3-16,0 0 2 0,0 1-1 0,0-2-1 0,0-3 2 15,-2 0-1-15,2 2-1 0,-1 0-1 0,2-1 0 16,-1-2 1-16,2 2-1 0,-2 1 1 0,0-3-1 16,1 1 0-16,0 3 0 0,-1-1 1 0,2 1 0 15,-2 1-1-15,0 0 0 0,0 0 0 0,0 2 0 16,1-1 0-16,0 0-1 0,0-1 1 0,0 4-1 15,0-2 0-15,2 2 0 0,-2 0 0 0,0 2 0 16,-1-1 1-16,3 3 0 0,0 0-3 0,-2 0-14 16,2 0-7-16,-2 2-13 0,1 0-14 0,0 0-19 0,-1 2-27 15,1 0-98-15,1 2-86 0,-1 0 201 0,0 1-137 16,-1 4-61-16</inkml:trace>
  <inkml:trace contextRef="#ctx0" brushRef="#br0" timeOffset="135519.97">10495 17301 281 0,'-3'-7'157'0,"-6"0"-89"15,2 2-46-15,0-2 11 0,-1 1 5 16,0-1-5-16,5 0-7 0,-1 0 1 0,-2-2-3 16,2-2 0-16,-2-1 1 0,4-1-1 0,1-2-10 0,-1-4-5 15,0 3-5-15,2-3-2 0,2 1 0 0,0 0-2 16,-1-4 0-16,1 3 0 0,4 2-4 0,-3-2-5 15,3 1-2-15,-2 0-10 0,0-1-22 0,4 4-10 16,-7-1-10-16,6 0-16 0,-5 2-9 0,6 1 50 0,-6 0-50 16,2-2-7-16</inkml:trace>
  <inkml:trace contextRef="#ctx0" brushRef="#br0" timeOffset="136179.62">10630 16072 542 0,'-6'-10'201'0,"3"3"-154"0,-3 0-60 16,4 0-2-16,-1-3-10 0,2 4 2 0,-1 0-3 16,1 0-1-16,0-4 1 0,-3-1 2 0,3 0 20 0,1-1 1 15,0 1-9-15,0-2-39 0,0-2-17 16,0 0 52-16,1 3-40 0,3 2-24 0</inkml:trace>
  <inkml:trace contextRef="#ctx0" brushRef="#br0" timeOffset="136927.75">10771 15039 472 0,'-6'-9'179'0,"2"1"-136"0,0-2-37 0,-1 1-1 16,3 3-3-16,1 1-1 0,-2-3-1 0,2 0-2 16,0 0-5-16,-1 1-1 0,1-2-10 0,0 1-33 15,1-2-18-15,-1 0 49 0,1 2-41 0,0-2-29 16</inkml:trace>
  <inkml:trace contextRef="#ctx0" brushRef="#br0" timeOffset="137879.21">10776 14208 463 0,'-3'7'177'16,"-2"-2"-132"-16,0 6-36 0,2-2 3 0,2 5-6 16,-2 4-1-16,-1-1-1 0,1 0 2 0,2-1 3 0,-1 1-1 15,2 1 1-15,0 2 1 0,-2-5-2 0,2 3-1 16,0-2-3-16,1 7 2 0,0 0-3 0,-1-1 2 16,0-1-2-16,0 2 0 0,0 1 1 0,0 0-2 15,0 0 3-15,0-1-4 0,-1 1-1 0,0-1 0 0,-1-6 0 16,2 1-9-16,0-1-8 0,0-4-10 0,0-2-15 15,2-5-35-15,-1-3-21 0,0 1 63 0,-1-2-55 16,2-7-30-16</inkml:trace>
  <inkml:trace contextRef="#ctx0" brushRef="#br0" timeOffset="139456.26">10790 13961 49 0,'-3'0'46'0,"2"0"-9"0,0 0-18 0,0-1 10 16,0-1-3-16,2-2-5 0,-2 2-2 0,0 0-11 15,-1-1 0-15,2-1-3 0,0 0-2 0,-1-3-1 0,1 2 0 16,0 0-1-16,0-4 2 0,1-1 2 0,-1-2-3 16,2-2-1-16,-2 2 2 0,0-3-1 0,1-2 0 15,-1-2 1-15,0 1-2 0,1 2-1 0,0-2 0 0,1-1 0 16,-1-2-3-16,1 5-4 0,0-1-8 0,1 2-13 16,-1 1 21-16,0 1-14 0,1-2-7 0</inkml:trace>
  <inkml:trace contextRef="#ctx0" brushRef="#br0" timeOffset="146412.24">16677 16856 50 0,'0'3'34'15,"1"-1"-12"-15,-1 1-11 0,-1-2 8 0,1 0 0 16,-4-1-4-16,4 1-1 0,-2-1 0 0,1 0-1 16,0-1-1-16,0 1 1 0,1 0-1 0,0-1-2 15,-2 1-2-15,0 0 4 0,2 1 1 0,2 1-1 0,-1-1-1 16,0-1-1-16,0 1-1 0,-1-1-4 0,1 0 4 15,-1 2-5-15,4-1 1 0,-5 0 2 0,1 1 4 16,0 0 0-16,0 0 8 0,0 0 3 0,0-1 2 16,2-1 0-16,-4 0-3 0,2 1-1 0,-2-1-2 15,2 0-3-15,-3 1-3 0,3-1 0 0,-1 3-4 16,-2-1 1-16,5 1 2 0,-2 1-2 0,1 1-1 16,-1-3 2-16,1 2-1 0,-1 0 0 0,0-1 0 15,1 1 3-15,-2 0 1 0,0-2 2 0,0 2 2 16,-3-1 3-16,0 0 2 0,1 0-1 0,0-2 1 15,2 1-1-15,-3-1-1 0,1 0-3 0,2-1-4 16,-1 3 0-16,2-3-4 0,0 1-1 0,0-1-4 0,-1 1 1 16,0-1-4-16,-1 0 0 0,1 0 0 15,1 0-1-15,3 0-2 0,-1 0 2 0,-2-1-1 16,0 0 0-16,0 0 2 0,0-1 0 0,0-2 1 16,2 2 0-16,-4-3-1 0,2 2-1 0,0-2 1 0,2-2-1 15,-2 1 1-15,1 1-1 0,1-1 0 0,-1-3 0 16,-1 1 2-16,1 1-1 0,-2-1 0 0,0 0 0 15,0-2-1-15,1-1 1 0,-1 4 2 0,-3 0-1 0,1-4 2 16,3 0 1-16,-1 0 0 0,1 0 0 0,-1 2 4 16,-2-4-3-16,3 1-2 0,-1-1 2 0,-1 2 1 15,1 0 0-15,1-1 2 0,-3 0 2 0,3-2 2 16,-2 0 2-16,-3-1 2 0,5 0 1 0,0-1 1 16,-2-2 1-16,-1 0-1 0,3 1-3 0,0 1-5 15,2-2 0-15,1 3 0 0,-1 0-3 0,0 0-4 16,1 2-2-16,1 3 0 0,-2-3-2 0,-2 3 4 0,0 2-4 15,3-1-1-15,-1-1-2 0,-1 1 1 0,3 2-2 16,0-1-5-16,1-1-9 0,-1 1-9 0,-2-1-4 16,0 1-12-16,3 2-16 0,-2-2-49 0,0-1-23 15,1 3 85-15,0 0-61 0,0 1-42 0</inkml:trace>
  <inkml:trace contextRef="#ctx0" brushRef="#br0" timeOffset="147078.12">16699 15887 118 0,'-2'-2'105'0,"-1"-2"-26"0,3 0-37 0,-3 1 19 16,1-2-7-16,0 1-7 0,1 1-16 0,1-3-6 0,3 1-3 15,-2 0-4-15,0 1-8 0,4 0-2 0,-2-3-2 16,0 0 3-16,-1 0-1 0,2 0 2 0,-3 0 1 16,0-2 2-16,1-2 4 0,-2 0 3 0,1 2 2 0,0-2-3 15,1-3 4-15,-1 2 2 0,6-5-4 0,-5 4-1 16,0-3-3-16,1-3 0 0,1 0-1 0,-4 0-1 16,1 4-4-16,-1-3-1 0,0 3-1 15,2-1 0-15,0 2-1 0,0 3-3 0,-1-1-2 16,3 4 1-16,-2-2 0 0,-1 1-1 0,0 1 0 0,-1-1 1 15,3 1-1-15,-1 1 0 0,0 3 3 16,-2-3-2-16,0 2-1 0,0 0 0 0,-3-2 1 0,2 2-1 16,-2 1 0-16,2-3-2 0,-1 3-1 0,1-3 2 15,-1 2-3-15,-1-3 1 0,1 4 0 0,1-2 0 0,-1 1 1 16,1-1-2-16,0 1-5 0,1 1-8 0,0 0-34 16,0 1-27-16,1 4-33 0,1-2 76 0,-1 1-77 15,3 0-39-15</inkml:trace>
  <inkml:trace contextRef="#ctx0" brushRef="#br0" timeOffset="147811.44">16790 14506 347 0,'-7'-3'165'0,"2"2"-114"0,-1-1-33 16,2 1 6-16,3 1-1 0,-5 0-5 0,5-2-3 15,1 1-1-15,2 1 0 0,-2-1-4 0,1 1-2 16,1-1-6-16,-5-2-3 0,7 1-2 0,-4-1 3 0,0 0 0 16,1-1 1-16,-1-1 6 0,3 1-1 0,-1-1 4 15,3-2 5-15,-5 0 4 0,0 0 0 0,2-2 0 16,0 0 0-16,-1-2 3 0,1 0-1 0,0-2-2 16,-1 0-2-16,3-1-6 0,-1-1 0 0,0-2-2 15,0 2 1-15,1 2-4 0,-4 0-4 0,2-3 2 16,1 3 0-16,0 1-1 0,-1 3 0 0,-2-1 1 0,3-2-1 15,0 2-1-15,1 1 1 0,-1 1-3 0,-3 0-1 0,2 0-6 16,0 1-3-16,0-1-1 0,0 5-5 16,-1-1-5-16,0-2-3 0,-1 1-5 0,0 0-3 0,2 2-12 15,-2 0-5-15,0 1-10 0,0-2-11 0,1 1 44 16,-1 1-31-16,2 0-6 0</inkml:trace>
  <inkml:trace contextRef="#ctx0" brushRef="#br0" timeOffset="148396.22">16844 14031 61 0,'-1'0'55'0,"1"0"-9"0,-2 0-18 0,2 0 17 16,-2-2-2-16,0 1 6 0,2 0-3 0,-1 1-6 16,0-3-2-16,-1 2-2 0,1-1 4 0,1 0-5 15,0 1 0-15,-1 0-11 0,0-2 5 0,1-1-2 16,-1 1-2-16,1-4-2 0,0 0-3 0,-1 0 1 16,1-2 1-16,1-3 2 0,2-1 1 0,-2-2 2 15,2-2 2-15,0-2 0 0,-1-4-2 0,1 0-6 16,1-5 0-16,0-1-5 0,2-3-6 0,-1 2-3 15,2-2-1-15,1 2-2 0,3 2-6 0,-2-3-10 16,2 5-11-16,1 1-18 0,1 2-61 0,1-3 80 16,0 2-53-16,1-1-34 0</inkml:trace>
  <inkml:trace contextRef="#ctx0" brushRef="#br0" timeOffset="150391.94">10702 15395 24 0,'1'0'19'0,"0"0"-4"0,-1 0-6 0,0 0 3 0,0 0 1 16,0 0-2-16,1 0 1 0,-1 0-1 0,0 0 0 16,0 1 0-16,1 3-1 0,-1-2 2 0,0 1-2 15,0 0-1-15,0 5-2 0,0-2 0 0,1 0 1 16,-1 2-1-16,0-3 0 0,0 4 2 0,0 0 4 16,0-3 3-16,2-1 1 0,-2 1 2 15,0 0 0-15,0-4-2 0,-2 3 2 0,2 0-3 0,-1-2-4 16,1 0-1-16,-1 1-2 0,1-1 3 0,0 1-3 15,-1 1 2-15,1-1 1 0,-1 0-1 0,1 1 3 16,-1 0 0-16,1 0 0 0,0 0-3 0,-2 0 0 16,2 0 1-16,0 0-4 0,0 0 1 0,-1 1-3 15,1 0-2-15,-1 0-1 0,1 2-2 0,0 0 3 16,0 1-4-16,0-2 1 0,0 1 0 0,0-2-1 16,0 1 1-16,0 0 2 0,0-2 0 0,0-2-2 15,-1 1 1-15,1-2 1 0,-2 0 1 0,2 1-1 0,0-2 0 16,0 1-2-16,-1 0 2 0,1-1 1 0,1 0-3 0,-1 0-1 15,0 1 0-15,0-2-3 0,0 0-4 0,0 0-7 16,0-2-37-16,0 0-21 0,0 1 53 0,2-1-39 16,-1-3-24-16</inkml:trace>
  <inkml:trace contextRef="#ctx0" brushRef="#br0" timeOffset="151090.81">10676 16438 121 0,'-6'7'49'0,"3"3"-32"0,-3 0-10 16,2-2 0-16,3 0 2 0,-1 4 6 0,-3-2-1 16,3 1 0-16,0-2-2 0,1-1 1 0,-1 3 1 15,0 0 1-15,-2 1-2 0,2-4-1 0,1 2 1 0,0 2 3 16,-1 2 1-16,1 2 2 0,0-4-1 0,-2 0 4 15,3 1 3-15,-1-1-2 0,-1-1-1 0,2-1-6 16,-1-2 0-16,-1 1-2 0,1-2-3 0,1 1-6 16,-1-1-1-16,2 1-3 0,0 0 0 0,-1-2 1 15,0 0-1-15,0-1 1 0,0 2 4 0,0-1-1 16,0 1-1-16,-2-1 0 0,0 0-1 0,0 3-5 16,1-2-10-16,0 1-10 0,2 0-17 0,-1-2 28 15,0 1-21-15,2 0-9 0</inkml:trace>
  <inkml:trace contextRef="#ctx0" brushRef="#br0" timeOffset="160438.62">10860 13889 35 0,'3'-3'27'0,"-3"2"-10"15,2-1-9-15,-1 0 6 0,0 1-3 0,2 1-2 16,-1-1-5-16,-1 1 3 0,1-1 0 0,1 1-2 16,-2-1 6-16,3 0 2 0,-1-1 2 0,-3 1 4 15,0 0 5-15,1-1 0 0,0 2 0 0,-1-2 2 16,0 0 2-16,0 0-3 0,0 2 0 0,0-2-3 16,0 1-4-16,0 1-2 0,1-1-1 0,-1 1-2 15,0 0-7-15,0 0 0 0,0 1-4 0,1-1 0 16,0 0-1-16,-1 0-2 0,0 0 1 0,2 0-1 15,-2 0 0-15,1 0 1 0,0-1 1 0,0 1-1 16,-1 0 0-16,0-1 4 0,0 1 1 0,0 1 7 16,0-1 3-16,0 1 3 0,0-1 0 0,-2 0 8 15,1 0 2-15,-1-1 0 0,2 0-1 0,0 1-1 0,0-1-2 16,0 0-3-16,0 1 0 0,0 0-6 0,0 0-3 16,0 0-1-16,-1 0-3 0,0 0-5 0,1 0 1 15,0 0-1-15,0 0-1 0,1 0-1 0,-1 0 0 16,3 0-1-16,-3 2 0 0,0-1 0 0,0-1 0 15,0 0-1-15,0 0 1 0,0 0 0 0,-3 0 1 16,2 0 2-16,1-1 0 0,0 1-1 0,0 0 3 16,-2 0-2-16,1 0 2 0,-1 0-1 0,1 0 1 15,1 0-5-15,-1 0 4 0,-1 1 0 0,2-1-2 16,0 2 3-16,-1-2-5 0,1 3 2 0,-2-1-1 16,-2-1 2-16,3 1 1 0,0 0 0 0,-3-1 1 15,2 0-1-15,0 1 4 0,0 0-1 0,1 0 1 16,0-1 0-16,-1 1-2 0,1 0 1 0,-1 2 0 0,0-3-2 15,0 0 1-15,2 1 0 0,0 0-2 0,0 0 1 16,-1 0 0-16,-1-1-2 0,2 1-1 0,0 1 2 0,0-1-2 16,-2-1 0-16,2 2 1 0,0-1-1 0,-1 0 0 15,1-1 2-15,-1 1-3 0,0-1 3 0,0 2-2 16,1 0-2-16,-1-1 3 0,-1-1 1 0,1 1-2 16,0 2-1-16,-2-3 3 0,2 1-3 0,-1 0 4 15,-1-1 0-15,3 1-2 0,-1 1 1 0,-1-2 0 16,0 0-2-16,0 0 2 0,1 0 0 0,-1-1-1 15,0 1-2-15,0 0 1 0,0 0-2 0,0-1 2 16,0 0 1-16,1 0-3 0,-1 0 2 0,0 1-1 16,-1-1 2-16,2 1-2 0,0-1 3 0,0 1-1 15,-1 1-1-15,0-2 1 0,2 0 0 0,-1 0 2 16,1-3 1-16,-1 3 0 0,1 0 1 0,0-2 1 16,0 1 1-16,0-1-1 0,0-1 2 0,0 2-3 15,0-4-1-15,0 1-1 0,0 2 0 0,0-2-1 16,1 1-2-16,0 1 0 0,1 0-2 0,-1-2 1 15,1 2 1-15,-1 0-1 0,0 0-1 0,2 0 0 16,-3-3 2-16,2 2-1 0,-2 1 0 0,2-2 2 0,0 1-1 16,3 0 2-16,-3-2 0 0,0 3-2 0,1 0 0 15,1 0 0-15,-2 0 2 0,1 0-4 0,0-1 2 0,-2 0-1 16,4 1-1-16,-3 1 0 0,2-1 3 0,1 1-2 16,-1-2-1-16,-1 1 2 0,4 1 0 0,-2 0-1 15,0-1 0-15,0 1 1 0,1-3 0 0,-1 2-1 16,1 0 1-16,-2 0-1 0,2 0 1 0,-2-1 2 15,2 1-1-15,-2-1 0 0,1-1 1 0,3 0 1 16,-2 0 1-16,1 0 1 0,0 0-2 0,0 2 0 16,1-3 0-16,-1 2 0 0,-2 0-2 0,4 0-1 15,-4 1 0-15,2-2-2 0,3 1 0 0,-6-2 0 16,4 2-1-16,-1 0 1 0,1-2 1 0,-5 0 1 16,5 0-2-16,0-1 2 0,-3 1 1 0,3-1-1 15,1 0 2-15,-1 0-1 0,1 0 1 0,2 0 1 16,-3 0 2-16,0-1-1 0,1-2 0 0,0 2 0 0,-2-2 0 15,0 0 1-15,2 2-3 0,-2-1 0 0,0-1 0 16,0 3-1-16,0-2 2 0,1 2-1 0,-1 1 0 16,-2 1-3-16,3-1 1 0,-1-1 1 0,0 2-1 15,1 1-1-15,-2-1-1 0,2-1 0 0,2 1-1 16,-1-1 1-16,-1 2 0 0,0 0 0 0,0-3 0 16,0 3 0-16,2-1 0 0,0 2 1 0,0-3-1 15,-2 1 1-15,4 2-1 0,0-1 0 0,0 1 2 16,-1 0-2-16,4 1 1 0,-4-2-1 0,3 1 0 15,-1 0 0-15,0 0 2 0,1-2-2 0,-1-1 0 16,-2 1 0-16,3 3 0 0,-4-3 0 0,3 0 0 16,-3 2 0-16,3-1-1 0,-4 1 2 0,5-1-1 15,-6 1 0-15,0 0 0 0,2 1 1 0,-1 0 1 0,-1 0-2 0,0-1 2 16,1 1-3-16,-1-2 1 0,-1 1 0 0,2 2 0 16,-2-2 0-16,0 1-2 0,0 0 1 0,0 0 1 15,-2 1 0-15,2 0 0 0,0-1 0 0,-1-3 1 16,0 3 1-16,1 0-1 0,1 0 0 0,-1 1-1 15,0-1 0-15,0 1 0 0,2 0 0 0,-2 1-1 16,3-1 0-16,1 1 0 0,0-1 1 0,0 0 0 16,1 1-1-16,-1-1 1 0,2 0 0 0,2 1 1 15,-1 0-1-15,-1-1 3 0,2 0-3 0,-2 1 1 16,1-1-1-16,1 2 0 0,-2-2 0 0,2-2 0 16,-2 2 0-16,1 0 0 0,0-2-2 0,2 0 2 15,-1 0 1-15,-2 0-1 0,0 0 0 0,1 2-1 0,1-3 1 16,-2 1 0-16,1 1 0 0,-2-1 2 0,-1 1-2 0,1 0 0 15,-1-3 0-15,-2 3 1 0,2-2-1 0,0 3-1 16,0-2 1-16,-2 0-2 0,1-1 2 0,0 3 0 16,0-2 1-16,-2 0-2 0,2 2 2 0,-3-1 0 15,0 0 0-15,4 1 1 0,-1-1-2 0,-1 1 0 16,2 0 0-16,0 0 2 0,-3 0 0 0,3 0-1 16,-2 0 1-16,2 0-2 0,-4 1 1 0,2-1 1 15,1-1-1-15,-3 1 0 0,5 0 0 0,-1 0 1 16,1 0 1-16,-5 0-1 0,3 0 0 0,0 2 2 15,0-2-2-15,1-1 1 0,-1 1-1 0,-4 0 0 0,3 0-1 16,1-1 3-16,2 0-2 0,-2 0 0 0,-2-1 0 16,3 2 1-16,-1 0 2 0,1-1 0 0,0 1-1 15,-1 0-1-15,1 0 0 0,-2-1 3 0,-2-1-1 16,3 2 0-16,-1-1-2 0,0 0 0 0,-1 0 1 16,1-1 0-16,1 1-1 0,0 1 0 0,-1-2 0 15,-1 2-2-15,1 0 4 0,-2 0-2 0,2 0 0 16,-1 0 3-16,1 0 0 0,-2 0-3 0,1 0 1 15,1 0 0-15,0 0-2 0,-1 0 1 0,-1 0-1 16,2 0 0-16,0 2-1 0,1 0 2 0,-3-2-2 16,1 1 2-16,0-1-1 0,1 0 1 0,-2-1-2 15,1 1 0-15,-3 0 1 0,2 0-1 0,2-1-1 16,-3 1 0-16,0-1 3 0,0 1-1 0,0-2 0 16,0 0 1-16,1 1 0 0,-3-1 0 0,1 2 0 0,-2-1 1 15,4 0-3-15,-1 0 0 0,-2 1 1 0,1 0-2 16,-1 0 0-16,2 0 1 0,-1-1 0 0,0 1-2 15,-1 0 2-15,3 1-1 0,0-1 1 0,-2 0 2 16,1 0-3-16,-2-1 0 0,2 1-2 0,0 0 3 16,1-1 0-16,0 1 0 0,-1 0-1 0,0-2 0 15,1 2 1-15,0 0 0 0,-1-1 0 0,1 1 1 16,0-1-2-16,-1 1 0 0,1-1 0 0,-2-1 1 16,3 1 0-16,-3-2 1 0,3 1-2 0,-2 0 0 15,1 0 2-15,1 1-1 0,-2-2 2 0,3 3-1 16,-1-1-2-16,-1 0 2 0,0-2 0 0,0 3 0 15,-1-2 1-15,1 2-2 0,-1 1 0 0,1-1 0 16,-2 0 2-16,3 1-3 0,-1-1 1 0,0 1 3 16,0 1-1-16,-3-2 1 0,3-2 1 0,-1 2 3 0,2-2-1 15,-3 2 0-15,2 0 0 0,-3 0-1 0,3 0 1 16,-1 0-1-16,2 0-1 0,-1 0-2 0,-1 0 0 16,3 1 1-16,-5 2-1 0,1-3-1 0,1 1-1 15,1-1-1-15,-3 0 1 0,2 1-1 0,-1-2 1 16,1 1-1-16,0-1 1 0,0 1 0 0,-2 0-1 15,6 0 2-15,-4 2-2 0,-3-2 1 0,2 1-1 0,-1-1 2 16,1 1-3-16,2-1-1 0,-5-1 3 0,0 1-1 16,3 0 0-16,1-2-1 0,-3 2 1 0,3 0 0 15,-2 0 0-15,2 1 2 0,-1-1-2 0,2 1 0 0,-5-1 0 16,2 1 1-16,1-1 1 0,-2 0-2 0,0-1 2 16,-1 0-2-16,0 0 0 0,1 1 1 0,1-1 0 15,-1 1-1-15,1-2 0 0,-3 1 0 0,0 0-1 16,3 0 1-16,-3 0 1 0,1 1-2 0,1-1 1 15,-2 1 2-15,2 0-1 0,0-1-1 0,1 1 1 16,0 1 0-16,-1-1-1 0,2-1 0 0,-2 1 0 16,1 0 0-16,0 0 1 0,0 0 0 0,-1 0-1 15,1 0 0-15,-2 0-1 0,2 0 2 0,-1 0 0 16,1 0-1-16,-3-1 0 0,2 1 0 0,1 0 0 16,0-1 0-16,-1 1 1 0,0-1-1 0,2 1 0 15,-2 0 1-15,1 0-1 0,0 0 0 0,-1-3-1 16,1 3 1-16,-2 0 1 0,2 0-1 0,-2 0 0 15,0 0 0-15,0-1 0 0,-1 1 1 0,2 1 0 16,-1-1-1-16,-2 0 0 0,2-2 0 0,-1 2-1 0,0 0 1 16,0 0 1-16,0 0-1 0,0 0 0 0,1 0 1 15,-1 1-1-15,-1 1-3 0,1 0-28 0,1 0-21 16,0 0-31-16,0 0-48 0,2 4 93 0,-2-2-72 16,1 7-32-16</inkml:trace>
  <inkml:trace contextRef="#ctx0" brushRef="#br0" timeOffset="163262.23">16664 13912 122 0,'0'-1'103'15,"-1"-2"-20"-15,0 0-38 0,-1 2 28 0,0-2-3 16,1 1-5-16,1-2-8 0,1 3-14 0,-1-3-5 0,-1 4-7 16,0 0-2-16,1-2-11 0,0 2-4 0,0-2-1 15,-2 1-1-15,-1-1-5 0,0-1-1 0,2 2-1 16,0 1-1-16,-1-2 4 0,1 1 3 0,-1-2 1 15,2 2 5-15,-1 1 9 0,-2-3 8 0,1 1 2 16,-1 0 7-16,2-2 3 0,-3 1 3 0,1 2 3 16,0-3-1-16,2-1-2 0,-1 1-3 15,0 2-1-15,-1-4-4 0,1 3-8 0,-3-2-3 0,1-2 0 16,-1 2 1-16,1 1-8 0,-1-1-1 0,2-5 1 0,-5 4 2 16,3 1-3-16,2-1 3 0,-1 0-4 0,1 0-3 15,-4 0 1-15,1 2-2 0,1 2-1 0,1-3-4 16,-1-2-1-16,-1 2-1 0,0 0-1 0,0 0-2 15,-1-1-2-15,2 1 1 0,-2-2-1 0,2 2-1 16,-3-2 3-16,2 1-4 0,0 2-1 0,0-2 1 16,-2-3 0-16,1 3 0 0,0-4-1 0,0 3-1 15,0 4-1-15,-2-4 3 0,1 0 1 0,-2 1 3 16,2 1 0-16,-3-1 1 0,1 1 1 0,1-2 1 16,-3-1 2-16,3 2-3 0,-4 0 1 0,3-1-4 15,0 1 1-15,-2 0-3 0,2 2-1 0,-2 0-1 16,1 0-1-16,-3-1 2 0,5 2-1 0,-2-1-2 15,2 3 0-15,-2-1 1 0,-1-2 1 0,1 2-1 16,2-1-1-16,-4 0-1 0,3 0 1 0,-3 0 2 16,1 1-1-16,-1-1 0 0,-1 1-1 0,2 0 2 15,-1-1 3-15,1 1-2 0,-1-2 2 0,2 2 0 0,0 0 0 0,-1-4 4 16,1 3-1-16,0 1 0 0,1 0-2 0,2-2 1 16,-2 2-1-16,1 0-1 0,0 0-2 0,3 2 0 15,-2-1-3-15,0 0 2 0,1 0-1 0,0 0 0 16,-1 1-2-16,0 0 0 0,0 0 2 0,-1 0-2 15,-1 0 2-15,3 0-1 0,-1 0 0 0,-2 0-1 16,-2-3 2-16,2 1 1 0,-1 0 1 0,4 1-1 16,-2-1 1-16,-5-1 0 0,3 0 1 0,-3-1 0 15,5 3 0-15,0-1-2 0,-2-1-1 0,-2 1 3 16,3-2-3-16,-1 3 2 0,3-2-2 0,0 3 1 16,-3-2-2-16,1 1 1 0,2 1 0 0,-2-2-1 15,1 2 0-15,0-2 0 0,2 1-1 0,1 0 0 0,-2 1 1 16,0-1 0-16,1-2 1 0,0 3-1 0,-1 0 0 0,1 0 0 15,-1 0 0-15,-1 0 0 0,2 0 0 0,-2 0 0 16,-1 0 1-16,0 0-2 0,1 0 1 0,0-1 1 16,-2 0-1-16,1 1 1 0,0 0-1 0,-1 0 0 15,1 0-1-15,1 0 2 0,0-1-1 0,2 1-1 16,-2 0 1-16,-1 0-1 0,2 0 1 0,1 0 0 16,-2 0 1-16,0 0-2 0,3 0 3 0,-5 0-2 15,4 0 0-15,4 0 2 0,1 1-2 0,-4 0 0 16,-1-1 0-16,5 0 1 0,-3 0-2 0,2 1 1 0,-3-1 0 15,-1-1 0-15,-1 0-1 0,-1-1 1 0,3 1-2 16,-1 0 2-16,4 1 0 0,-7-1 0 0,5 1 0 16,-6 1-1-16,3-1 1 0,3 0 0 0,-5 1 1 15,-1-1-1-15,-1 0 2 0,3 0-2 0,-2 0 0 16,4 0 1-16,-1 1-1 0,-2 0-1 0,4-1 1 16,-1 0 0-16,0 0-1 0,1 0 1 0,-1 0 1 15,-1 0-1-15,2 0 1 0,-1 0 0 0,2 1-1 16,-2 0 0-16,-1-1 1 0,1 1-1 0,0-1 0 15,1 1 0-15,-1-1 0 0,0 0 0 0,1 0 0 0,-2 0-1 16,1 0 1-16,1 0 0 0,0 0 1 0,-1-1 0 0,-2 1-1 16,2 0 0-16,-2-1 1 0,3 1 1 0,0 0-3 15,-5 0 0-15,3 0 1 0,-1 1-1 0,3-1 3 16,-3-1-2-16,0 1 1 0,2-2-2 0,-3 1 1 16,3 0 2-16,-2-1 0 0,1-2-2 0,2 4 0 15,-4-2 0-15,2 0 0 0,2 2 0 0,-2-1 1 16,4 0-1-16,-1 0-2 0,-3 1 2 0,-3-2 0 15,8 2 0-15,-6 0-1 0,-4-3 1 0,5 2 0 16,-4 1-1-16,2-1 0 0,3 1 0 0,-3 1 0 16,1-1-1-16,0 1 0 0,0 2 0 0,1-2 1 15,0 0 1-15,0-1 0 0,1 2 0 0,-1-1 0 16,1 0 0-16,0 0 0 0,1 0 2 0,2 2-2 0,-3 0 2 16,1-2-2-16,-1-1 0 0,2 1 1 0,-1-1-1 15,0 1 1-15,1 0-1 0,-1-1 0 0,1 1-1 16,1 1 1-16,-1 1 0 0,-1-3-1 0,2 3 0 15,-2-2 1-15,3 1-2 0,-4-1 1 0,1 0 1 16,3 0 0-16,-3 1-1 0,3-1 1 0,-3 1 0 16,3-1 0-16,-2 1 0 0,1-1 1 0,1 1-1 15,0 0 0-15,-2-1 1 0,2 0-3 0,-1 0 3 0,1 0-1 16,0-1 1-16,-1 1-1 0,0 0 0 0,1 0-1 16,-1-1 1-16,2 2 0 0,-2-1-2 0,1-1 1 15,0 2 1-15,-1-1 0 0,3 0 1 0,-1-1 0 16,1 0 1-16,-2 1-1 0,2-1 1 0,-3 0 0 15,2 0-2-15,1 0 0 0,-3 0 0 0,0 0 1 16,0 2-2-16,3-2 2 0,-2 0-1 0,2 0 0 0,-3-1 1 16,4 1 0-16,0 0-1 0,-1-1 1 0,0-1-1 15,0 2 0-15,-2-1 0 0,1-1 0 0,-1 2 1 16,-1-2-1-16,3 1-1 0,-1 1 1 0,1 0 0 16,-3 0 0-16,4 0 0 0,1 0-1 0,-1 0 1 15,0 0-2-15,-1 0 3 0,-1 0-2 0,-2-1 1 16,4 1 0-16,-4 0 2 0,1-1-2 0,3 1 0 0,-3-1 0 15,3 0 0-15,-3 0 0 0,-1 1 0 0,4 0-2 16,-1 0 2-16,-1 0-1 0,-2 0 2 0,4 0-1 16,-4 0 1-16,2 0-1 0,2 0 0 0,-1 0 0 15,-1 0 1-15,0 0 0 0,1-1-3 0,-2 1 3 16,3 0-3-16,-1-1 2 0,1 1 0 0,0 0 1 16,0 0-1-16,1 0-1 0,-1 1 0 0,0-1 1 15,0 0 0-15,0-1-1 0,0 1-3 0,0 0-4 16,0 0-7-16,0 0-4 0,0 1-9 0,3 0-30 15,0 1-15-15,-3 0-23 0,1 0-25 0,3 2-121 16,1-2 173-16,2 4-109 0,1 0-54 0</inkml:trace>
  <inkml:trace contextRef="#ctx0" brushRef="#br0" timeOffset="165296.56">13711 13178 66 0,'0'-1'72'0,"0"1"-10"15,0 0-24-15,0 0 17 0,0 0 2 0,0 0 0 0,-1-1-5 16,1-1-1-16,0 0-7 0,0-1-2 0,0 1-6 16,0 0-4-16,1 0-4 0,-1 0-6 0,2 0-4 15,-1-2-5-15,0 2 7 0,0 1-3 0,0-1-4 16,0-1 0-16,2 1-2 0,-2-1 1 0,1 2-3 16,-1 1-1-16,1-1-3 0,-1-1 0 0,2 0-1 15,-3 1 1-15,0 0 0 0,0 0 1 0,1 0 2 16,0 0 3-16,0 1 2 0,-1-1 1 0,0 1 3 15,2-1 1-15,-2 0 0 0,1 1 1 0,-1-2 0 16,0 2-2-16,0-2-1 0,1 2-2 0,-1-1-4 0,1 0-3 16,1 1 1-16,1-1-3 0,0 1-4 15,-1-1 1-15,0 0-2 0,1 0 0 0,0 1 2 16,-1-1-1-16,2 1-1 0,1 0 2 0,-2-1 1 0,2 1-2 16,-1-1 2-16,1 0 0 0,0-1 1 0,-1 1-1 0,-1 0 1 15,2-1 0-15,0 1-2 0,1 0 2 0,0-1 0 16,-3-1-2-16,3 2 1 0,-4-1-1 0,8 1 1 15,-6-1-1-15,0 1 0 0,2 0-1 0,1 1-1 0,0-1 0 16,2 0 3-16,-4 1-1 0,1 0 3 0,1-2-2 16,-2 2 3-16,0 0 0 0,-3-1 3 0,3 1-2 15,1-2-3-15,-4 2 1 0,3-1-1 0,-4 1 0 16,3 0 1-16,1 0-1 0,1 1-1 0,-2 0 1 16,-2 0 1-16,-1 2 0 0,-1-1-1 0,3 1 1 15,-2-1 1-15,2 1-1 0,-2 1 2 0,-1-2 2 16,1 1 1-16,-1 1-2 0,2 0 1 0,-1-1 1 15,-1 0-3-15,0 2 1 0,0-1-1 0,0 2-3 16,0-1 0-16,0 2 0 0,0-3-1 0,0 3 2 16,-1-1 2-16,-1-2-4 0,1 3 3 0,-2 1-1 15,2 0 1-15,-3 0 1 0,1 0-2 0,1 0-1 16,0 1-2-16,-4 1 4 0,1-1-4 0,-1 0 1 16,0 1-1-16,0-2 0 0,0 2 3 0,-2 0-2 0,4 2-1 15,-4-2-1-15,1-1 4 0,2-3-5 0,-4 0 2 16,3 3-1-16,-2-1-1 0,-1-2 1 15,-1-2 0-15,4 2 2 0,-1 0-2 0,1 2 0 16,-4-4 1-16,3 3 0 0,4-4 1 0,-8 0-1 0,4 3 1 16,2-2-1-16,-1-1 1 0,-1 1 1 0,2-2-1 15,0 0 0-15,-1 2-1 0,3-2 2 0,-1-2 0 16,1 1-2-16,-1 0 2 0,1-1-1 0,1 0-1 16,0 0 0-16,-1-1 0 0,0 0-2 0,2 0-1 15,-1 1-2-15,2-1-2 0,-2-2-1 0,2 3-1 16,-1-2 1-16,1 1-3 0,-2-1 3 0,2 0-4 0,0-2 3 15,0 1 1-15,0 2 1 0,2-1-1 0,-1 2 0 0,0-2 4 16,2-1-4-16,-2 1 2 0,1 2 2 0,-1-1-3 16,3 0 1-16,-1 0 1 0,1-2 0 0,0 2-2 15,-2 0 2-15,3-1 3 0,1 1-3 0,-2 0 1 16,2 0 2-16,-1 1-1 0,1-1 1 0,-1 0 0 16,0 1 0-16,2-2 0 0,4 2 0 0,-4-1 0 15,0-2 0-15,3 3 1 0,-8-1 0 0,8 1 1 16,-2 0-2-16,-5-2 2 0,3 2 0 0,2-1 0 15,-2 0 1-15,4 0 0 0,-2 1 0 0,-1-1-1 16,2 1 1-16,-2-1 1 0,0-1-1 0,-3-2 1 0,1 4 1 16,1-1-3-16,0-1 2 0,-1 2 0 15,0-2-2-15,-1 2-1 0,1 0 1 0,2 0-1 16,-4 1 0-16,1-1 0 0,1 2 0 0,-2 0-1 16,2 0 3-16,-2 0-3 0,0 0 0 0,3 1 2 0,-3-2-2 15,-2 0 0-15,0 0 0 0,1 1 1 0,1 1-3 16,-2-2 3-16,1 1 1 0,-2-2-2 0,0 2 1 15,1-1 0-15,0 0 1 0,0 0-1 0,-1 2 0 16,0-2-2-16,1 0-5 0,-1 2-11 0,1-1-10 16,1 2-7-16,-2-4-14 0,0 2-35 0,1 2-20 15,-1-2-25-15,1 3-25 0,0-3 96 0,-1 1-69 16,4 0-17-16</inkml:trace>
  <inkml:trace contextRef="#ctx0" brushRef="#br0" timeOffset="166345.15">14324 13104 291 0,'1'-5'187'0,"0"-1"-80"0,1 0-60 15,2 1 27-15,-2-1-3 0,1 2-22 0,0 0-3 16,0-1-9-16,-1 3-6 0,0 0 3 0,-2-2-3 16,-2 3-3-16,2 1-2 0,-1-1-10 0,-2-1-2 0,2 2-3 15,-1 0-3-15,2 0-6 0,-4 0 0 0,3 0 0 16,-4 1 2-16,1 1 0 0,0-1 1 0,0 1 0 15,-2-1 2-15,-3 0 3 0,5 1 2 0,-3 0-1 16,0 0-1-16,0 1 0 0,-2-1 0 0,-2-1-2 16,3 2 1-16,1-1-5 0,-2 0 0 0,-1 2-1 15,2-2 1-15,0 0 3 0,2 3-1 0,0-2 0 16,-1 0 1-16,1-1 4 0,0 2-1 0,-1-2 1 16,2 1-3-16,-2-1 0 0,2 2-1 0,-1-2 0 15,1 1-1-15,1 0-4 0,-1 2 0 0,0-3-2 16,4 1 3-16,-3-1-3 0,2 0 0 0,0 4 0 0,1-4-1 15,-2 0 1-15,2 3 2 0,-1-3-1 0,0 1-1 16,1-1 1-16,0 2 1 0,1-2 0 0,0 0 1 16,-1-1-2-16,1 2 3 0,2 2 1 0,-2-3 2 15,2 0 0-15,1 0 0 0,-1-1 0 0,0 1 2 16,1 0-1-16,-1-2 0 0,2 0-1 0,1-1-2 16,1 0-2-16,-1 1 0 0,3-2 1 0,-2 2-2 15,2 0 1-15,0 0-2 0,0 0-1 0,1 0 0 16,0 0 0-16,0 0 0 0,1-1 0 0,1 0-1 15,-2 1 0-15,1-1 1 0,2-1 0 0,-2 2 1 16,1-1 0-16,-1 1 0 0,-4 0 1 0,3 1 0 16,0-1 0-16,-1 0-1 0,-1 1 2 0,-1-1-1 15,0 0 1-15,1 0 0 0,0 2 0 0,-2-2 3 16,-2 2 1-16,2 1-3 0,-2-2 3 0,1 0 2 16,-1 1 0-16,-5 0-1 0,4 0 1 0,-2 1 1 15,-2 0 0-15,4-1 3 0,-1 1-5 0,-2 2 3 0,1-1-2 16,2 2 0-16,-3-2 0 0,1-1-2 0,-1 3-2 0,-3-1-2 15,1 0 2-15,1 0-3 0,-3-1 1 0,-1 1 1 16,6 3-1-16,-3-2-1 0,-4 0 1 0,3 0 0 16,0 1 0-16,-1-1-2 0,0 2 1 0,-2 1 1 15,-2-5-3-15,2 3 2 0,2-1-1 0,-6 0 0 16,2 0 1-16,-1 0 0 0,3 0-1 0,-4 0 0 16,3-1 1-16,-2 1-2 0,3-3 2 0,0 2-1 15,-2 0 1-15,2-2 0 0,1 0 2 0,0 0-1 16,0-1 0-16,0 1 0 0,0-2 0 0,2 1 1 0,-2-2-3 15,1 0 0-15,-1 0 1 0,3 3 1 0,-3-2-1 16,3-1 2-16,-1 2-3 0,1-2 2 0,-1 0 0 16,2 0 1-16,1 0-2 0,-1-1-1 0,0 1 0 15,-1 0 3-15,2-2-2 0,0 2-1 0,0 0 1 0,0 0-13 16,1-2-7-16,-1 2-8 0,1 0-12 0,0 0-41 16,0 0-23-16,0 0-38 0,0-1-46 0,0 2 122 15,1 1-86-15,1 2-26 0</inkml:trace>
  <inkml:trace contextRef="#ctx0" brushRef="#br0" timeOffset="166895.66">14472 13076 396 0,'-6'-3'251'0,"4"-1"-107"0,-1 0-79 0,2 2 35 16,-1-1-4-16,-1 3-39 0,3-2-10 0,1-2 0 15,-1 3-4-15,0 0-7 0,3 0-3 0,-3 0 1 0,1-1-1 16,-1 1-7-16,-1 1 0 0,-2 0-9 0,3 0-2 16,-1 0-2-16,0 1-3 0,1 0-1 0,0 0-1 15,1 1 2-15,3-1-1 0,-3 1 0 0,0 2-2 16,3-2 1-16,-3 2-2 0,0 0-2 0,0 1 2 16,2 1-1-16,-2 0-2 0,1 1-1 0,-1-1 0 15,0 2-1-15,1 0 1 0,2-1 0 0,-2 1-1 16,-2 0 1-16,2 0-1 0,0-1 2 0,0-1 1 15,1 2-1-15,-1-1 0 0,0 0-1 0,-1 1 1 16,1-1 0-16,-1 1 0 0,-1 0 0 0,1 0-2 16,1-1 2-16,-2-1-1 0,0 0 1 0,0 1-1 15,0 0 1-15,0-2 0 0,0 1-2 0,0 0 2 16,0 1-1-16,0-1 2 0,1 1 0 0,-1-4-1 16,0 3-1-16,0-3 0 0,0 1 0 0,0 1 2 15,-1-2-1-15,1 0-1 0,0 2 1 0,0-2-2 16,0 1 0-16,0 3-4 0,0-4-3 0,0 0-7 0,0 2-7 0,0-2-25 15,0 0-13-15,-2-1-16 0,2 1-16 0,0-3-26 16,0 3 71-16,0-2-54 0,0-1-6 0</inkml:trace>
  <inkml:trace contextRef="#ctx0" brushRef="#br0" timeOffset="167646.74">14324 13129 152 0,'-2'-3'146'0,"0"-1"-32"0,-1 1-50 16,4 2 35-16,6 1-11 0,-7-3-3 0,2-1-15 15,2 2-4-15,-2 0-4 0,1 0-5 0,2-2-12 16,-2 1-6-16,2 0-5 0,-3 0-6 0,2 0-6 16,1 0-4-16,-1-1-2 0,2 2-1 0,-2-2-3 15,1 0 2-15,-2 1-1 0,2-1 2 0,2 0 0 16,0 1 1-16,-2-2 1 0,3 1-1 0,-2 0 1 16,2-1-3-16,-1 1 0 0,1-1 0 0,-3 1-6 0,1 1-2 15,1 1 0-15,0-1-1 0,0 1-3 0,-1-1 2 16,1 3-4-16,-1-2 2 0,0 2 0 0,1-1-1 15,-1 1 1-15,1 0-2 0,-2 1 0 0,2 1 0 16,-2-1 0-16,1 1 0 0,1 1-2 0,-4-1 2 16,4 1 0-16,-1-1 0 0,-2 1 2 0,2-1-2 15,-3 1 2-15,1 0 1 0,2 0 0 0,-3 1 0 16,2-1 1-16,-1 1 2 0,-1 1-1 0,2-1 3 16,-2 1 0-16,0 0 2 0,2-1-3 0,-1 2 2 15,-1-3 0-15,-1 1-3 0,1 0 0 0,-1 2-4 16,1-1 0-16,-1-1-2 0,-1 0 3 0,0 2-1 0,2 0-2 15,0 1 3-15,-3-2-2 0,1 1 2 0,0 2-1 16,0-2 0-16,0 2 0 0,2-3-2 0,-2 2 2 16,-1-2-2-16,0 1 1 0,2 0 1 0,-2 1-1 15,0-3 1-15,2 4-1 0,-2-3 1 0,2 3 0 16,-1-1-1-16,-1-1 1 0,0-1-1 0,0-2 1 16,0 1 1-16,-1-4-1 0,0 6 0 0,-2-2 1 15,3-4 1-15,-2 5-1 0,-1-3-1 0,0 3 2 16,1 0-1-16,-1 1-1 0,0-3 2 0,1 1-1 0,-3-1-1 15,2-2 1-15,-3 1 0 0,3 2 1 0,-2 0-2 16,1-3 0-16,-3 0-1 0,3 0 1 0,-3 5 1 16,3-3-2-16,-1 0 1 0,-2-1-1 0,0 0 1 15,1 1 0-15,-1 0 1 0,0-2-1 0,1-1 0 16,0 0-1-16,0 1 2 0,1-1-2 0,-1 1 2 16,1 0-1-16,1-1-1 0,0 0 0 0,1 0 1 15,0 0 0-15,0 0-2 0,1 0 0 0,0 0-6 16,2-1-6-16,0 1-9 0,-2 0-5 0,1 3-11 0,1 0-15 15,0-3-33-15,1 3-22 0,1 0-22 0,0 1-26 16,1 0 97-16,2 0-92 0,1 2-30 0</inkml:trace>
  <inkml:trace contextRef="#ctx0" brushRef="#br0" timeOffset="167981.45">14774 13330 595 0,'4'-11'301'0,"2"5"-157"0,-2-3-82 16,-4 1 19-16,3 3 4 0,0-3-4 0,0 2-5 16,-2 1-20-16,0-1-2 0,-1-1-1 0,-1-1 0 15,-3 2-5-15,3-1-4 0,-1 2-11 0,-5-1-7 0,4 1-7 16,-3-1-6-16,2 3-5 0,3 2-5 0,-1 0-3 16,-4-1-6-16,4 4-6 0,1-1-6 0,-2 1-21 15,0 0-12-15,-1 3-15 0,3-3-17 0,-4 2-57 16,2 0-37-16,-2 2 115 0,0 1-87 0,-1 0-42 15</inkml:trace>
  <inkml:trace contextRef="#ctx0" brushRef="#br0" timeOffset="168562.51">14260 13410 878 0,'-3'-11'377'0,"1"5"-252"15,2-1-92-15,-3 2 15 0,3 2-16 0,-1 2-10 16,-1 0-8-16,2 1-13 0,-1 0-1 0,1-1 1 16,-1 1-1-16,1 1-2 0,1-1-6 0,-1 0-6 15,0 0-7-15,0 0-25 0,-1 1-16 0,1 3-18 16,-1-2-25-16,0 0-79 0,1 2 125 0,-1 1-83 16,2-1-35-16</inkml:trace>
  <inkml:trace contextRef="#ctx0" brushRef="#br0" timeOffset="169295.12">13953 13469 285 0,'-5'-4'249'0,"1"-2"-78"15,1 3-98-15,3 2 57 0,0-1-36 0,-1 0-6 16,0 0-12-16,1-1-18 0,0 1 3 0,0 1-4 15,-4 0-6-15,4-2-6 0,-1 0-12 0,1 2-8 0,-1-1-8 16,-2 2-4-16,3 0-13 0,-1 0-6 16,1 0-7-16,0-1-12 0,0 1-29 0,1 1-21 0,1 4-30 15,3-3-41-15,1 1 95 0,-2 1-73 0,5 4-22 16</inkml:trace>
  <inkml:trace contextRef="#ctx0" brushRef="#br0" timeOffset="178564.9">13630 13599 38 0,'0'-2'28'0,"0"1"-8"0,0 0-7 0,0-1 20 0,0 1 4 16,0-1 0-16,0 1 7 0,0-2 9 0,2 1 2 15,-2 0 4-15,1 0 2 0,0 1 3 0,-1 0-2 16,0-1-3-16,0 0-4 0,0 0-4 0,0 0-1 16,0 1-5-16,0-1-1 0,0 1-11 0,0-1 1 15,0-1 0-15,0 1-1 0,0 0-1 0,0 0-1 16,0 0 2-16,0-1-2 0,0 1-3 0,0 1-1 0,1-1-3 16,-1 0 1-16,0 0-5 0,0 0-3 0,1-1 0 15,-1 0 0-15,1 0-1 0,-1-2-2 0,3 3 3 0,-2-1 1 16,1-2 0-16,-1 1 3 0,-1 2-4 0,2-2 3 15,-1 1-2-15,-1 0 0 0,0-1-5 0,0 0-3 16,0 2 0-16,1-1-5 0,0 1 0 0,-1 0-3 16,0 0-2-16,0 1 1 0,0 1-1 0,0-1 0 15,0 1 0-15,-1 0 1 0,1 0-1 0,-1 0 1 16,1 0 0-16,-1 0-1 0,1 0 1 0,-1 0 0 16,0 0 0-16,0 0 0 0,-1 0-1 0,2 0 0 15,-2 0 0-15,2 0 0 0,-2 0 0 0,1 0 0 16,0-1 1-16,-2 0-1 0,1 1 0 0,2 0 2 15,-2-1 0-15,0 1-2 0,0 1-1 0,-1-1 1 16,2 0 0-16,1 1 0 0,-2 0 0 0,-2 0 0 16,2-1-1-16,0 0 0 0,-1 1 0 0,2 0 1 15,-2-1 0-15,0 3-1 0,1-2 1 0,-1-1 0 16,-1 1 0-16,2 0 1 0,-1 0-1 0,0 0-1 16,-1-1 1-16,0 1 1 0,1 0 0 0,1 1-1 0,-2 1-1 15,2-3 1-15,-1 1 1 0,0 1 2 0,-1-2-3 16,2 1 0-16,-1 0 0 0,-1-1 0 0,1 0 1 15,-1 1 0-15,2 0 0 0,-1 0-1 0,0-1 0 16,1 5 0-16,0-4 0 0,0 1 0 0,-2-1 0 16,1 1 0-16,0-1-1 0,1 2-1 0,-3-3 2 0,3 0-1 15,0 1 0-15,-2 1-2 0,2-1 3 0,-2 1-1 16,0 0 1-16,4 1-1 0,-5 0 1 0,5 0 0 16,-4 0 0-16,0 1 0 0,4 0-1 0,-1-2-1 15,1 2 0-15,-1-1 0 0,0-2 1 0,-2 0-2 16,1 2 3-16,2-2 0 0,-1 1-1 0,0 1 1 15,-4-1 0-15,5-1 0 0,-1 2 0 0,0 2 0 0,-1-4-1 16,2 2 1-16,0 0 0 0,0 0 0 0,2-1 0 16,-2 1-1-16,-2 0 1 0,2 2-2 0,2-2 1 15,-2 0 0-15,0 2 1 0,2-2-2 0,0 2 2 0,2-1 0 16,-3 0 0-16,1-1 0 0,-1 1 2 0,4 0-2 16,-2 0 0-16,1 1 2 0,0-3-2 15,0 0 0-15,0 0 0 0,-1 2 0 0,4-2 0 16,-5-1 0-16,0 0 0 0,3 0 0 0,-2-1 1 0,2 2-1 15,1-2 0-15,-2 0 1 0,0 0 0 0,1 0 0 16,-2 0 0-16,2-1 0 0,-2 1-1 0,1-1 2 16,-2-2-2-16,1 2 0 0,0-1 1 0,-1-1-1 15,-1 2-1-15,3 0 1 0,-1-1 0 0,-1 1 0 16,1 1 2-16,1-2-1 0,-1 1 0 0,1-2-1 16,0-1 1-16,-1 2 1 0,0 0-2 0,-1-1 0 15,3 1 1-15,-3 0-1 0,2 0 0 0,-1 0 0 0,1-2 1 16,0 2-1-16,0-1 0 0,1 0 0 15,-1 0 0-15,0 0 0 0,0 0 0 0,0 2 0 16,0-1 0-16,1-2 0 0,0 2-1 0,-1-1 1 16,0 1 0-16,1 1 0 0,-2-3 0 0,0 2 0 15,0 0 0-15,-1 0 1 0,-1 2-1 0,1-2 1 0,-1 2-1 16,-1-4 3-16,1 4-3 0,0-1 3 0,-1 0-3 0,0 1 1 16,0-2 2-16,-1 1-2 0,1 1 0 0,0 0-1 15,-1 0 1-15,1 0-3 0,0 1 3 0,-1-1-1 16,1 0 0-16,0-1 0 0,-2 1 0 0,1-1 0 0,1 1 0 15,-1-1 1-15,0 1-1 0,-1 0 0 0,1 0-1 16,0 0-1-16,1 1 2 0,0 0-2 0,-2 0 2 16,1 0-2-16,1 1 1 0,0-2-1 0,-2 1 2 15,0 0 1-15,2 0-1 0,-2 2 0 0,2-2-1 16,-1 0 1-16,0 1 0 0,-1 1 0 0,2-1 0 16,-3 0 0-16,3 0 0 0,-2 1 0 0,1-3 1 15,-1 2 0-15,0-1-1 0,2 2 0 0,-1-1 0 16,0 0 0-16,0 0-2 0,1 0 0 0,0 0 0 15,-2 2 2-15,2 0-1 0,0-2 0 0,-1 3 0 16,0-1 0-16,1 2 0 0,-2-1 2 0,1 1 0 16,1 0-1-16,-1 1 1 0,1-3-2 0,-1 0 0 15,1 0 1-15,-1-1 0 0,0 1-1 0,0 1-1 16,1-1 1-16,-2-1 0 0,2 2 2 0,-1-1 1 16,0 1-2-16,1 1 0 0,-2-1 0 0,2 0 1 15,0 2 0-15,0-5 0 0,-1 4-1 0,1-1-1 0,0 0 1 16,-1 0 2-16,0-2-2 0,-1-2 0 15,2 3 0-15,-2 1 1 0,2-3-1 0,-1 2 0 0,0 0 1 16,1 0-1-16,0-2 0 0,-2 0 1 0,2 0 0 16,0 2-1-16,0-2 0 0,0-1 2 15,0 1-1-15,-1-1-1 0,1-1 0 0,0 4 0 0,0-4 0 16,0 0 2-16,0 1 1 0,0-1-3 0,1 2 1 16,-1 0 1-16,-1 0 0 0,1-1 0 0,0 3 1 15,-1-2-2-15,0-1 1 0,0 0-1 0,1-1-1 0,0 1 1 16,0 0 1-16,-1-2-2 0,0 1 0 0,1 0 1 0,0 0-1 15,0 2 1-15,-2-2 1 0,2 1 0 0,0 1-1 16,0-1 1-16,0 0-1 0,0 3-1 0,0-3 1 16,0 0-1-16,0 3-4 0,-1-3-9 0,0 1-7 15,1 0-34-15,-2-1-16 0,2 1-21 0,0-1-32 16,0 1 77-16,0 0-63 0,0 1-15 0</inkml:trace>
  <inkml:trace contextRef="#ctx0" brushRef="#br0" timeOffset="179861.3">13785 13615 105 0,'0'-2'79'0,"0"0"-31"0,0-1-28 0,-1 3 13 16,1 0-7-16,1 0-7 0,-1-1 4 0,0 1 5 15,0 1 6-15,0-1 2 0,-1 0 9 0,0 0 5 16,0 0 1-16,-1 0 1 0,2 0-5 0,-2 0-6 0,2 3-1 16,0-2-4-16,-2 1-7 0,1-1 0 0,1 2-2 15,-2 1-1-15,1-2-2 0,-1 0 2 0,-1 0-3 16,2 0 2-16,-3-1-2 0,2 3-2 0,-1-3 1 16,3-1-3-16,-1 0 0 0,0 0-4 0,-2 0 0 15,2 1-3-15,-1 0 0 0,2-1-1 0,-2 1-3 16,-4-1 0-16,6 2-4 0,-1 0-1 0,0 0 0 15,0 0-2-15,1 0 1 0,-1-1-2 0,1 2-1 16,0 1 1-16,-1-4 0 0,1 2 0 0,-2 0 0 16,2 0 1-16,0 0-1 0,0-2 0 0,0 3 1 15,0-2-1-15,0 0 1 0,2 1-1 0,0 0 0 16,-1-1 0-16,1 0 0 0,1 0 0 0,0 0 1 16,1-1 3-16,0 3-4 0,1-3 1 0,-3 0 1 15,2 0 1-15,0 0 0 0,0 0-1 0,0-1-2 16,-2 1-1-16,1-2 3 0,1 2-2 0,0 2-2 0,1-2 2 15,-2 0-3-15,0-2 3 0,1 2 0 0,-1-2 1 0,0 2-1 16,2 0 0-16,3 0 1 0,-5 0-1 0,0 0 0 16,2 0 0-16,-1 2 0 0,-2 1 0 0,1-3 0 15,-3 1 1-15,6 0 0 0,-6 1-1 0,2 0 1 16,0-1-1-16,2-1 2 0,1 1-1 0,-2 1-1 16,1 0 1-16,-8 0-1 0,8-1 2 0,-1 0 0 15,-3 1 0-15,0 0-2 0,0 2 1 0,0-4 0 16,0 0 1-16,2 0 1 0,-1 1-1 0,0 0 1 15,-2-1-1-15,3 2 3 0,-2-2-2 0,2 3 2 16,0 1-2-16,-2-1 0 0,0-1 1 0,1 1 1 16,1 1-1-16,-4-2-1 0,4 2 1 0,-2-2-2 0,0 1 0 15,-2-2 1-15,2 1-1 0,0 2-2 0,-1-1 2 16,2 0-2-16,-1-1 0 0,-1-1 2 0,1 2 1 16,1 0-1-16,-1-1 0 0,-1 0 0 0,-3 0-1 15,1-1 2-15,2 3 0 0,0-2-1 16,1 2 0-16,-2 0-1 0,2 1 1 0,-2-4 0 0,-2 1 0 15,4 3 0-15,0-3 0 0,-1 1-2 0,-1-1 2 16,0 0-1-16,-1 1 1 0,4 0-2 0,-2-2 2 16,-1 4-2-16,-2-3 0 0,3 0 2 0,-3 0-2 0,0 1 1 15,2 0 0-15,-2 0 1 0,0-2-2 0,0-1 2 0,1 3 1 16,-2-2-1-16,2 0 2 0,-1-1-2 16,-1 1 0-16,3 2 1 0,-2-2 0 0,0-1-1 15,-1-1 0-15,2 2-1 0,-1-1 0 0,1 1 1 16,-2-1 0-16,1 1-2 0,2 0 0 0,-1-1 3 0,1 1-3 15,0-1 1-15,0 0 1 0,-2 2 0 0,1 0-2 16,-2-2 2-16,1 0-1 0,0 0-1 0,-1 0 2 16,-1 3-2-16,1-3 0 0,1 0-1 0,1 0 1 15,-2 0 1-15,2 1 0 0,0-1 1 0,1 1-2 16,-2-1 4-16,2 0-4 0,1 0 2 0,-1 1 0 16,0-1-2-16,0 0 0 0,2 0 0 0,-2 0-24 15,2 1-14-15,-1 0-14 0,1-1-23 0,0 0-70 16,1 0 103-16,-1 1-74 0,1 0-34 0</inkml:trace>
  <inkml:trace contextRef="#ctx0" brushRef="#br0" timeOffset="180445.36">13747 13660 114 0,'0'-3'80'0,"0"-1"-29"16,0 3-23-16,0 1 19 0,0-2-4 0,0-1-4 15,0 3 2-15,2-1 6 0,-1-2 6 0,-1 2-3 16,0-2 0-16,4 2-2 0,-3-1-1 0,1 0-8 16,0 0-2-16,0 1-4 0,0-1-5 0,2 1-1 15,-3-1 0-15,1 0 0 0,1 1-2 0,0-2 0 16,1 1 1-16,3 1-3 0,-1 0 1 0,0-1-3 15,-2-1-2-15,0 0-1 0,2 0 0 0,-1 2-4 16,-4-2-2-16,5 1-1 0,-3-2 0 0,4 2-2 16,-1 0 1-16,-4-1 0 0,0 0 4 0,5 2-3 15,-7-1 2-15,1-1 1 0,1 1 0 0,-1-1-4 16,4 1 0-16,0 2-2 0,0-2-4 0,-2 0 3 16,-1 2-4-16,-1 0-3 0,1-1 2 0,1 0 1 15,-2 0-1-15,4 0-1 0,-3-1 1 0,5 1-1 16,-3 0 0-16,0-1 1 0,-2 1-2 0,3 0 1 15,-4 0 0-15,-1 0 0 0,1 0-1 0,-1-1 0 16,0 2 0-16,0 0 2 0,3-1-2 0,-3 1 0 16,1 0 0-16,2 0 2 0,-2 1 0 0,2-1 0 0,2 2-2 15,-2 0-1-15,-1 0-16 0,0 0-14 16,1 0-14-16,-2 1-16 0,1 1-52 0,-1-1-31 0,-1 3 93 16,0-2-79-16,1 0-35 0</inkml:trace>
  <inkml:trace contextRef="#ctx0" brushRef="#br0" timeOffset="181426.92">13964 13867 220 0,'0'-3'156'15,"-1"-1"-52"-15,0 0-51 0,-1 1 40 0,2 0-20 16,3 0-5-16,0 2-8 0,-3-3-5 0,1 0-8 16,1 1-6-16,0 2-2 0,1-2-5 0,-1 2-7 0,0-2 0 15,-1 0 0-15,1 0 3 0,-1 1 1 16,0-2 2-16,1 0 1 0,-1 2 2 0,-1-3-2 0,1 2-2 15,-1 1 6-15,0-1-3 0,0 2-2 0,-1-2-3 16,0 2-3-16,-1 0 1 0,1 0-5 0,1 1 0 16,-1-1-7-16,1 1-3 0,0 0-3 0,0 0 0 15,0-2-2-15,-1 2-4 0,0 0 1 0,0 1-1 16,-3-1-3-16,0-2 1 0,2 2 0 0,0 0-1 16,-2 1 2-16,0-1-2 0,3 0 1 0,-1 1-1 0,-1-1 0 15,-1 2-1-15,3-2 0 0,-1 1 1 0,1 0-1 16,1 0 0-16,-1-1-1 0,1 1 1 0,0 2 1 15,0-2 0-15,0-1 0 0,0 0-1 0,0 0 0 16,0 2 2-16,0-1-2 0,2-1 0 0,-2 1 0 16,0-1 0-16,1 0 0 0,0-1 0 0,-1 1 0 0,2 0 1 15,-3-1-1-15,-1 0 1 0,2 1-1 0,0-2 0 16,0 4-2-16,0-2 2 0,0 1 0 0,0-1-2 0,1 0 2 16,-1 0 0-16,1 1-1 0,0 0 1 0,-1-1 1 15,0 0-1-15,2 0 1 0,-2 0 0 0,0 1 1 16,0 0-1-16,-2 0-1 0,1 0 1 0,1-1 0 15,-1 0-1-15,1 3 1 0,0-2 0 0,0-1-1 16,0 0 0-16,1 1 0 0,0 0 0 0,1 2 1 16,-1-2 0-16,0 0-1 0,-1 2-4 0,4-1-44 15,-3-1-26-15,0 0-38 0,3 0-59 0,-1 0 120 16,-2 1-99-16,6 1-75 0</inkml:trace>
  <inkml:trace contextRef="#ctx0" brushRef="#br0" timeOffset="182245.39">14086 13646 106 0,'1'-1'87'0,"1"-2"-17"0,-1 1-33 16,0-1 21-16,1 1-8 0,-2-1-6 0,0 3 2 15,0-2-6-15,0 0-9 0,0 1-3 0,1 0 2 0,-1-1 7 16,1 0 0-16,-1 0 5 0,1 0-1 0,0 0 3 0,-1 0 8 15,0 0 1-15,1-2 0 0,0 3-9 0,1-1-1 16,-2 0-5-16,0 1-5 0,1-1-3 0,0 1-9 16,-1-1-2-16,0 1-2 0,0 1 0 0,0 0-3 15,2 0-1-15,-2 0-1 0,0 0-2 0,0 0-2 16,0 1 0-16,0 1-1 0,0-1-5 0,-2 1 4 16,1 0 0-16,0 0-3 0,-1 1 3 0,0 1 4 15,0-1-2-15,0 1 3 0,-1 0 2 0,2-2-2 16,-2 1-1-16,1 2 2 0,-2-1-1 0,3 0-2 0,-3 1-1 15,2-2-3-15,1 2-1 0,-1 1-2 0,-2-1 2 16,2 1 0-16,1-1-2 0,-1 0-2 0,0 0 0 16,0 2 1-16,0-3 2 0,1-1-1 0,-2 2-1 15,3-2 0-15,-2-2 0 0,1 1 1 0,1-2-1 16,0 3-1-16,-1-1 0 0,1-1-1 0,0 0 1 16,0 2 0-16,0-2 1 0,0 4-1 0,0-3 2 15,0-1 1-15,1 2-3 0,0-1 1 0,-1 0-1 16,1-1-1-16,0 1-1 0,0-1 2 0,1 0 0 15,0 1 0-15,-1-2 1 0,-1 2 0 0,2 2 1 16,0-5 1-16,-1 2-1 0,1-1-1 0,0 0-1 0,0 2 0 16,0-2-1-16,-1 0 1 0,-1 2 0 0,2-1 0 0,-1 0 1 15,0 0-1-15,2 0 2 0,-3-3-2 0,1 2 2 16,2 0-1-16,-2 0-1 0,-1 1 0 0,2-1 1 16,-1-1 0-16,0 1-1 0,3 1 1 0,-2 0-1 15,-2-1 0-15,0 0 1 0,3 0 0 0,-2-2 0 16,1 1-1-16,1-2 0 0,-2 3 0 0,1-1 0 15,1-2 0-15,-2 1 0 0,0 2 2 0,2 2-3 0,-2-1 1 16,1 1 0-16,-2-2 2 0,1 0-2 16,1 2 0-16,-1-2 0 0,1 1 0 0,1-1 2 15,-2 0 1-15,1 0-3 0,1 0 0 0,-1 3 1 16,1-2 3-16,-1 2-4 0,-2-3 3 0,3 1-1 16,-2 0-1-16,0 3 1 0,-1-2 0 0,1 0-11 15,-1-1-8-15,0-1-8 0,1 3-9 0,-1 0-27 16,2-3-13-16,-2 0-17 0,1 1-21 0,0 3-51 15,1-2 107-15,-2 1-70 0,0-2-23 0</inkml:trace>
  <inkml:trace contextRef="#ctx0" brushRef="#br0" timeOffset="182813.05">14186 13617 94 0,'1'-2'61'0,"0"1"-21"0,1-2-19 0,-1 0 30 15,3 1-6-15,-1 0 4 0,-1 0-1 0,-1 0 4 16,3-1 11-16,-3 3 2 0,-1-1-1 0,1 1-11 15,-1-1-3-15,2 0-6 0,-2 1-8 0,1 0-8 16,-1 0-13-16,0 0-1 0,0 0-4 0,0 0-1 0,-1 0 2 16,-1 0 1-16,2 1 2 0,-1 0 2 0,-3-1 5 15,3 4 2-15,-1-1 0 0,1 0 0 0,0 0-3 16,-2 2 0-16,0 0-3 0,0 0-1 0,1-1-5 16,0 3-1-16,0-1-2 0,-2 0-1 0,1 1 3 15,2 0-3-15,-1 0-1 0,0-1 4 0,-1 1 1 16,1-1-3-16,0 2 9 0,2 0-1 0,-2-3-1 15,1 1 4-15,-3-1 1 0,3 2 2 0,-1-1-2 16,1 0 0-16,0-3-5 0,-2 2-2 0,0 1-1 16,2 0-3-16,0 0-2 0,-1-1-2 0,-1 1-2 15,3-1 1-15,-1 2-2 0,0-1 2 0,-3 0-1 16,3 0-1-16,-1 1-1 0,1-1-1 0,-1-1 1 0,0-1 1 16,0 0 0-16,0-1 0 0,2-1-2 0,-1 1 1 15,1 2 2-15,0-2-1 0,0-1 1 16,0 2-2-16,-1 0 1 0,1-3-1 0,0 2 2 0,0 0-1 15,0 0 1-15,0-3-1 0,1 2 1 0,-1-1 1 16,2 1 1-16,-1 0-1 0,1 1 0 0,-1-2-1 16,0-1 0-16,1 1-3 0,-1-1-11 0,2 1-15 15,-2 0-17-15,2-1-60 0,-1 0-34 0,1 0-43 16,0 0 118-16,0 1-124 0,1-1-48 0</inkml:trace>
  <inkml:trace contextRef="#ctx0" brushRef="#br0" timeOffset="183888.76">14352 13653 33 0,'0'-2'47'16,"4"1"-2"-16,-4-1-14 0,0 1 26 0,-1-1 5 15,2 0-3-15,0 0 3 0,-1 2 5 0,0-1-3 16,0 0-5-16,0 1-6 0,0-1-16 0,0 1-8 15,-2 0-7-15,2 0-5 0,0 0-8 0,0 0-2 16,-3 0-2-16,1 0 1 0,2 1 1 0,0 0 3 16,0 1 5-16,-2 1-1 0,-1-1 6 0,1 1 4 15,0-1 4-15,1 3-3 0,-2-2 2 0,0 1 1 0,0 3 2 16,-4-4 2-16,5 1-7 0,-5 2-1 0,7-1-3 16,-9 1-1-16,5-1-3 0,-3 0-3 0,3-1-7 15,-1-1-1-15,1 4-4 0,-2-3 2 0,-1 3-1 0,4-2 1 16,0-1 3-16,-3 2 1 0,1 0 0 0,5 2 1 15,-4-3 4-15,2-2-3 0,-1 2-1 0,1-1 1 16,-2 1-3-16,3 0-1 0,1-1-1 0,-3-3 0 16,0 6-2-16,3-4-1 0,-1 3 0 0,-1-3 1 15,0 1-2-15,1 1 0 0,0-1 0 0,1 3 0 16,-2-4 0-16,1 1 2 0,1-2-1 0,0 4-1 16,0-3 1-16,0-1 0 0,1 1 1 0,0-2-3 15,2 2 2-15,1-3 0 0,-3 4-1 0,3-3 0 16,-2 2-1-16,1-1 0 0,1-1 1 0,-3 2 2 0,1 0-2 15,0-1 0-15,-2 0-1 0,1-1 3 0,2 0-1 16,-2 1 1-16,5 0-2 0,-3-1 0 0,-1 0-1 16,2 2 2-16,0-1-1 0,3-1 0 0,-5-1 0 15,-1 0 1-15,4 1 0 0,-3-1-1 0,0 0 2 16,-1 0-1-16,8 1 1 0,-7 0-2 0,5 1 3 16,-2 0-3-16,-2-2 1 0,1 1 1 0,2 0 1 15,-6-1-2-15,-4 0 2 0,6 0-1 0,-2 0 0 0,5 0-1 16,-5-1 0-16,0 0 2 0,1-1-4 0,1 1 3 15,7 1-1-15,-7-1 2 0,0-1-3 0,-2 1 3 16,1 0 0-16,0 0-3 0,-1 0 3 0,0-2-2 0,-4 3 0 16,2-2-1-16,2 2 1 0,-2-1-1 0,2 0-2 15,0 1 2-15,-1-3 0 0,2 1 1 0,1-1-1 16,-1 2-1-16,-1-1 2 0,0 0-2 0,-1 0 2 16,-1 0-2-16,4 2 0 0,-2-3 0 0,1 2 1 15,2-1 1-15,-3 0-1 0,0 1 0 0,1-1 1 16,-1-1 1-16,0 1-1 0,-3 0-1 0,3 1-1 15,-1-1 1-15,0 0-1 0,-1 1 0 0,1-2 0 16,0 1 1-16,1 0-2 0,-1 0 1 0,0 1 1 0,0-3-1 16,-1 2 0-16,2 0 0 0,-1 1 0 0,-3 0-1 0,3 0 1 15,-2 0 0-15,3 0 0 0,0-1 0 0,0 2 2 16,-1-1-2-16,1 1-1 0,1-1 1 0,1 1 0 16,-2 1 0-16,-3-1 0 0,1 1-2 0,0-1 1 15,-3 0 0-15,1 0 2 0,4 3-2 0,-5-3 1 16,4 0-1-16,0 2-1 0,-4-2 1 0,3 3-1 15,-3-1 1-15,3 0 0 0,-2 1 0 0,0-2-2 16,1 0 2-16,0 2 1 0,2 0 0 0,1 0 0 16,-4-1-3-16,3-1 2 0,1 1 0 0,-2 1 1 15,2-3 0-15,-2 5-2 0,0-5 1 0,2 2-1 16,0 0 2-16,-1 0 0 0,-2 1 0 0,3-1 0 16,0-2-1-16,0 3 2 0,0-2 1 0,2 1-1 15,-2 0 1-15,1 2-3 0,2-3 1 0,-2 2 0 16,1-2 0-16,3 0 0 0,-3 0 0 0,0 3-11 15,1-3-11-15,2 1-12 0,-2 0-12 0,1-2-41 0,1 2-26 16,-5 1-33-16,5 0 89 0,-3-2-84 0,1 0-31 16</inkml:trace>
  <inkml:trace contextRef="#ctx0" brushRef="#br0" timeOffset="190058.06">14540 13642 66 0,'-1'0'67'0,"-1"-1"-16"0,2 1-24 16,0 0 15-16,0 0-4 0,0 0-5 0,-1-2-11 0,1 1-8 15,0 0-3-15,0 1-4 0,-1-1-4 0,1 1-1 16,0 0-2-16,0 0 0 0,0 0-2 0,0 0 3 16,0 0 1-16,0 0 0 0,0 1 3 0,0-1 5 15,0 0 2-15,1 0 3 0,-1-1 2 0,0 0 3 16,0 0 4-16,0-1 1 0,0 1 0 0,0 1-3 15,1-1 1-15,-1-2-1 0,2 2 4 0,-2 0-4 16,0-1-2-16,0 2 3 0,0-1 1 0,0-1-2 16,0 2-1-16,1-1-2 0,-1 1-5 0,0 0 1 15,0 0-4-15,0 0-2 0,-1 0-6 0,-1 0-1 16,1 0-1-16,0 1-1 0,-1 1 1 0,1-2-2 16,-1 1 1-16,2-1-2 0,-2 2 2 0,1-1 0 15,-2 0 0-15,2-1-1 0,-1 2 1 0,1 0 0 16,1 1 1-16,-3-1-1 0,0-1 1 0,1-1 1 15,0 1 0-15,1 1 1 0,-1-2 1 0,-1 0 0 16,1 0 1-16,1 1 1 0,-1 0 0 0,0 0-1 16,2 2-1-16,-3-3-2 0,2 3 0 0,-2-1 0 0,2 1-2 15,-1 1 0-15,1-2 0 0,-1 0 0 0,1-1-1 0,-1 2 1 16,0 0 0-16,0-2-1 0,1 0 2 0,-1 0 2 16,0 1 4-16,1 1 0 0,0 0 3 0,-1-3 1 15,0 1 1-15,1 3 0 0,-1-2-1 0,2-1-1 16,-2 3 0-16,-1-4 0 0,1 4 1 0,1 0 2 15,0-1-3-15,-1-1 3 0,-1 1 0 0,1 0-1 0,2 0-4 16,-3-1-2-16,2 0 1 0,0-1-2 0,1 2 0 16,0 1-3-16,0-1 0 0,0-2 1 0,0 2 1 15,2 0-1-15,-2 0-3 0,1-1 0 0,-1 0 0 16,0-1 0-16,2 1 0 0,0 3 1 0,0-5-1 16,-2 3 0-16,1-1 1 0,0-1-1 0,0 3 0 15,0-2 2-15,2 0-2 0,-2-2 0 0,0 0 3 16,0 0-3-16,1 1 1 0,-1 1 1 0,-1-2 2 15,1 1-2-15,2-2 0 0,0 2 2 0,0 2-3 16,-2-2 3-16,1 1-2 0,0-1 3 0,3 0 0 16,-3 2 0-16,1-3 3 0,-1 1-2 0,4-1 1 15,-3-1 0-15,3-1 2 0,-2 2-1 0,0-3-1 16,2 3-1-16,-3-3 1 0,3 0 2 0,-3 2 1 0,0-1-1 16,-1 0-3-16,4-3 2 0,-4 2-2 0,0-2 2 15,1 1-1-15,0 3-2 0,1-1-1 0,1 2-2 16,-3-2 2-16,0 0-1 0,0 0-1 0,0 2-1 15,0-3-1-15,0 0 1 0,0 0 0 0,0 2 1 16,-1-3-1-16,1 2-1 0,0 0 1 0,0 1 1 16,-1-1 1-16,0 0-2 0,1-1 0 0,-2 2 0 15,2-1 0-15,-1 2 2 0,1-3-2 0,-1 2 1 16,-1-4-1-16,3 4 0 0,-3-1 0 0,1-1 0 16,-1 1 2-16,2-1-2 0,-2-2-1 0,2 3 2 15,-1 1-1-15,-1-4 2 0,1 2 0 0,-1 1-3 0,1-1 2 16,-1-2 0-16,0 3 1 0,0 0-1 0,0-2 2 0,0 2-1 15,0-1 1-15,-1 0 3 0,-1-1-4 0,2 4 1 16,-2-2 0-16,0 1-2 0,1-1 1 0,-2 2-1 16,1-1-1-16,0 0-1 0,1 2 1 0,0-1 1 15,-3 0-2-15,1 0 1 0,1 0-1 0,0 0-1 16,0 1 1-16,-2-1 1 0,2 0-1 0,0 0 0 16,0 0 1-16,0 0-1 0,0 0 0 0,-1 0 0 15,3 1 0-15,-1-1 0 0,0 0 0 0,-1 0 0 16,0 0 0-16,2 0 1 0,0 0 0 0,0 0 0 15,-1-2 0-15,1 1-2 0,-2 0 1 0,2 0 0 16,0 1 1-16,0 0-1 0,-2-2 0 0,2 1 1 16,-1 1-2-16,0-1-5 0,0 0-2 0,1 0-24 15,-1 0-17-15,1 1-19 0,0 0-25 0,0 0 60 16,0 0-50-16,2 1-15 0</inkml:trace>
  <inkml:trace contextRef="#ctx0" brushRef="#br0" timeOffset="190913.8">14667 13631 57 0,'-1'0'35'0,"-1"0"-14"0,1 0-9 0,1 1 4 15,-1-1 2-15,0 2-2 0,1-1-1 0,-1 0-5 16,1 1 3-16,-1 0 3 0,-1-1 1 0,1 1 12 16,-1 1 4-16,-1-1 4 0,0 0 8 0,2 0 7 15,-3 0 1-15,0 3-2 0,2-1-1 0,-1-2-11 0,0 1-6 0,0 2-2 16,-1-2-7-16,1 2-9 0,-1-1-3 0,2 2-3 16,-1-3-2-16,-1 2 2 0,1 1 1 0,0-3-1 15,0 0 3-15,1 3 3 0,-1-2 2 0,0 1 3 16,1 0-3-16,-1-2 2 0,0 3-1 0,1-1-2 15,0-1-1-15,-1 0-2 0,-1-1-2 0,2 2 1 16,-1-1 1-16,2-1-4 0,-3 2 5 0,1 0-2 16,0 1 0-16,0-1 2 0,2 1 0 0,-3-1-4 15,2-1 1-15,-1 2 0 0,1-2-4 0,-3 2 1 16,2-2-3-16,0 2-2 0,0 0-1 0,0 0 1 16,0-1 0-16,0 1-2 0,-1-1 0 0,1-1-1 15,-1 3 2-15,2-5-1 0,-2 3 1 0,0-1 0 0,0 0-1 16,0 2 2-16,1-1-3 0,1 0 4 0,-3 1-1 0,2-1 0 15,1 0-2-15,-4 1 1 0,1-3 1 0,2 1-1 16,-2 2 5-16,-2-4-2 0,2 0 3 0,1 4 5 16,-3-3 3-16,3 1 0 0,2 2 1 0,-6-4 0 15,6 3-3-15,-1 0 0 0,-3-2-5 0,2 0-3 16,-1-2-3-16,1 3 1 0,-3-3-2 0,5 1 0 16,-1 0-1-16,1 1 0 0,0 0 2 0,-3-1-3 15,3 0 1-15,-1 0 0 0,2 0 0 0,-3-1 2 16,2-1-2-16,-2 2 2 0,1-1-1 0,3 0-2 0,-3 0 1 15,1 0-1-15,1 0 0 0,1 0 0 0,1 0-1 16,-1 0-2-16,2 0-8 0,1-1-42 0,0 0-32 16,3 0-46-16,-1 0 97 0,2 2-95 0,0-2-52 15</inkml:trace>
  <inkml:trace contextRef="#ctx0" brushRef="#br0" timeOffset="191762.34">14536 13959 127 0,'-1'-4'93'0,"1"1"-40"16,0 3-34-16,1-2 22 0,-1 1-1 0,0-1-10 15,1 1 0-15,2 1 0 0,-2 0 12 0,-1-3 3 16,2 1 6-16,-2 2-4 0,0-2 0 0,1 2-3 15,-1-1-7-15,0-1-3 0,0 2-13 0,0 0-5 16,-1-1-3-16,1 0-3 0,0 1-5 0,-2 0-3 16,0 0 0-16,-1-2-1 0,2 2 1 0,-1 0 5 15,-1 2 1-15,2 0 6 0,-1-2 3 0,-1 2 2 16,1-1 4-16,1 1-1 0,0-2 2 0,-2 1-4 16,0-1-4-16,2 1-5 0,-1 1-3 0,0-1-3 15,0 1-3-15,0-1-1 0,2 1-1 0,-3-1 0 16,2 0 0-16,-1 1 0 0,2 0 0 0,-1-2 2 0,0 3-2 15,1-1 0-15,0-1 0 0,0 1 0 0,0 2-2 16,0-3 1-16,0 2 1 0,0-2 0 16,0 1 1-16,1-1-1 0,-1 3 2 0,1-2-1 0,0-2 0 15,0 2 1-15,2 0-1 0,-3-1-1 0,0 3 1 16,2-2 2-16,-1-1-4 0,-1 1 1 0,2 0 0 16,-1 0 0-16,1 0 0 0,0 0 0 0,1-1 0 15,0 1-1-15,-1 0 1 0,0 0 2 0,2 0 1 0,-2 0-2 16,2-1 0-16,-2 0-1 0,2 0 3 0,-1-2 0 15,0 1 0-15,1-1 0 0,1-1-2 0,-3-1 4 0,3 1-2 16,-1-1 3-16,-2 3-5 0,2-1 2 0,0-2 0 16,-1 0 1-16,-2 1-1 0,2-1 1 0,0 1 0 15,0-3-2-15,-3 3 4 0,2-2-1 0,0 0-3 16,0 2 1-16,0 0 0 0,-1-1-1 0,0 1 2 16,-1-2 2-16,0 2-2 0,0-2 1 0,0 2 5 15,2-2-2-15,-2 2 0 0,0-1 2 0,-2 0-2 16,2-1-3-16,0 1 2 0,0 0 0 0,0-1-5 15,0 1 1-15,-1-1 1 0,0 0-2 0,-2 1 0 16,2-1 0-16,-1 0 1 0,1 3-1 0,-2-2-1 16,1 0 0-16,0 0-1 0,0 0 0 0,-1 0-1 15,0 1 1-15,0 1 0 0,0-3-2 0,1 3 2 16,1 0 0-16,-3 1-1 0,0-1 1 0,2 1 0 16,-1 0 0-16,0 1-1 0,-1 0 1 0,1 0-1 15,0 3 0-15,-2-2 0 0,2 0 1 0,0 1-2 16,-1-1 2-16,1 0-2 0,1 1 1 0,-4-1-1 15,3 1-6-15,-1-1-7 0,2 1-11 0,-3 1-42 0,2 0-27 16,0 0-41-16,-1-1 93 0,2 0-76 0,2 5-32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08T05:19:36.758"/>
    </inkml:context>
    <inkml:brush xml:id="br0">
      <inkml:brushProperty name="width" value="0.08819" units="cm"/>
      <inkml:brushProperty name="height" value="0.35278" units="cm"/>
      <inkml:brushProperty name="tip" value="rectangle"/>
      <inkml:brushProperty name="rasterOp" value="maskPen"/>
    </inkml:brush>
  </inkml:definitions>
  <inkml:trace contextRef="#ctx0" brushRef="#br0">7183 7683 61 0,'-8'0'62'0,"3"-1"-6"0,-1-1-24 0,4 2 10 16,0-3-1-16,2 2-3 0,-2 1-6 0,0-1-19 16,2 1-4-16,-2 0-4 0,2 0-4 0,3 1-1 15,-3-1 0-15,-1 0-1 0,1 0 1 0,0-1 5 16,0 1-5-16,2-2 1 0,-3 2 0 0,0 0 2 16,1 0-1-16,0-1 0 0,2 0 5 0,0 1-3 15,-2 0 5-15,0 0 0 0,0-1 3 0,2-1 3 16,-2 0 2-16,1 2 1 0,-1 0-3 0,0 0 6 15,0-1 0-15,0 1-2 0,0-1 0 0,1 3-1 16,0-2-4-16,-1 0-1 0,3 0-1 0,-3 0-4 16,1 0-2-16,0 3 0 0,-1-3-2 0,0 0-3 15,-2 0 1-15,-2 0 0 0,3 0 2 0,1 0 2 16,-1 0 0-16,1 1 2 0,2-1 1 0,-2 0 2 0,3 0 4 16,-2-1 2-16,-1 1-2 0,1 0 3 0,-1 0 1 0,0-4 2 15,0 4 3-15,0 0 0 0,1 0-1 0,-1 3-1 16,0-3 4-16,0 1-4 0,0-1 1 0,0 2-4 15,0-2 0-15,0 0-2 0,0 0 2 0,0-3 0 0,0 1-2 16,0 0 3-16,0 1-1 0,0 1 0 0,0 0-2 16,0-2 2-16,0 2-1 0,0 0-2 0,0 1-1 15,0-1 0-15,0 0-1 0,2 0-1 0,-1 0 2 16,-4 0-4-16,3 0-1 0,0 1-1 0,-1-2 1 16,1 0-2-16,-1-1-1 0,-3 2-1 0,2 0 0 15,2 0-2-15,1 0 0 0,3-1 1 0,-1 1-1 16,-3 2-3-16,2-2 0 0,-2 0 2 0,3 1-2 15,-3-1 0-15,-3 0 2 0,1-1-3 0,2 1 2 16,0 0 2-16,2-1-3 0,-2 0 0 0,-2-2 1 16,2 3-2-16,0 0 0 0,2 0 1 0,-2 0-1 15,0 2-1-15,0-1 2 0,3 1-1 0,-3-2 0 16,1 0 2-16,-1 0 0 0,-2 0-1 0,2-1 0 16,0 1 3-16,0 0-3 0,-2-2-1 0,3 2 0 0,-4 0 0 15,3 0 1-15,0 0 0 0,0 1-1 16,-2-1 0-16,1 1 0 0,-2 0 3 0,2 0-1 0,2 3 1 15,3 0-3-15,-2-1 0 0,-2-2 1 0,2 3 0 16,0 0 0-16,-1-1 0 0,-2 0 0 0,1-1-1 16,-1 2 0-16,-2-2 0 0,6 4 1 0,-3-2-1 15,-3 1-1-15,3 0 1 0,3 0 0 0,-3-1 3 16,1 1-1-16,0 0-1 0,-3-1 2 0,2 0 1 16,4 0 2-16,-2 1-3 0,-2-2 1 0,0 1 1 15,-3 2 1-15,4-2 2 0,1 2-2 0,-2-2 1 16,0 2 0-16,-2-2 2 0,2 3-3 0,3-2 0 15,-2 2-2-15,-2-1-2 0,1 1 0 0,-1 0 1 0,5 2-2 16,-4 0 0-16,-2-1 2 0,5-1-2 0,-3 4 1 16,1-1 0-16,0 0 0 0,-2 0 0 0,-1-2 0 0,3 5 2 15,-4-1-1-15,-2-3 1 0,3 1 0 0,2 0 0 16,0 2 2-16,0-1-2 0,3 1 3 0,-4-2-4 16,2 1 0-16,3 2 1 0,-1 0-2 0,-3-1 2 15,0 1-1-15,0 2-3 0,-4-2 0 0,4-2 0 16,0 4 0-16,-1-2 1 0,-1 1 2 0,2 2-3 15,0-3 1-15,3 1 3 0,0 0 2 0,-2 3-1 16,-1-3 0-16,1 0 1 0,-1 2 0 0,-1-1 2 0,1 0-1 16,-1 1-1-16,1-2-2 0,0 1 0 0,0-2 0 15,5 2 1-15,-5 1 1 0,0 0-1 0,0-4 1 16,-2 3 1-16,1-1 0 0,1 1 2 16,-2-2-2-16,-2 2 1 0,2-3-4 0,4 1-2 0,-2 0 0 15,1 1 1-15,2 1-2 0,-6-4 1 0,4 3 0 16,-1 0-2-16,-1 1 1 0,0-3 2 0,1 0-1 15,0 1 0-15,-3 0 1 0,4 2-2 0,1-1-2 16,-1-2 1-16,2 0 0 0,-3 3 0 0,0 0 2 16,1-1-3-16,3 1 1 0,-4 0 0 0,0 1 1 15,0-1-1-15,-2-1 0 0,1 2 0 0,1-3 0 16,-2 0 0-16,0 1 0 0,0-2 1 0,2 0 0 16,0-1 0-16,0 1 1 0,-4-2 1 0,3 0 0 0,2 1-1 0,1-2 4 15,-2 3-1-15,2-2-3 0,2-1 3 0,-4 5 1 16,4 1-1-16,-4 0 1 0,0 0 1 0,0 3-5 15,1 0 0-15,-3 2 2 0,2-1 0 0,0 3-1 16,1-5-2-16,-1 3 0 0,-1-1 1 0,1 0-1 16,-2 4 1-16,3-2 0 0,-1 2 1 0,0-1-2 15,0 3 1-15,0 2-2 0,-1-2 0 0,3 0 1 16,-3-2 0-16,1 2 1 0,-1-1-2 0,1 0 1 16,-1-1-1-16,4 0 3 0,-4 0-2 0,0 0 1 15,0 0-2-15,2-2 0 0,1 2 0 0,-2-2 0 16,2 0 0-16,-2 0 1 0,-2-3 0 0,0 4 0 0,2-2-1 15,-3 1 1-15,3-2-1 0,-1 1 1 0,1-1 0 16,1 0 2-16,1 3-2 0,-2-5 3 0,1 2 2 16,0 0-2-16,-1-2 1 0,-1 2-2 0,-2 0 1 15,1-2-1-15,3 2 0 0,-1 2-1 0,-3-5-3 16,3 3 1-16,0 1 1 0,0-1 0 0,3-7 0 16,-2-6 0-16,1 0-1 15,-2 18 0-15,0 0 2 0,0 3-3 0,0-1 1 0,0 1 2 0,0 1 0 16,1-1-2-16,-6-8 1 0,5 5-1 0,0-2 0 15,0-2 0-15,-4 0 0 0,4-1 0 0,-3-2-1 16,4 4 1-16,-1 0-1 0,1-5 2 0,-1 3 1 16,0-2 0-16,5 5-2 0,-4-2 1 0,-1 2 1 15,1-1-2-15,2 2 2 0,-3-1-2 0,2 2 1 16,-3 0-1-16,0-3 2 0,0 0 0 0,1 4-1 16,-2-4 3-16,-2 2-1 0,7 2 0 0,-2-5 3 0,2 3 1 15,-4 0-3-15,1 0 1 0,0 0 2 0,1 0-2 16,1 4 1-16,-2-6 0 0,-2 5-2 0,2 0-1 15,0 0 0-15,0 3-2 0,0-6 1 0,-1 1-1 0,-1 4 1 16,1 2-2-16,-2-5 0 0,2 0 1 0,0 0 1 16,2 5 0-16,0-2-3 0,1 1 1 0,0-3 0 15,-2 1 1-15,2 1-1 0,-2 0-1 0,0 1 0 16,-3-2 1-16,2-1 2 0,-2 0-1 0,1-1-1 0,0-1 0 16,2 3 1-16,0-2 2 0,2 1-1 0,-2-1 1 15,1 2 2-15,0 1 1 0,2 0 2 0,-2-2 0 16,0-2 1-16,-1 0 1 0,0 2 0 0,2 2-2 15,-2-3 2-15,0 4-1 0,-3-3-1 0,3 3 1 16,0 0-1-16,0 0-1 0,0-2 1 0,-1-1-1 16,-1 0-1-16,2 2-4 0,4 0 1 0,-4 1-1 15,0-2 0-15,-1 4 0 0,0-1-3 0,1-1 1 16,-2 2-1-16,5 0 0 0,-7-1 1 0,5-2 0 16,1 0-1-16,-1 0 0 0,-1 0 2 0,3-1 0 15,-3-2 0-15,-2-1 0 0,2 1-1 0,0 1 1 16,0-3-1-16,0 2 0 0,0-2 0 0,-1 1 1 15,2 0 0-15,2 0-1 0,-3 0 1 0,0 0 1 16,0-1-1-16,0 2 2 0,-3 1-2 0,2-6-1 16,0 3 0-16,-1 4 0 0,5-2 0 0,-6-3-2 0,5 0 2 15,-2 1-1-15,2 1 0 0,-3 0 0 0,1 0 0 16,1-3 1-16,-2 2-1 0,0 2 0 0,1-2-2 16,-2 2 2-16,1-3-2 0,4 1 2 0,-3-1-2 15,-4 1 1-15,2-1 2 0,3-2 0 0,-1 1 1 16,3-1 1-16,-3 0 0 0,0-3-2 0,0 0 3 15,-2-1-3-15,0-1 0 0,2 2 2 0,-5-2-2 16,-1 3 0-16,4-3-1 0,0 1 3 0,2 0-1 16,0 0 2-16,0 1 0 0,-2-3-2 0,2 0 3 15,1-3 1-15,0 3 0 0,-1-2 0 0,-1 4-1 16,-2-3-2-16,2-2 1 0,4 2 2 0,-2 1-4 16,4 0 0-16,-6 1 0 0,4-1 0 0,-4-1-1 15,5 1 0-15,-4 0 1 0,0 1-1 0,1-1 0 16,-4 0 1-16,3 0 0 0,0 2 0 0,0-3 0 0,-2 1 1 15,2-2 0-15,-3 1-1 0,1-2 2 0,2 3-3 16,0-2 0-16,2 2 0 0,-1-1 0 0,1 0 1 16,-1 1-1-16,0 0 0 0,3 3 0 0,-6-4 2 15,2 0 0-15,-4-1-1 0,3 3 0 0,1 3 1 16,0-5-2-16,0 0 2 0,-4 1-2 0,4 2 1 16,-1 0-1-16,4 0 0 0,-3-3 3 0,0-1-4 0,-4 1 2 15,5-1 0-15,0 1 0 0,1-2-1 0,-1 1 1 16,-2-1 2-16,1-1-3 0,-2 76 15 31,-2-82-15-31,1 1-2 0,3-1 1 0,5 5 0 16,-5-2-1-16,1-2 1 0,-2 8 1 0,1 2-2 15,4 0 1-15,-2 0 0 0,1 2 0 0,-3-2 0 16,2 3 1-16,0 0-3 0,-2-4 1 0,1 4 3 16,-1-2-1-16,0 3 1 0,0-4-1 0,0 3 0 15,-1-2 0-15,0 0 1 0,3 0 1 0,-2 0-2 16,2 0 0-16,0-2 1 0,0 5 0 0,2-6 0 0,-1-1-1 0,-3 4 0 15,1 1 0-15,-1-4 1 0,-1 0-1 0,1 0 0 16,-2 0-1-16,0 0 1 0,-1 2 0 0,0-3 1 16,2-1-1-16,1 1 2 0,0 0-1 0,0 1-1 15,0-5 3-15,0 6-2 0,0-3 0 0,1-2-1 16,-4 0 1-16,3 3-1 0,0-2 2 0,-2-2-1 16,2 2 0-16,0-2-1 0,0 1 1 0,0 3 0 15,1-2-1-15,0-2 2 0,2 3-1 0,-3 0-1 16,0-3-1-16,0 3 2 0,0-2-1 0,2 2 1 15,-1-1 0-15,-3 0-1 0,2 0 1 0,-4-4 0 16,4 4-1-16,0 2 1 0,0-4 0 0,-2 0-1 16,2 1 0-16,0-1 0 0,0 1-1 0,1 4 1 0,-1-2 1 15,-1-3-1-15,1 2 0 0,1 1-2 0,-1 1 2 16,1 0 0-16,-2 0 1 0,1-2-1 0,0-1 0 0,1 4 1 16,-1-2-1-16,-1 4 1 0,1-5-1 0,0 1 0 15,0 2 0-15,1-3 0 0,-1 2 0 0,-1-1 0 16,1 0 0-16,0 0 1 0,-2 0 1 0,2 1-2 15,0 1 1-15,-2-1 0 0,2-1-1 0,2 2 2 16,0 1-2-16,-2-2 2 0,-1 0-2 0,2 1 1 16,-1 0-2-16,0 1 1 0,1-1 0 0,-4-1-1 15,3 1 1-15,1 0 0 0,1 1 0 0,-3-3 1 0,-1-3 1 16,-2 2 0-16,2 1-1 0,4-1 2 0,-3-2-2 16,1-1 0-16,-1 1-1 0,3 1 0 0,-1 0 0 15,3-2 1-15,-2 2 0 0,-2-5-1 0,-1 3 1 16,1-2 1-16,1 2-2 0,-2-3 1 0,1 1 1 15,3 1-3-15,-1 1 1 0,-2 1 0 0,0-2 0 16,-1-1 0-16,0-1 1 0,1 4 0 0,-4-5 0 16,4 2 1-16,-3 0-1 0,3-3 0 0,0 3 1 15,4 0-2-15,-5 0 1 0,3 1 0 0,-2-2-1 16,0 2 0-16,0-3 0 0,0 3-1 0,0 0 0 16,0 0 1-16,2 1 1 0,-2 0-2 0,0-1 1 15,-4 0 0-15,4 1 1 0,0 0 1 0,0-2-3 0,-5 1 2 16,4-1-3-16,-1 0 3 0,2-1-2 0,1 2 1 0,-1-2-1 15,3 2-3-15,-2-1 4 0,3 0-1 0,-5 0 0 16,2 0-1-16,0 0 1 0,1 0-1 0,-1-1 3 16,-2 0 0-16,-1-1 1 0,2-1-2 0,-2 3 0 15,2-2 0-15,-3 0 1 0,3-1 0 0,-1-1-3 0,1 3 2 16,1-2 0-16,-1 2 0 0,2-3 0 16,-2 0 0-16,0 1-1 0,1 1 1 0,-1-2 1 15,-1 0-1-15,2 0-1 0,0-1-2 0,-1 1 3 0,0 1-1 16,-1-2 1-16,-3 3-3 0,7-2 1 0,-5 0 1 15,2 1-2-15,-1-1 1 0,-1 0 0 0,2 1 0 16,0-1 0-16,2 1 2 0,-2 1-3 0,0-1 0 16,0-1 3-16,0 2 0 0,0 1 0 0,0-2-2 15,-3-1 1-15,4 2 0 0,-1-3 1 0,0 1 0 16,0 0 0-16,2 2-1 0,2-2 1 0,-2 1 0 16,-2 1 0-16,0-2 1 0,0 3 0 0,0-2 2 15,-1 0-2-15,0-3 0 0,-3 1 1 0,4 0-1 16,0 0-1-16,-1 0 0 0,0 0 0 0,1 0-1 15,0 1 1-15,0-1 0 0,5 2 0 0,-7-2 0 16,4 1 0-16,0 0 0 0,-3-1 0 0,2 1 0 16,-1 1-1-16,0 0-1 0,0-1 0 0,0 0 1 0,-1-1-2 0,1 0 1 15,2 2-2-15,-2-2-1 0,0 0 1 0,0 0-1 16,-2 0-2-16,2 1-3 0,0 2-2 0,0-3 1 16,1 0-4-16,-1 2-8 0,1-1-4 0,-2-1-7 15,1 0-6-15,0 1-36 0,1-1-25 0,1 0-34 16,2 0-45-16,3-2 120 0,5-1-89 0,4-1-27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2-08T05:23:53.18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19315 10654 0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08T05:26:03.97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7262 16603 36 0,'2'2'28'0,"-2"0"-11"0,-2 3-12 16,4-2 7-16,-2 4-6 0,2-2 0 0,-2-3 4 15,1 5 4-15,-1-6 0 0,0 3-1 0,2-2 3 16,-2-2-2-16,0 0-1 0,-1 0-1 0,0-1-8 15,1 1-4-15,0 0-2 0,1 0 2 0,-2-2-2 16,-1 0 2-16,3 0 1 0,-1 1 0 0,0-3 2 16,0 1 1-16,-1 1 2 0,0-1 0 0,2 0 3 15,-2 1 0-15,-3 0 3 0,2-1 4 0,0 2 1 16,1-3 1-16,-2 1 4 0,0 1 11 0,2 0 4 16,-1 1 3-16,1 0-1 0,-2-1-1 0,0 1 5 15,3 1-1-15,0 0-2 0,0-1-12 0,-2 1-4 16,-1-1-4-16,-2 0-3 0,5 0-2 0,-2 0-4 15,-2 0-3-15,3 1 0 0,1 0-2 0,0 0-1 0,3 0-1 16,-3 0 2-16,-2 0-1 0,2 0-1 0,-1 0-1 16,0-1-1-16,-4 0-1 0,3-2 3 15,1 2 3-15,1 1 1 0,3 0 3 0,-4 0 4 16,2 0 3-16,1 1 2 0,-1 0 2 0,0 2 0 0,-1-3 0 16,-1 1-1-16,-2 0-2 0,3-1-6 0,-1 0 0 0,1 1 0 15,-1-1-4-15,1 1 0 0,0 0-4 0,0-1 1 16,0 0 0-16,0 1 1 0,1 0-1 0,-1 2-1 15,-2-2 2-15,3 0-2 0,-1 1 0 0,0-1 1 0,-1 2-1 16,1-1-1-16,-2 1 1 0,-2-2 2 0,4 3 0 16,0-1 2-16,0 3 3 0,0-3 1 0,0-1 17 15,0 2 4-15,4-1 4 0,-4-1 1 0,3 0 4 16,-3-2 0-16,-1 1-2 0,-1 1-2 0,0-2-13 16,-1 0-5-16,3 0-3 0,0 1-2 0,-2 1-5 15,-2-3-1-15,2 1 0 0,2 2-2 0,0-1-3 16,0 1-2-16,-3-2-2 0,3-1 0 0,0 1-1 15,2 0 1-15,-2 0-2 0,0-1 0 0,0-1-1 16,0 2 1-16,0 0 0 0,1 1 0 0,-1-1 1 16,0 0-1-16,2 0-1 0,-2 0 1 0,0 1 3 15,0-1 2-15,2 0 0 0,-4 0 0 0,2 0 4 16,-2 0 2-16,2 0 4 0,-1 0-1 0,1 0 3 16,0 0 2-16,1-1 0 0,0 1 2 0,-1 0-2 0,-2 1-1 15,1-1 2-15,0 0 0 0,1 0-4 0,-2 0 0 16,1-1-2-16,-3 2 1 0,3-1-1 15,1 1 0-15,-2-1-3 0,4 1-3 0,-4-1 0 0,2 0 0 16,1 1-1-16,-1-1-2 0,0 0 0 0,0 0 0 16,-1 0 0-16,-3 0 2 0,4 1-1 0,-2 0 1 15,2-1 0-15,-3 2 2 0,2-2-3 0,1 0 3 16,-3 0 0-16,3 0 0 0,-2-2 1 0,1 2-1 16,-1 0-1-16,2 0 1 0,-2 0 1 0,2 0 0 0,-1 2-1 15,-2-4-1-15,3 2 2 0,0 2 0 16,-1-2 2-16,-1 0-2 0,-2 0-2 0,3 0 1 15,0-5 1-15,1 7-3 0,-2-2-1 0,-1 0-1 0,2 0 0 16,0 3 0-16,1-3-1 0,-1 1-1 0,1 1-1 0,-3-2 1 16,3-1-2-16,0-1 0 0,0 0 0 0,-1 1-1 15,2 1 1-15,0 0 0 0,2 1-2 0,-2-1 2 16,0 0 0-16,-1 0 0 0,-2 0 0 0,-1 0 0 16,3 0 1-16,-3 0-1 0,2 0 1 0,1 2 0 15,-3-2 0-15,7 1-1 0,-3-1 2 0,3 1-1 16,-4-1 1-16,1 0-2 0,-2 0 1 0,-2-1 0 15,2 1-1-15,0-3 0 0,0 3 0 0,-2 0 0 16,3 0 0-16,0 0 0 0,0-1 0 0,0 2 0 16,0 1 0-16,0-2 0 0,4 1 0 0,-4-1 1 15,0 0 1-15,3 0 1 0,-3 1 0 0,0-1 1 16,0 0 2-16,-5-1-2 0,2 1 2 0,4 0 1 16,-2 0-2-16,-3 0-2 0,4 0 0 0,-2 0-1 15,4 1 0-15,5-1-1 0,-5 1 0 0,-3-1-1 16,2 0 0-16,-1 1 1 0,0-1 1 0,0-1-1 15,-4 1 1-15,4 1 0 0,0-1-1 0,0 0 1 16,3 0 0-16,-3 0-1 0,3 0-1 0,0 0 1 0,-5 0-1 16,1-1 0-16,2 1 0 0,-2 0 0 0,0-1 0 0,0 1-1 15,1 0-1-15,-1 0 0 0,1 0 1 0,0 0 1 16,0 0-2-16,2 0 2 0,2 0-2 16,-4 0 1-16,2 0 1 0,1 0 0 0,-1 0 0 15,0 0-1-15,-1 0 1 0,-1 0 0 0,2 0 0 0,2 0 1 16,-4 0 0-16,0 0 0 0,1 1 0 0,0-1 0 15,-1 0-1-15,1 0 1 0,-1-1-1 0,0 2 0 16,1-1 0-16,-1-2 0 0,0 2 1 0,0-1-1 16,0 2 0-16,3 0 0 0,-3-1 0 0,0-1 3 15,1 1-3-15,0 1 1 0,0-1-1 0,-1 0 0 16,2 0 2-16,-1 0-1 0,0 0 0 0,0 0-1 0,-1 0 0 16,0 1 0-16,0-1 0 0,1 1 1 0,-1-1-1 0,0 0 0 15,0 0 0-15,0 0-1 0,1-1 1 0,-1-1 0 16,0-1-1-16,3 2 0 0,0 1 0 0,-3-1 1 15,0 1-2-15,0-2 2 0,3 3-1 0,-2 0 0 16,0 1 0-16,-1-2 0 0,0 0 1 0,-1 0 0 16,-2-1 0-16,3 0 0 0,0 0-2 0,1-1 2 15,1 1-1-15,1 1 0 0,-2-1-1 0,3 1 2 16,-2 2 0-16,5 0-1 0,-5-2 1 0,-1 1 0 16,3 0 1-16,-4-2-1 0,0 1 0 0,2 0 0 15,-1 1 0-15,-1-1 1 0,0 0-1 0,0 0 0 16,1 0 0-16,3 4 1 0,-3-4 0 0,0 0-1 15,0-1 0-15,2 1 0 0,-1 0-1 0,0 0 2 16,-2 0-1-16,2 0 0 0,-1 0 0 0,-1 1-3 16,1-1 0-16,0 2-3 0,2-2 1 0,-2 0 0 0,-1 0 0 15,-4 0-1-15,4 0 0 0,0-1 5 0,-1-1 1 16,-1 0-1-16,1 2 1 0,-2-1 1 0,3 1-1 16,4-1 1-16,-3 1 1 0,-1 0 0 0,1 0-1 15,-1-1 1-15,0 1 0 0,4 1-2 0,-4 1 2 16,-3-2-1-16,1 0-1 0,3 3 0 0,-1-3-1 0,0 0 0 15,0 0-1-15,0-1-1 0,0 1 2 0,0 1-1 0,-1-1 1 16,0 0 1-16,1 0-1 0,0 0 1 16,-1 1 0-16,1-1 1 0,-1 0-1 0,1-2 0 15,0 2 2-15,0 0-2 0,-2 0 3 0,-2-3-3 0,2 3 1 16,2-1 0-16,0 1-1 0,0 4 1 0,-1-4-1 16,0-2 1-16,1 2-1 0,0 0-1 0,2-1 1 15,-3 1 0-15,1-1 0 0,1 1-1 0,-1 0-1 16,0 0 1-16,0 2 1 0,2 0 0 0,0-2 0 15,-2 0 1-15,0 0 0 0,-3 0 1 0,3 0-1 16,1 0 0-16,-2-2 0 0,-3 1 0 0,4 1 0 16,-2 0-1-16,2 3-1 0,0-3-1 0,-1 0 1 15,1 0 0-15,0 0-2 0,0-2 1 0,0 2-1 16,1 0-2-16,-1-1 2 0,0 1 0 0,-2-2-3 0,1 2-2 16,-1 0-1-16,5 2 0 0,-2-2 1 0,-2-1 0 15,1 1 2-15,0-1 0 0,0 2 3 0,2-1 3 16,-2-1-1-16,3 1 2 0,-3 0-1 0,0 0 1 15,0 2-1-15,3-2 0 0,-4 0-1 0,1 1 1 16,-2-1 0-16,1 0 0 0,-1 0 0 0,2-1 0 16,-2 1 0-16,-1 0 0 0,3 0 2 0,0 0-2 15,2-1 0-15,-2 1 0 0,1 0 0 0,1 0 1 0,-2 1-1 16,2 2 0-16,0-3 0 0,-2 0 1 0,0 0-1 16,-1 1 0-16,0 1 0 0,1-2-2 0,0 0 1 15,0-1 0-15,0 1-1 0,0 1-2 0,0-1 1 16,2 0-1-16,-2-3 0 0,0 3 0 0,0 0 1 0,0 0 0 15,0 0 2-15,2 0-1 0,-2-2 0 0,3 2 2 16,-1 0-1-16,0 0 1 0,1 2 0 0,-1-2 0 16,1 0 0-16,1 2 0 0,-1-2 0 0,2 1-1 15,-2-1-1-15,-1 0 0 0,1 1 2 0,4 0-1 16,-5-1 0-16,1 0 0 0,3 0 1 0,-6-1 0 16,5 2 0-16,-1-1 0 0,-3-1 0 0,4-1 0 15,-1 2 0-15,0-1 0 0,0 1 0 0,1 0 0 16,-2 0 0-16,2 0-1 0,-1 0 1 0,0 2 0 0,0-2-1 15,2 0 1-15,-4 1 0 0,3-1 1 0,0 1 0 16,0 0-1-16,1-1 0 0,-3 0-1 0,2 0 2 16,0 0-1-16,-1 0-1 0,2-1-1 0,-4 1 2 15,3 0 0-15,-2 0 0 0,0 1 0 0,3-2-1 16,-2 2 1-16,0 0 0 0,0-1 0 0,1 0-1 16,-1 0 1-16,2 0 0 0,-3-2 0 0,2 2 0 15,-3-1 0-15,3 1 0 0,-1 0 0 0,0 0 1 16,-1 0 1-16,2 0 0 0,-1 0 0 0,-1-1-1 15,2 1 1-15,0 0-2 0,1 0 3 0,-1 0-2 16,1 0 0-16,-1 0 0 0,3 0 1 0,-2 3-2 16,3-2 1-16,-2-1 1 0,1 1-2 0,0-2 0 15,1 1 2-15,1 0-2 0,1 1 0 0,-2-2 2 16,3 1-2-16,-1 0 1 0,0 0 0 0,2 2 0 16,0 0-1-16,0-1 0 0,-3-2 0 0,0 1 0 15,1 1 0-15,0 0-1 0,-2-2 1 0,1-2 0 16,-3 3-1-16,1 0 1 0,2 2-1 0,-3-2 1 0,0 0-1 0,1 0 0 15,2 1 1-15,-2 1 0 0,-2-1 0 0,2-1 0 16,-1 0 1-16,1 0-1 0,0 0 0 0,-1 0 3 16,2 0-3-16,-2-2 0 0,0 2 1 0,1 0-1 15,0 3 1-15,2-3 0 0,-2 0 0 0,2 0-1 16,-1 1 1-16,0 2 0 0,2-3-1 0,1 0 1 16,-1-1-1-16,0 1 0 0,1 0 0 0,2 0 1 15,-2-2 0-15,2 1 0 0,0 0-1 0,5 1 0 16,-5 0 1-16,3 0-1 0,-1 0 0 0,2 1 0 15,-3-1-1-15,4 0 1 0,-4 1-1 0,0-1 1 16,3 0 0-16,-5 0 0 0,2 0 0 0,-1 0 2 16,4 0-2-16,-6 0 0 0,0 0 1 0,0 0-1 0,5 0 0 15,-3 1 0-15,0 0 1 0,-1-1-1 0,1-1 0 0,2 2 1 16,0-1-1-16,1-1 1 0,-1 2 1 0,4-2-2 16,-3 0 1-16,4 1-1 0,1 0 3 0,-1 0-3 15,1-1 1-15,4 2-1 0,-5-1-1 0,-2 0 1 16,2 0 0-16,-1 0 0 0,-1 0 0 0,-1 1 2 15,-4-1 3-15,4 0-2 0,-2 0 1 0,1 0-2 16,0 0 1-16,0 0 0 0,1 0 0 0,1 0-2 16,-3 0-1-16,1 0 0 0,4 0 0 0,-2 0 0 15,2 2 1-15,1-2 0 0,-1 1-1 0,-1-1 2 0,-1-1-2 16,4 1 1-16,2-1 0 0,-5-1 0 0,0 0-1 16,3 2 0-16,-1-1 2 0,0 1-2 0,1 0 0 15,-5 0 0-15,1 0 0 0,2 2-1 0,-4-1 1 16,1-1-1-16,1 0 0 0,0 0 1 0,0 0-1 15,0 0 1-15,1 0 0 0,-1 1 0 0,0 0 0 16,2-1 1-16,1 2-1 0,1 0 0 0,2-1 1 16,-3-1 0-16,2 0 1 0,1-1-2 0,-2-1 1 15,1 1 0-15,-4 1 0 0,-1 0 0 0,3 1-1 16,0 1 0-16,-3-4 0 0,2 5 0 0,-1-3 0 16,0 2 0-16,2-2 0 0,-1 0 0 0,3 0 0 15,-1 0 0-15,1 0 0 0,-1 0 0 0,7 0 0 16,-6 0 0-16,2 0 0 0,1-1 1 0,-1-1 0 15,-1 2-1-15,0 0 1 0,-2 0-1 0,-1-2 0 16,2 2 0-16,-2 2 0 0,0 0 0 0,0-1 0 0,-1-1 0 16,2 2 1-16,-1-1-1 0,1-1 1 0,0-1 0 15,3 0-1-15,-2 0 1 0,2 1 0 0,-1-1 0 16,0 0 1-16,-4 1-1 0,6 0 0 0,-2 1-1 16,-5 0 0-16,-2 0 1 0,0 0-1 0,4-1 0 15,-4 1 0-15,2-1-1 0,-5 0 1 0,1 0 0 0,3 1 2 16,-2-1-1-16,2 0-1 0,-2 0 2 0,-1-1 0 15,3 1 1-15,0 0 0 0,0 0 1 0,3 0 5 16,2 0-1-16,-2 0 2 0,1 0-1 0,0 0 0 16,1 0 0-16,-1 1-3 0,-1-2 2 0,-3 1-5 15,3 0-1-15,-3-1 0 0,0 1-2 0,0 0 2 16,-1 0-2-16,1 1 3 0,-2 0-3 0,0-1 1 16,0 2-1-16,1-2 0 0,0 2 2 0,1-1-1 15,1-1 0-15,2-1-1 0,0-1 0 0,-3 1 0 0,1 1 0 16,3 0 0-16,2 0 0 0,-4-1 0 0,-2 1 0 15,0 2 0-15,4-2 0 0,0 0 0 0,1 0 1 16,-7 2 1-16,2-2-2 0,4 0 0 0,-3 1 0 16,1-1 0-16,-2 0 1 0,-1 1-1 0,1 1 0 15,2-2 0-15,-2 2 1 0,-1-2 0 0,2 1-1 16,0 0 1-16,0-1-1 0,2-1 0 0,-1 0 0 16,1 1 0-16,-2-1-1 0,2 0 1 0,-1 1 0 0,1 1 0 15,0-1 1-15,-6 0-1 0,3 1 0 0,-2-1 1 16,2 2 0-16,0-1-1 0,-3-1 1 0,2 0 1 15,-1 0-1-15,2 0 2 0,-1 0-1 0,1 1-1 16,0-1 0-16,0 0 1 0,0 0-1 0,-2-1 0 16,5 1 0-16,-1 0 1 0,0 0-1 0,3-1 3 15,0 1-2-15,2 0 0 0,0 0 2 0,-1 1-3 16,-2 2 1-16,3-1 0 0,0 0-1 0,-3-1-1 16,-2 0 2-16,0 0-2 0,0 1-1 0,1-2 2 15,-2 0-1-15,-1 0 0 0,5 0 1 0,-3 2-1 16,-1-2 0-16,0-2 0 0,7 1 1 0,-2 1-1 15,-1 0 1-15,0 0-1 0,-1 0 0 0,3 0 1 16,0 0-1-16,-1 3 0 0,-3-3 1 0,-2 1 0 0,2 0-1 16,1 0 1-16,0-2-1 0,-2 1 0 0,3 2 1 15,-2-1-1-15,-1-1 0 0,2 0-1 0,-1-1 1 16,0 1 1-16,4 1-1 0,-5 0 1 0,2-1-1 16,4 2 1-16,-2-2 0 0,3 0 1 0,-4 1-1 15,-1-2-1-15,0 0 1 0,2 0-1 0,-2 0 1 16,0 1-1-16,0 0 0 0,0 1 0 0,-2-1 0 15,2 0 0-15,0 1 1 0,-1-1-1 0,-4 0 1 0,2-1-1 16,3 1 1-16,-2 0 0 0,0 2-1 0,-1-2 0 16,0-1 2-16,4 1-2 0,-2 0 1 0,1 0-1 15,-4 0 1-15,3 1-1 0,-3-1 0 0,1 0 0 16,1 0 0-16,-5 0 2 0,3 0-2 0,3 1 1 0,-5-1-2 16,1-1 1-16,0 1 0 0,-1 0 0 0,0-2 0 15,2 2-1-15,-2 1 1 0,2 0 1 0,1-1 1 16,1 0-2-16,-1 1 0 0,3 0 0 0,0-1 2 15,0 0-1-15,-1-1-1 0,0 1 1 16,1 0 0-16,-1 0 0 0,0-1 0 0,-1 1 0 0,1 1-1 16,-2-1 1-16,1 1 0 0,-1-3-2 0,3 2 1 15,-2 0 0-15,-3 0 0 0,2 0 0 0,-1 0 1 0,3 0-1 16,1 1 0-16,0 4 0 0,-5-5 0 0,5 0 1 16,0 2-1-16,2-2 0 0,-2 0 0 0,-3 0 0 0,2 0 0 15,2-1 0-15,-2 1 0 0,-5 0 0 0,2 0 0 16,0 0 0-16,-1 0 0 0,0 0 1 0,2 0-1 15,-4-1 0-15,0 1 1 0,3 0 0 0,0-1 0 16,-2 1-1-16,1-1 0 0,-1-1 0 0,1 1 1 16,-1 0 0-16,2 1-1 0,4 0 2 0,-5 0-1 15,5 0-1-15,0 1 1 0,-1-1 1 0,-2 1 0 16,0 1 0-16,3-2 4 0,-7 0-2 0,5 0 1 16,-5-2 1-16,1 1-1 0,2 1 0 0,1-1-1 15,-1 0 1-15,-2 0-2 0,5 1-1 0,-2-1-1 16,3 0 1-16,-2 1 2 0,3 0-2 0,-1 0 0 15,0 0-1-15,3 0 0 0,-1-2 0 0,3 2 0 0,-1-2-1 16,1 0 0-16,-1 1 1 0,-1 1-1 16,0-1 0-16,2 0 1 0,-2 1 0 0,-2 0 1 15,-1 0-2-15,0 0 1 0,2 0 1 0,1 0-2 16,1 0 1-16,-1 0-1 0,-1-1 0 0,5 2 0 0,-3-1 1 16,3-1-1-16,-1 0 0 0,0 1 1 0,0 0-1 15,2 0 0-15,-3 0 0 0,1-2 0 0,-3 2 0 16,2 0 2-16,-1 0-2 0,-3-2 1 0,1-1-1 15,1 3-1-15,3 0 0 0,-1 0 1 0,0-2 0 16,2 2 0-16,0 0 0 0,1-1-1 0,-3 0 2 16,1 1 0-16,-1-2 0 0,-1 1 0 0,0 1-1 15,-3-1 1-15,3 1-1 0,-2-1 2 0,-1 1-2 16,1-2 0-16,-5 4 0 0,1-1 0 0,4-1-1 16,2-3 1-16,-7 3 0 0,3-1-1 0,0 1 1 0,7-1 1 15,-4 0-1-15,2 0 0 0,-5-1 2 0,2 4-3 16,1-3 0-16,-1 1 1 0,-1-2 0 0,-2 2 0 15,1-1-1-15,-2 1 1 0,1-3-2 0,-1 2 2 16,1-1 1-16,0 1-1 0,-1 0 0 0,2-1 0 16,2 2 0-16,1 0 0 0,0 3 0 0,0-3 0 15,0-1 0-15,0 1 0 0,-3 0 0 0,3 0 2 16,-4 0-2-16,-1 0 0 0,2-3 0 0,-4 2 0 16,1 1 0-16,-1 0 0 0,4 0-1 0,-3-1 1 15,0-3 0-15,0 3-1 0,2 0 1 0,-1 0 0 16,2-1 0-16,0 2-1 0,-2-1 1 0,2 1 0 15,1 0 0-15,0-1 0 0,0 1 1 0,-1 0 0 16,0 0-1-16,0 0 1 0,0 0-1 0,-2-2 0 16,-1 2 0-16,2 2 1 0,-1-2-1 0,1 0 1 15,-2 0-1-15,-1-2-1 0,2 2 1 0,1 0 0 16,0 0-1-16,-2-1 1 0,2 1 0 0,-5-1 0 0,2 0 0 0,5 2 2 16,-1-3-2-16,-1 1 1 0,1 1-1 0,-3-1 0 15,5 0 0-15,-2 1-1 0,1 0 1 0,-5 0-1 16,1 0 1-16,0-1 0 0,2 1 0 0,-3 0-1 15,-2 1 1-15,5-1 0 0,-3-1 0 0,1 1-1 16,1 0 0-16,-1 2 1 0,2-2-1 0,-2-2 1 16,7 1 1-16,-4 1-1 0,2-1 0 0,1-2 1 15,-1 3 0-15,-1-3 0 0,-1 3-1 0,4 0 1 16,-6 0-1-16,2-1 0 0,0 1 0 0,-1 0 0 16,1 0 0-16,1 0 0 0,-3-1 0 0,1 2-1 15,0-1 1-15,-3 1 0 0,1-1 0 0,6 0 0 16,0 0-1-16,-3 1 1 0,0-1 0 0,1-2 0 0,3 1 0 15,3 1-1-15,-4-1 1 0,-2 1 0 0,1 0 0 0,2 0 0 16,-1 0 0-16,0-1 0 0,-4 0 0 0,2 1-1 16,3 0 0-16,-2 0 0 0,0 0-1 0,2-2 0 15,2 2 2-15,0 0-1 0,1-1 1 0,-2-1 0 16,4 0 0-16,-2 1 0 0,-2-2 0 0,1 0 0 16,-2 1 0-16,-2 1 0 0,3-1 0 0,-4 1-1 15,-1 0 1-15,0-4 0 0,1 4 1 0,-2 0-1 16,1 0 0-16,-3 1-1 0,1-1 1 0,-1 0 1 15,-1 1-1-15,0-1-1 0,3 0 0 0,-4 1 1 0,0-2 0 16,0 2 1-16,3-2 0 0,-4 1-1 0,0 0 2 16,-1 1 1-16,-3-1-2 0,1 1 2 0,-1 0-2 15,0-1-1-15,-5 1 1 0,3 0 1 0,0 0-2 16,-2 0 1-16,-2 0 0 0,0 0-1 0,2 0 2 16,-5 0 0-16,2 0-1 0,-1 1 1 0,0-1 0 15,-1 0-1-15,0 0 0 0,0 1 0 0,-3-1 0 16,3 0 0-16,-2 0-1 0,2 0 1 0,-1 0 1 15,-1 1-1-15,0 0 1 0,1-1-1 0,-1 0 1 16,-1-1-1-16,1 0 0 0,0 1 0 0,-1-2-1 0,0 2 1 16,0-1 0-16,1 1 0 0,0 0-1 0,0 0 1 0,-1 2 1 15,0-1-1-15,0-1-1 0,1 0 0 0,1 0-1 16,-2 0 1-16,-1 0 0 0,1 0 0 0,1 0 0 16,0-1-1-16,0 1 2 0,-1 0-1 0,1 0 1 15,0 0-1-15,0-1 1 0,-2 0-1 0,2 1 0 16,-1 0 0-16,1 0 0 0,1 0-1 0,-1 0 1 15,0 0 1-15,1 1-1 0,-2-3 0 0,2 2 0 16,-1-1 0-16,0 0 0 0,-1 1 2 0,0 0-2 16,1-1-1-16,-1 1 1 0,0 1 0 15,2-1-1-15,-2 0 1 0,1 0 0 0,-2 0 0 0,0 0 0 16,0 0 0-16,1 0-1 0,-1-3 0 0,0 3-2 16,0-1-1-16,0 1-1 0,0 0-2 0,0 0 0 0,0 0-4 15,1 3-3-15,-1-5-2 0,0 4-2 0,0-2-5 16,0 0-3-16,-1 0-1 0,1-3-1 0,-1 2-1 15,1 1-1-15,0 0 0 0,0-1-1 0,0 1 0 16,0-1 0-16,0-1-1 0,0 2-5 0,0-1-10 16,0 0-9-16,0 1-10 0,0-1-5 0,0-2-37 15,0 3-25-15,2-3-35 0,0 0-42 0,2-1 137 16,1-3-92-16,-3-5-24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08T05:27:43.50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5449 7978 58 0,'-1'2'48'0,"-2"-2"-12"0,2-3-15 0,0 2 8 0,0 0 1 15,0 1 2-15,1 0-2 0,0-1 0 0,-2-1 0 16,1 2 0-16,1-1-2 0,-1-1-1 0,-2 2 1 16,2-1-4-16,0-1-5 0,1 2-6 0,-1 0 1 15,-2 0-5-15,3 0-1 0,0 0-2 0,0 0-3 0,0 2-2 16,0-1-1-16,-1-1 1 0,1 1 0 0,0 0 1 0,0 1-2 16,0-1 0-16,0 1-1 0,0 0 1 0,0 0 4 15,1 1-1-15,1 1-1 0,-2-2 0 0,2 1 5 16,-1 1-1-16,0-2 2 0,2-1-3 0,-2 4 2 15,0-4 1-15,1 1 1 0,-1-1 0 0,1 2 0 16,-1 1 3-16,2 1 0 0,-2-2 4 0,1 1 1 16,0-1-1-16,0 2 0 0,1 1 2 0,-1-2-3 15,0 1 0-15,0-1-3 0,0 0 1 0,1 3-7 16,0-3 1-16,-1 2 0 0,1-1-1 0,0 1 1 16,1-3-1-16,-1 1 3 0,0 1 0 0,-1 1 3 15,2-2-1-15,-3-1 0 0,4-1-2 0,0 3 1 0,-1-1-2 16,0-1-3-16,1 2-1 0,1-2-3 0,1 1 2 15,-3 3 1-15,2-2-1 0,0 1-3 0,0 0 0 16,0 2 3-16,1 0 1 0,-3-2 4 0,2 0-1 16,0 0 1-16,1 2 6 0,-3-3 5 0,2 0 1 15,-1 0-1-15,1 1 3 0,-2-1-2 16,-1 0 2-16,2-1-3 0,-1 1-1 0,-1 1-4 0,3-2-2 16,-1 2 0-16,0-1-5 0,-1 0 1 15,2 0-2-15,0 1 1 0,-3-1-6 0,1 1 4 0,-4-1-1 16,2-1 1-16,1 1-2 0,-1 1 1 0,1-3-1 15,-3 1 2-15,3-1 0 0,-1 2 0 0,1-3 0 16,-3 1 0-16,0-2 3 0,0 1-1 0,0-1-1 16,1 0 0-16,-2-1 3 0,1 0-1 0,-3 0-1 15,3 0-1-15,-2-1-5 0,-2 0-4 0,0 1-6 0,1-1-7 16,0 0-20-16,3 1-13 0,-6-2-17 0,3 2-18 16,-3-1-21-16,-1-2-32 0,1 0 86 0,-1 0-63 15,-3-1-4-15</inkml:trace>
  <inkml:trace contextRef="#ctx0" brushRef="#br0" timeOffset="1400.17">5366 7998 351 0,'-5'1'155'0,"-3"-1"-100"0,4 0-37 0,0 0 10 15,-3 0-6-15,6 0-12 0,-1 0-2 0,0 1 0 0,-2 0-3 16,1-1 3-16,0 0-3 0,-2 2-4 0,4-1-2 16,0-1 2-16,-3 0 0 0,7 0-2 0,-3 2 2 15,0-1-2-15,3-1-2 0,-2 0 4 0,1 0 0 0,-1 0 1 16,-2 0-1-16,-1 0 1 0,2-1 2 0,-2-1 4 16,1 2 7-16,1-1 1 0,1 1 3 0,-1 0 1 15,0-2 4-15,-1 2 5 0,1-1-5 0,0 1 0 0,-1 0-7 16,0 0-2-16,1-1-4 0,0 1-2 0,0-1-6 15,1 1 0-15,0 1-1 0,-1-1-2 0,2 0 0 16,-1 1 0-16,-1-1 0 0,2 1 1 0,1 1 1 16,-1-1-2-16,-2-2-2 0,2 1 3 0,1 1-1 15,1-1 0-15,2 1 1 0,-2 0 0 0,-2-1-1 16,5 0 2-16,-1 0 0 0,-1 0-2 0,-1 0 2 16,1-3-1-16,1 0 1 0,-2-2-2 0,1 2 2 15,1-3-2-15,1 0 1 0,-1 0 1 0,1 0-1 16,-2-1 0-16,2 0-3 0,0 3 2 0,0-3-1 15,0 3 1-15,0 1-2 0,2-3 2 0,-4 3-1 16,3 0 2-16,-1-1 1 0,-1 2 1 0,1-1 2 0,-2 0-1 16,1 0 2-16,0 2-3 0,-1-1 2 15,0 2-3-15,0-1 4 0,1 1-3 0,-2 0-3 0,2 0 3 16,-2 0-1-16,2 2 2 0,-1-1-1 0,3 2 1 16,-4-1-2-16,2 0 2 0,0 1-2 0,1 2 0 15,0-2-1-15,-2 1-1 0,0 1 3 0,1-3-2 16,1 2-1-16,-2 1 0 0,-1-2 3 15,0 0-3-15,-1 0 2 0,1-1-1 0,0 1 0 16,0 1 0-16,-2-2 2 0,0 0 5 0,2 0 1 0,-3-1 3 16,2 2 1-16,-1-2 3 0,-1 1 1 0,-1-2 0 15,1 3 2-15,-1-1-1 0,0 0 1 0,0-1-3 16,0 1 1-16,-1-2-1 0,-1 2 0 0,2 0 1 16,0-1 0-16,0 0-5 0,-1 1-4 0,-2 2 0 15,2-2 0-15,1 3-1 0,-4-1-3 0,1-2-2 0,0 3-1 16,2-2 2-16,-1 0 0 0,-1 1 1 0,1-1-3 0,1-1-1 15,0 2 1-15,1 2 1 0,-4-4 0 0,2 4-1 16,0-2 1-16,0 0-2 0,1 2 2 0,-1-2 1 16,0 2-3-16,-1-2 1 0,1 0-1 0,-1 0 1 15,0-1-1-15,0 4 1 0,-1-3-2 0,1 0 0 16,0 2 1-16,-3-1 1 0,2 0-1 0,0 1 0 16,-2-2 0-16,3 1 0 0,-2-2 1 0,1 3 0 15,2-2-1-15,-3 1-1 0,1 1 1 0,1-1 0 16,-2-1 0-16,1 0 0 0,2 2 0 0,-3-1 0 15,3-2 1-15,1 2 0 0,-3-2 0 0,0 2-1 16,2-1-1-16,-1-1 3 0,2 2-2 0,-4-3 2 16,2 1-1-16,2-1 1 0,-3 0 1 0,1 0 1 15,0 0 1-15,3-1-2 0,-1-1 1 0,-1 0 1 16,2 0-1-16,-2 0 1 0,2 0 0 0,0 0 0 0,-3-1-1 16,2 0 0-16,1 1 1 0,-1 0-2 0,1 0 1 15,0-3 0-15,0 1-3 0,0 1 1 0,0-1 0 16,2 1-1-16,-1-1-1 0,-1-2 1 0,2 3-1 15,-2-1-2-15,1 0 2 0,0 0-1 0,1 1 1 0,-2-2-1 16,0 2 1-16,1 0 1 0,2-1-1 16,2-2 3-16,-2 1-1 0,1 0 1 0,1 0-2 0,-2 1 2 0,1-4-1 15,2 4-2-15,-4 0 0 0,0 0 1 0,2-2-1 16,0 2-2-16,0 0 2 0,1 1 0 0,-1 0 0 16,2 1 0-16,-2-1 0 0,0-1 0 0,1 2-1 15,-1 0 1-15,0 0-1 0,2 0-1 0,1 0 1 16,-4 0 0-16,3 0 2 0,1 1-1 0,-2 0 3 15,0 0-2-15,1 0 1 0,-1 1 1 0,1-1-1 16,0 1-1-16,1 1 1 0,1 0 0 0,-1 0-1 16,1-2 0-16,1 1 1 0,-2 3-1 0,0-2 2 15,-1-2-1-15,-1 1-2 0,2-1 1 0,-4 1-1 16,2 1 1-16,-1-2 0 0,-1 0-1 0,3 1 0 16,-2 0 0-16,1 0 0 0,-2-1 1 0,1 1 2 0,-1 0-2 15,1 0-1-15,3 3 3 0,-3-3-3 0,1 0 2 16,-2 1 0-16,0-1-2 0,1 1 0 0,3 0 1 15,-5-2 0-15,-2 0 1 0,3 1-1 0,-2 0-1 16,2 1 2-16,3-1 0 0,-6-2 0 0,2 2 0 16,1-1 0-16,0 1-1 0,-2-2 3 0,-1 1-2 15,0 1 1-15,0-2 1 0,1 1-2 0,-1 0 0 16,-1-1 0-16,1 0-2 0,1 0 1 0,1 1-14 16,-1 0-9-16,-1 0 5 0,0-1-22 0,3 1-9 0,-3 1-12 15,1 0-29-15,-2 0-17 0,1-1-7 0,-1 0-16 16,1 1-32-16,0 0 101 0,0 0-65 0,-1 1 0 0</inkml:trace>
  <inkml:trace contextRef="#ctx0" brushRef="#br0" timeOffset="2091.17">5833 7842 75 0,'0'-4'32'0,"0"1"-16"0,1 2 0 0,0-2-10 0,0 0-2 16,-1 1-4-16,1 0 5 0,1 0-3 0,0 2 0 16,-1-1-10-16,0-1-9 0,-1 2 14 0,3-3-8 15,-1 2-5-15</inkml:trace>
  <inkml:trace contextRef="#ctx0" brushRef="#br0" timeOffset="3091.26">5868 7795 60 0,'1'-4'76'0,"-1"1"-5"15,1 1-27-15,-1-2 17 0,2 2 1 0,-2 0-11 16,1 0 1-16,-1 1-12 0,0-1-5 0,3 1-10 15,-3-1-4-15,2 2-1 0,-2 0-6 0,0 0-4 16,0 0-8-16,0 0 6 0,0 0-5 0,0 0 0 0,0 0-2 16,0 0 0-16,0 2 0 0,0-2 1 0,-1 1-1 0,1-1-1 15,0 1 3-15,0-1-2 0,0 1 0 0,-1 0 2 16,-2-1-1-16,1 0-1 0,1 1 0 0,-1 0 1 16,-1 1-2-16,-2-1 2 0,2 0-2 0,2 2-1 15,-2-1 1-15,-2-1-1 0,2 0 1 0,-4 0 0 16,3 0 2-16,1 1-3 0,-2 0 2 0,4 2 2 15,-5-2-3-15,1 4 1 0,2-1-1 0,4-1-1 16,-3 2 2-16,-5 0 0 0,1 1-1 0,4-1 0 16,-3 0 0-16,2 0 1 0,-5-1-1 0,1 1 2 15,4-1-2-15,1-1 0 0,-1 2 0 0,0-3-1 16,0 1 1-16,3 1 2 0,-1-2-3 0,2 2 1 0,-2-2 0 16,0-1 1-16,1 2-2 0,-1-3 4 0,1 3 4 15,-1-1-2-15,1 0 3 0,0 0 1 0,0-2 2 0,0 1 2 16,0 1 0-16,2 1-2 0,-3-2-6 0,2 0 3 15,-1 0 1-15,0 2-2 0,1 1-1 0,2-3-2 16,-2 1 2-16,3-1 0 0,-3 2 2 0,-1-1-1 16,2-2-1-16,1 1 1 0,0-1-1 0,2 3 1 15,1-2 0-15,-4 2 0 0,0-3-2 0,5 3 2 16,-3-1-2-16,3 0 0 0,-4 0 1 0,-2 0 0 16,3-1-2-16,1-1-1 0,1 2 2 0,-2-1 1 0,-1 1-3 15,-1-2 5-15,2 1 0 0,0-1 1 16,1 1-1-16,-3-2 2 0,2 1 3 0,-1-2-3 15,1 1 1-15,-1-1 1 0,-1 0-2 0,1-1 0 16,-1 2 3-16,2-1-3 0,-2-2-2 0,-1 2 4 0,2-1 1 16,1-1-5-16,0 1 2 0,-2 0-1 0,1-2-3 15,-1 3 3-15,1-1-3 0,-1 0-2 0,0 1-1 16,0 0 0-16,0-1-2 0,-1 0 2 0,2 0-1 16,0 0-1-16,-1-1-1 0,-1 2 1 0,1-3 2 15,0 3-1-15,-1 0 1 0,1-1 0 0,-2 1 0 16,0 0 1-16,0-2 1 0,0 2-1 0,0-1-4 0,0 0 5 15,0-1-2-15,0 2-1 0,2-2 0 0,-1 3-1 0,-1-2 0 16,0 1 0-16,0 0 2 0,-1 1-3 0,-1-2 2 16,2 2-3-16,-1-2 1 0,0-2-1 0,1 4 1 15,-1 0-1-15,-1-1 0 0,1 2-1 0,0 2 0 16,0-3 1-16,-1 3-3 0,0 2 0 0,0-1 3 16,-1 2-2-16,0 0 0 0,2 0 0 0,-1-1-1 15,-1 3 3-15,-1 0 0 0,3 0 0 0,-1 0-2 16,-1-1 1-16,-2 2 2 0,2-2-1 0,0 3 1 0,1-3 0 15,-2-1 0-15,3 4 0 0,-1-2 0 16,-1-3 0-16,2 4 0 0,-2-1 0 0,2-2-2 0,-1 2 1 16,0-5 1-16,2 2 0 0,-2 0 0 15,2-3-1-15,-1 2 1 0,1-2 0 0,-1 1 0 0,1 0 0 16,0 0-1-16,0 0 0 0,0-2 1 0,1 2 1 16,0 0-1-16,2 0 0 0,-3-2-2 0,2 1 2 15,0 0 0-15,3-1 0 0,-2 3 0 0,-2-3-1 16,2 1 0-16,1 0 1 0,-1 0 2 0,1-1-2 15,-1 1 1-15,1 0-1 0,0-1 0 0,0 1 0 16,0-2 0-16,-1 1 0 0,2 0-1 0,-1 1 0 16,-1-1 1-16,2 2 1 0,-1-3 1 0,0 1 2 0,2 0-3 0,-3-1 4 15,2 0 1-15,-1 0-1 0,-1-1-1 0,2-1 1 16,-1 2 0-16,0-4 0 0,1 2 0 16,-2 1 0-16,1 0 0 0,2-2 0 0,-3 0-1 0,2-2 0 15,-3 1 0-15,4-1 0 0,-1 1 2 0,-1-2-4 16,0 0 0-16,2-1 1 0,-1 1 0 0,0 0 0 15,0 0-3-15,0 0 3 0,-1 0-2 0,0 2 1 16,0-3-3-16,-1 1-11 0,0 1-5 0,-1-1-7 16,2 2-9-16,-2-1-35 0,0 1-17 0,-1-4-25 15,1 4-22-15,0 1 84 0,-2-3-64 0,1 0-16 16</inkml:trace>
  <inkml:trace contextRef="#ctx0" brushRef="#br0" timeOffset="3659.15">5938 7790 138 0,'-3'-1'69'0,"2"0"-43"0,1 0-19 16,0-1 9-16,0 2-9 0,0-1-7 0,0-1 0 15,1 2-3-15,1 0 2 0,-2 0 1 0,1 0-1 0,0 0 1 16,0 0 1-16,1 0 2 0,-2 0 6 0,2-1 8 0,-1 0 14 16,0 0 4-16,0 1 5 0,2-1 6 0,-2 1 4 15,1-1 6-15,1 1-2 0,1 0 0 0,-3-2-13 16,1 2 0-16,2-1 0 0,-1-1-5 0,0 0-1 16,1 0-4-16,0 0-4 0,-2 1-2 0,3 0 2 15,0-1-4-15,-1-1-1 0,2 0 2 0,-1 0-4 16,1 0-2-16,1-2-2 0,0 0 0 0,2 0-5 15,-2 1-1-15,2 0-3 0,2-1-3 0,-3 1 3 16,0 0-4-16,2-2-1 0,2 2 2 0,-2-2 0 16,-2 1 0-16,-1-3-3 0,4 0 5 0,0 1-5 0,-2-1 0 15,-1-1 3-15,2 3-3 0,-1-3 0 16,-1 1 0-16,4 2 1 0,-3 0-2 0,-5 1 1 0,6-2 0 16,-3 2 0-16,-5-3-1 0,2 5 1 0,2-2-11 15,-4 0-8-15,1 1-9 0,2 0-13 0,-5 1-41 16,3 2-25-16,-2-1-26 0,2 1 80 0,-2 0-79 15,1 1-32-15</inkml:trace>
  <inkml:trace contextRef="#ctx0" brushRef="#br0" timeOffset="4126.13">6103 7678 390 0,'3'-4'205'0,"-2"2"-112"0,2 1-53 15,-3 0 43-15,1 0-36 0,0 1-8 0,0-3-3 16,4 3 0-16,-3 2-5 0,4-2-2 0,-3 1-8 16,1 0-7-16,4 1-8 0,-3 2 0 0,3 2-1 15,-4-2-2-15,0-1 0 0,0 2-2 0,5 0 2 16,-4-1 0-16,-3 1-1 0,1-3 2 0,-1 3 0 0,3-1 5 15,-2 3-1-15,3-2 2 0,-4-1 1 0,2 3 3 0,1 0 3 16,1-1 1-16,-1-2 0 0,-4 2-1 0,4-1 5 16,-1 1 0-16,0 0-5 0,-3-1 1 0,-1 0-5 15,2 1 1-15,3 0-1 0,-3 1-3 0,0 1-6 16,0-2 1-16,-1 0 1 0,3 2-3 0,-2 0 2 16,-2 0-3-16,2-1-1 0,0 1 1 0,3-1-1 15,-2 1 1-15,1 0 0 0,2 0 1 0,-1-1-1 16,2 1 1-16,-2 1 0 0,0-2-1 0,0 2-1 15,0-1 2-15,-1-2-2 0,-1 1 2 0,1 0 0 0,-1-3-1 16,1 3 3-16,-1-2-2 0,-1-2 3 16,2 3-2-16,-2-2 2 0,1 1-2 0,1-2-3 15,-1 1 0-15,-3-2-7 0,3 2-12 0,-2-1-7 0,0-1-10 16,0-2-14-16,0 2-40 0,-1 1-22 0,0-2-27 16,0-1 86-16,2 0-78 0,-1 0-33 0</inkml:trace>
  <inkml:trace contextRef="#ctx0" brushRef="#br0" timeOffset="4944.42">6400 7641 710 0,'-3'-3'249'0,"1"3"-183"0,-1-1-49 16,3 1 8-16,-1 2-2 0,0-1-16 0,1 0-2 0,0 4 3 16,0-4 1-16,0 1 1 0,1 2-5 0,0 1-1 15,1-2-2-15,1 4-2 0,0-2 2 0,0-1-1 16,2 2 0-16,-2-1 1 0,0 0-2 0,2-2 0 15,-2 0 2-15,1 2-2 0,0-3 1 0,0 0-2 16,0 1 1-16,1-2-1 0,-1 2 3 0,1-1-2 16,-1-2 2-16,0 1 3 0,1 0 2 0,-2 0 4 15,0 0 0-15,-1 1 0 0,4-1 0 0,-3 3 2 16,0-3-2-16,1 1-2 0,-1 0-2 0,0 0-2 0,1 1-1 16,0 0 0-16,-1-1-2 0,1 0-2 0,0 2 1 15,-1-1-1-15,3 1 1 0,-2-1-1 0,2 2 1 16,-2-3 0-16,-1 4 2 0,4-3-1 0,-3 1-1 15,2 1 1-15,-1-2 0 0,1 1 1 0,-1 0-3 16,-1 1 1-16,2-3 0 0,1 1 2 0,-2 0 0 16,-1-1 0-16,0-1 0 0,0 0 1 0,0-1 2 15,0 0 0-15,-1 0 0 0,-2 0-1 0,1-2 1 0,3 0-1 16,-4 1 1-16,1-1 2 0,1 0-3 0,-2 0-1 16,4 0 0-16,-5 0-2 0,0 0 2 0,0 0 2 15,4 0-2-15,-3 1-1 0,1-1 0 0,-2-1 0 16,0 0 2-16,3 2-1 0,-5-2-3 0,2-1 3 15,-2 0-1-15,1 1-1 0,-3 0 0 0,4 0 2 16,0-1 0-16,0 1 2 0,-2-1 0 16,-2-1-1-16,1 1 0 0,2-1 1 0,-2 3-1 0,0-2 0 15,-2-3-1-15,2 4-1 0,-3 0 0 0,3 0-1 16,0-2 1-16,-2 0-2 0,0 0 0 0,-1 2 2 16,2 1-1-16,-2-1 0 0,4-1 1 15,1 2 1-15,0 1-1 0,-5-5 0 0,-1 1 5 0,1 0-2 16,1-1-2-16,1 1 4 0,-2-1-2 0,1-2 2 15,0 2-3-15,0-1 3 0,3 4-6 0,-3-5 2 16,0 1 0-16,0-1-2 0,2 1-1 0,-1 2-1 16,0 1 0-16,2-3 1 0,-1 2 1 0,1-1-2 15,0 1 0-15,-1-2 0 0,1-1 0 0,1 4 1 16,0-4 1-16,0 2-2 0,1 0 0 0,0 1 1 0,-2-1-1 16,2 3 0-16,0 0 0 0,-1-2-4 15,1 2 1-15,0 0-3 0,0 0-3 0,0 3-16 0,0-3-1 16,0 3-9-16,0-1-6 0,1 1-24 0,-1 0-10 15,2 0-13-15,-2 1-18 0,1 0-49 0,-1 1 103 16,2 0-68-16,0 2-25 0</inkml:trace>
  <inkml:trace contextRef="#ctx0" brushRef="#br0" timeOffset="5458.14">6650 7419 370 0,'-1'-3'151'0,"1"1"-103"0,1 0-34 16,-1 0 14-16,-1 1-19 0,1 0-1 0,1-1-1 15,2 2 1-15,1 0-2 0,0 0 1 0,-3-2-4 16,4 1 0-16,2 1-3 0,-3 1 0 0,1-1 0 15,1 1 0-15,2 0 1 0,-3 0-1 0,0 1 3 0,1-1 3 16,-2 0 4-16,1 0 0 0,3 2 8 0,-3 0 2 16,0 0 1-16,-2-1 0 0,2 2 3 0,3 0-1 15,-5 1 0-15,4 0 0 0,-5-1 0 0,1 3-2 16,3-2 3-16,-1 2 1 0,-3-1 0 0,3 2-1 16,-1-1 1-16,-2-1 0 0,2 1-5 0,-3-1-3 0,-1 4 0 0,2-1 1 15,0-2-4-15,-1 2-5 0,2-1-3 0,1 2 0 16,-1-1-1-16,-1 1 2 0,2-3-3 0,-3 0-2 15,1 0-1-15,0 0-7 0,0 3-10 0,-1-4-32 16,0 2-21-16,0-1-27 0,-1-2-33 0,0 3 83 16,2 1-72-16,-2-4-16 0</inkml:trace>
  <inkml:trace contextRef="#ctx0" brushRef="#br0" timeOffset="6408.88">6537 7393 425 0,'0'-4'263'0,"0"0"-145"0,-4-1-78 15,1-1 72-15,1 2-85 0,1-1-6 0,1 2-4 16,0 0-8-16,-1-1 0 0,1 3-1 0,0 0-1 16,0-1 0-16,0 2-11 0,0 0-4 0,0 0-3 15,0-1-2-15,1 2-1 0,0-1 1 0,1 2 2 16,1 0-1-16,-2-2 6 0,2 0 2 0,-2 0 2 16,2 0 2-16,0-1 2 0,-1 0 1 0,1 0-1 15,-1 0 3-15,1-1 3 0,1-1-1 0,-1-1 1 0,3 4 0 16,-1-2 3-16,-4-1-2 0,5 1 1 0,-2-1-2 15,0 2-3-15,1 0 0 0,-1 0-2 0,2-1 0 16,1 1-3-16,0 1 0 0,3 1 0 0,-2-1 0 16,0 1-1-16,2-1 1 0,-2 1-2 0,4 1 1 15,-6 1 1-15,5-2 0 0,-3-1 0 0,5 3 1 16,-5-1-1-16,1 0 0 0,0 1 2 0,-2-1-2 16,3 0-1-16,-3 0 0 0,-1 1 1 0,3 0-1 15,-3-1 1-15,2 0 0 0,-1 0-2 0,0-1 1 16,-3 1 1-16,1 0 0 0,1 0-4 0,0 0 4 15,-3 0-2-15,0 1 1 0,1 0 1 0,0 0 1 16,-2 0-1-16,0 0 0 0,1 0 3 0,-1 0-1 0,0-1-2 16,0 2 1-16,-2 0 1 0,0-1-2 0,1 1 1 15,0 0 2-15,-1-1-3 0,0 2 2 0,-1 0 2 16,0-1-2-16,-3 1 2 0,3 0 0 0,-3 1-2 16,0-1-1-16,-1 2 2 0,1-2-1 0,-1 2 0 15,2 0 1-15,0 0-2 0,-3 1 1 0,2-3 0 16,0 2-1-16,-1-2-1 0,0 3 1 0,-2-3 0 15,-1 1-1-15,1 0 0 0,3 0 0 0,-3-1 2 16,2 0-1-16,1 1 0 0,-2-3 0 0,5 2 0 0,-6-1 0 16,2-2 0-16,2 4 1 0,-1-3-2 0,0-1 1 15,1 0 2-15,-3 1-2 0,5-2 2 0,1 1 0 16,-1 0 1-16,0-2-2 0,1-1 5 0,0-1-2 0,-4 2 0 16,2-1-1-16,1 0-1 0,0-2 2 0,0 2-3 15,2 0 1-15,-1 0-1 0,5 0 0 0,0-1 1 16,1-1 1-16,-4 2-4 0,2-3 0 0,5 1 2 15,-8 1-1-15,1-3-2 0,-1 2 1 0,3 1-1 16,0 1 1-16,3 0 2 0,-2 1-1 0,1 0 2 16,-3-1-1-16,4 2 1 0,-1 0-1 0,-3-1 0 15,3 0 2-15,-3 1-2 0,2-1 0 0,-2-1-2 16,3 3 2-16,-1-2 1 0,-1 1 0 0,-1 0-2 0,2-1 2 16,-3 1 0-16,1 2 1 0,0-3 2 0,2 0 2 15,-2 0-2-15,3 0 3 0,-3-3 0 0,2 4-2 16,1-1 2-16,0 2 1 0,0-1-3 0,-2-2-3 15,2 1 2-15,-1 0-2 0,1 2-1 0,-1-2 2 16,-1 0-2-16,2 0-2 0,-2-1 0 0,1 2 2 16,0 0-1-16,0 0-2 0,-1-1 2 0,1 0-2 0,-1 1 1 15,0 1-1-15,0 0 2 0,2-1-2 0,-3-1 0 16,0 3 3-16,1-1-2 0,0 0 1 0,-1-1 0 16,-1-2-2-16,2 1 0 0,-3 0-6 0,1 1-5 15,1-1-7-15,0 1 4 0,-2-1-46 0,1 1-19 16,1 0-28-16,-2 0-31 0,0-1 90 0,1 2-88 15,-1-2-45-15</inkml:trace>
  <inkml:trace contextRef="#ctx0" brushRef="#br0" timeOffset="8065.26">7135 7573 724 0,'-4'0'246'0,"1"0"-193"16,3 1-41-16,1 1-10 0,-1-1 0 15,0-1 3-15,-1 1-5 0,2 0 2 0,0-1-2 0,-1 1-1 16,3-1-2-16,1 1 1 0,-2-1 1 0,3 0 0 16,-2 0 1-16,1 0 3 0,3 0 0 0,-5-1 1 15,0-1-2-15,-2-3 2 0,3 5 0 0,1-3-2 16,-1 0 1-16,0 0 0 0,-2-1 4 0,2 1 2 15,-1-1 5-15,-2-1 2 0,2 2 1 0,-2-1 6 16,0-1 1-16,0 2-1 0,-3-2-4 0,2 1-3 16,-1 1-3-16,-1-3-3 0,-1 3-1 0,3 0-4 15,-4-1-2-15,1 0 1 0,-2 1-1 0,2 0 0 16,1 0-1-16,-2-3-1 0,2 1 0 0,-1-1 0 16,3 1-1-16,-2 0 0 0,0 1 2 0,0-3-2 0,-1 2 0 0,1 0 1 15,-3-3 1-15,1 2-1 0,1-3 0 16,-3 2 0-16,2-4-2 0,-1 1 2 0,2 0 0 0,-1 0-1 15,-1 2 1-15,1-2-1 0,1 2 0 0,-1 0 2 16,2 1 0-16,-2 1-1 0,0-2 1 0,0 3-1 16,1-3-1-16,0 3 2 0,-1-1-1 0,0 3-2 15,2-4 1-15,-1 4 0 0,1-1 0 0,1 1-1 16,-2 0 0-16,2 1-1 0,-1-1 0 0,1 2 2 16,1 1-2-16,-3 0 0 0,2 0 0 0,1-1 0 15,-1 1-1-15,0 2 1 0,1-2 1 0,-2 0-1 16,2 0 2-16,0 0-1 0,1 1 1 0,0-1 0 15,0 1 0-15,-1 0 1 0,1-1 0 0,0 2 0 0,0-1 1 16,1-1 0-16,0 1 1 0,-1 2 1 0,0-2-1 0,1 1 1 16,1-1-1-16,-1 1 0 0,0-1 1 0,1-1-2 15,-2 1 2-15,2 0 1 0,0-1-2 0,-1 0 2 16,2 0-2-16,-2 0 1 0,0 0-2 0,1 0 1 16,0 1 1-16,-1 1-3 0,0-1 4 0,2 0-3 15,-1-1 1-15,0 1 1 0,-2 0-1 0,1 0 1 16,1-1-2-16,-1 1 2 0,2-1-3 0,-2 1 4 15,0-1-3-15,0 1 1 0,1 0 0 0,-1 2 2 16,1-3 1-16,-1 2 1 0,0-1 0 0,1 0 1 16,-2 0 1-16,2 0 1 0,0-1 1 0,-2 1-1 15,1-1-1-15,0 1-1 0,1-1 2 0,1 1-3 16,-1-1 0-16,-1 0 0 0,2 2-3 0,-1-1 0 0,2-1 0 16,0 0-1-16,-2 1-2 0,1 0 0 0,1 0 0 15,1 2-1-15,0-1 3 0,-1 1-3 0,0-1 1 16,0 0-1-16,0 0 1 0,0 0-1 0,0-1 0 15,-1-1 0-15,1 4-2 0,-2-3 2 0,2 1 2 16,0-1 1-16,-1 0-1 0,1 1 5 0,0 1 1 16,-1-2 0-16,1 0 0 0,-3 0 2 0,4 0-2 15,-1-1 1-15,1 1-1 0,-2 0 0 0,2-1-4 0,-1 1 1 16,-1-1 1-16,1 0-4 0,-2 1 3 0,4-1-1 0,-5 0-1 16,1 0 0-16,0 0 0 0,0 0 1 0,1 0-1 15,-2 0 1-15,0 0-2 0,3 0 0 0,-3 0 1 16,1 1 1-16,0-1-2 0,-3 0-2 0,0 2 1 15,2-2-1-15,-1 1 2 0,0-1-2 0,4 2 1 16,-2-2-1-16,2 1 1 0,-2-1 2 0,1 0-1 16,2 0-2-16,-3 0 1 0,-1 0 0 0,-2 0 1 15,1 0 0-15,1 0 0 0,5 1-1 16,-6-1-1-16,0 0 3 0,2 0-1 0,-2 0-2 0,2 1 2 16,-2 0 0-16,4-1 0 0,-4-1 1 0,0 1-2 15,1 0 1-15,3 0 0 0,0-1 0 0,-3 0 4 0,-1 0-3 16,0 1 3-16,0 0 4 0,3-2 1 0,-3 1 0 15,0 1-1-15,-2-3 1 0,4 2-6 0,-2 1 4 16,0-1-4-16,2 1-2 0,0 2 0 0,-2-3 0 16,0 2 0-16,2-1-1 0,0 3 1 0,1-5-3 15,-3 1 2-15,-2 1 0 0,1-2-1 0,3 0-1 16,-2 0 1-16,0 1 0 0,-2 0 1 0,2 1 0 16,1 0-1-16,1 0-1 0,1 0 1 0,-3 0 0 15,0 0 0-15,1 0-1 0,0-3 0 0,-1 1 2 0,0 2-2 0,-2 0 2 16,2-1-3-16,0 0 2 0,0 1-1 0,-2 0 3 15,0 0-3-15,1 0 0 0,-1 0 2 0,1 0-1 16,1-2 3-16,-2 2-3 0,2-1 1 0,0 2-2 16,0-1 2-16,0-1-1 0,0 1 1 0,0 0-2 15,0 0-1-15,0 0 3 0,-1 0-1 0,-3-2 2 16,3 0-3-16,1 1 1 0,-2 0 1 0,2 0 0 16,-3-1-1-16,2-1 1 0,0 1-2 0,-2-1 1 15,1 0 1-15,-1 1-1 0,-1-1 0 0,-3-1 1 16,4 1 3-16,-1 0-3 0,2 1 2 0,2-2 2 15,-1 3-2-15,-1-1 3 0,2 0-2 0,0 0-2 16,0-1 0-16,-2 2 0 0,-4-2 0 0,1 1-3 16,0-1 1-16,2-1-1 0,-1 2 2 0,-2-1 0 0,1 0-1 15,0-1 0-15,2 1 0 0,-2 0 1 0,1-1 0 0,-2 0-2 16,4 0 1-16,-4-1 0 0,0 1 0 0,0-1 0 16,0 0 0-16,0 1-1 0,-1-1 0 0,1 1 1 15,2-2 0-15,-2 3-1 0,3 0 0 0,-2 0 0 16,2-1-1-16,1 2 1 0,-4-3-2 0,3 0 2 15,-1 0 0-15,2 1 0 0,-2 0 0 0,0-1 0 16,2 1 0-16,-2-1 1 0,2 2 0 0,-1 0-1 16,1 0 0-16,-1 2-2 0,1-3 2 0,-1 1 2 15,1 1-2-15,-1 0-2 0,-1 1 2 0,2-1-2 0,1 0 1 16,0-1-1-16,-2 2 0 0,2 0-1 0,0-2 1 16,-1 1 2-16,0 2-2 0,1-1-2 0,-1-2-2 15,2 0-2-15,0 1 0 0,0 1-6 0,-3 1 0 16,3-3-4-16,0-1-3 0,0 3-5 0,-1 0-5 15,1 1-4-15,-2-2-5 0,1 1-22 16,1 1-12-16,0 0-18 0,0-1-23 0,-1 0 75 0,1 0-53 16,0 4-12-16</inkml:trace>
  <inkml:trace contextRef="#ctx0" brushRef="#br0" timeOffset="16652.96">20105 16958 58 0,'-1'0'44'0,"-1"0"-11"0,4-1-16 0,-4 1 13 16,2 0 1-16,2 1-4 0,-2 1 1 0,0-1-3 15,0 1 1-15,0-1-3 0,0 1 2 0,0 2 0 16,0-2 1-16,0 0 2 0,-2-1 1 0,2 1 3 16,-2-1-1-16,2 2 0 0,-1-2-1 0,-2 0-5 0,3-1-7 15,0 1 4-15,0 0-7 0,0-1-4 0,0 1-1 16,-2 0 1-16,2 0-1 0,0 0 0 0,0 2 5 16,-1-2-3-16,3-1 0 0,-1 3 3 0,2-1-2 15,-1 1 1-15,-2 0-3 0,0 0 4 0,3-1 0 16,-3 3-1-16,-2-1 0 0,0 0 1 0,1 2 1 15,-1-2 3-15,2 2 6 0,-1 2-2 0,0 0 2 16,-1 0-1-16,3 2-1 0,-2-4-1 0,-2 3 2 0,3 2-5 16,0-4-1-16,0 2 1 0,0-1 0 0,-2 1 3 15,0-2 2-15,4 3 1 0,-4 0 2 0,1-1 0 16,1 1-3-16,-1-2-1 0,1 2-2 0,2 1 3 16,0-1-2-16,0-1-3 0,1 0-1 0,0 2 4 0,-2-2 6 15,-1 0-3-15,0 1 2 0,0-1-5 0,-1-2 2 0,1 2-3 16,-1-1 4-16,0 0-6 0,0-2-8 0,1 2 0 15,2-2 1-15,-1-1-2 0,2 2-3 0,-3-1 2 16,0-2-5-16,2 2 2 0,-2-2-1 0,0 0 0 16,0 0-1-16,-1-3-1 0,1 1 2 0,1 0-1 15,-1-2 0-15,-2 0-1 0,0 0 3 0,2-1-3 16,0 1-2-16,0-1-2 0,0 0-5 0,-1-1-19 16,1 1-9-16,-1 0-15 0,0-2-13 0,1-1-39 15,-2 0-18-15,-1-1-22 0,4 0-30 0,-2-1-25 16,-4 1 117-16,6-1-106 0,-1 0-33 0</inkml:trace>
  <inkml:trace contextRef="#ctx0" brushRef="#br0" timeOffset="17720.54">19939 16945 342 0,'0'0'113'0,"-1"-2"-80"16,-2 2-16-16,2 2 6 0,1-1 4 0,0 2 9 15,0-1 4-15,0 1 5 0,1 0 5 0,-1 0 4 16,3-1 0-16,-3 2 0 0,1 0-1 0,-1-2 1 15,0 0-2-15,0 1-1 0,0-2-4 0,1 1-3 16,-1-1-5-16,0-1-5 0,2 0-6 0,-1 1-6 16,-1-1-4-16,1 1-1 0,1-1-2 0,-1 0-3 15,1 0 0-15,0 0-2 0,-1 0 1 0,2 0 0 16,0 0 1-16,1 0-3 0,-1 0 1 0,1 0 1 16,0 0-1-16,-2-2-3 0,4 2 1 0,-1-3-2 15,0 0 1-15,2 0-1 0,-3 2 0 0,2-2-4 16,-1-1 0-16,2 2 2 0,1-2-2 0,-3 0-2 15,2 1 0-15,-1-1 1 0,4 0-1 0,-4 1 0 16,1 0 1-16,2 1-1 0,-5-2 2 0,4 3-2 16,-2 0 0-16,3 0-2 0,-3-1 1 0,0 2 1 0,2-1-3 15,2 1 1-15,-3 0 0 0,2 0 1 0,1 1 1 16,-4 0-1-16,3 1 1 0,-2 1-1 0,-2 2 0 16,1-3 1-16,0 1 0 0,0 2 0 15,-2-1 0-15,2 2 0 0,-2-1-1 0,0 2 1 16,1-2 3-16,0 2-2 0,-1 0 0 0,0 1 1 0,-2 0 0 15,0-3 3-15,1 4-1 0,-1-1-2 0,-1-1 2 16,1-4 0-16,-1 5-1 0,1-1 2 0,-1 0-2 16,2 0-1-16,-2-2 1 0,0 1 0 0,1 2-1 15,-1-1-1-15,0 0 0 0,-1-4-1 0,1 4 0 16,0 0 0-16,-1 0 1 0,1-2 1 0,-1 4-1 0,0-3 2 16,0 0-1-16,0 2 3 0,-1-3-2 0,-1 1 0 0,1-3-1 15,0 1-1-15,-2 0 0 0,2 0 1 0,-2-1 1 16,1 1-3-16,-2 0 1 0,4-1 1 0,-3 3-1 15,-2-4 1-15,3 1 1 0,-4 1-3 0,3-3 0 16,-1 1 1-16,-2-2 1 0,2 0-1 0,-2 1 1 16,3 0-2-16,-1-1 2 0,1 0 0 0,0 1 2 15,0-1-1-15,-1 1-1 0,-1-2 1 0,3 0 0 16,-2 0 0-16,-1-1 0 0,3 1 1 0,-2-3-3 16,3 1 2-16,0 1-1 0,-1 1-1 0,-1 1 0 15,3-1 0-15,0 2-2 0,0-3 1 0,0 2-2 16,-1 0-1-16,1-1 2 0,0 2-2 0,2-2 1 15,-3-1-1-15,1-1 2 0,-1 3 0 0,1 0-2 0,2-2 3 16,-1 0-2-16,4 2 2 0,-5 0 0 0,4 0 0 16,-1 1-1-16,1-1 1 0,-1 0 0 0,-1 2 0 15,-1-2 0-15,0 0 0 0,2 0-2 0,-1 0 1 16,0 0 1-16,0 1-1 0,-1 0 1 0,1 0 1 16,1 0 1-16,-1 3-2 0,0-2 3 0,0 1 1 15,0 0 0-15,1 0-1 0,-1-1 0 0,1 1 1 16,-2-1 0-16,4 1 0 0,-3 1 0 0,1-2 0 15,1 2-1-15,0-1 0 0,-1 1 0 0,1 0 0 0,0 0-1 0,-2-1 1 16,2 2-1-16,-1-1 0 0,1-1 0 0,-1 1 2 16,0 0-1-16,0 0-1 0,0 0 0 0,0 0 0 15,-1-1 1-15,0 0-2 0,1 1 2 0,0 1-1 16,-2-2 0-16,0 1 2 0,0-1 0 0,1 0-1 16,-1-1 0-16,1 1 0 0,-1-3-1 0,-1 1 1 15,1 0-1-15,1 0-2 0,-2-1 1 0,1 2 1 16,0-1-1-16,-1 0 1 0,0 1 0 0,0-2-1 15,0 2 2-15,0-1 0 0,0-1-3 0,1 0-1 16,-1 0-3-16,0 1-9 0,0-1-8 0,1 1-10 16,-1 0-10-16,1-1-14 0,1 1-16 0,-2-1-49 15,1 1-32-15,0-1-32 0,1 0 118 0,-2 0-88 0,0 0-57 16</inkml:trace>
  <inkml:trace contextRef="#ctx0" brushRef="#br0" timeOffset="18201.97">20458 16977 406 0,'1'-1'161'16,"1"1"-112"-16,-1 0-29 0,-1 2 19 0,2 1 1 15,-4-2 4-15,4 1 5 0,-2 0 14 0,0 0 3 16,0 1 1-16,0 1 0 0,0-2-6 0,2 2-4 16,-2 2-3-16,1-2-3 0,-1 2-10 0,0-2-2 15,0 3-4-15,0-3-4 0,0 3-9 0,2-1-3 16,0 1-4-16,-2-1 0 0,0 0-5 0,0 2-3 0,0 0 3 15,0 0-4-15,0 0-1 0,-1-1 0 0,-2 0 2 0,3 3 1 16,-1-3 0-16,1 1 1 0,0-1-2 0,0 1 1 16,-1 0 0-16,1 1 0 0,0 0-1 0,0-3-5 15,1 3 2-15,-1 0 0 0,1-2-2 0,1 0 1 16,-1-2 0-16,-1 2-1 0,1-2-1 0,-1 1 2 16,0-2 0-16,0 2-2 0,0-3 2 0,0 1-1 15,0 0-1-15,2-1 2 0,-2-1 0 0,0 0-1 16,0 1 0-16,1-2-1 0,0 2-1 0,2-2 0 15,-3 0-4-15,2-1-6 0,-2 1-7 0,1 0-7 16,-1-1-8-16,-1 0-11 0,1 0-30 0,-4 0-23 0,2 1-22 16,1-1-40-16,-1 0 103 0,2 3-92 0,0-3-37 15</inkml:trace>
  <inkml:trace contextRef="#ctx0" brushRef="#br0" timeOffset="19119.72">20734 16970 238 0,'-4'-1'163'0,"2"-2"-72"0,1 2-54 0,-1 1 50 16,1-1-48-16,0 1-11 0,0 0 1 0,-1 0-4 15,1-1-2-15,0 1-2 0,0 0 0 0,0 0 4 16,0 0-1-16,-1 0 6 0,0 0-1 0,-1 0 12 16,1 0-1-16,0 0 4 0,-1 0-2 0,-1 1-5 15,1 0 0-15,1 0-5 0,-2 2-4 0,0-2-10 16,1 1-2-16,-1 1-5 0,-2 0-2 0,2 1-2 16,-1 0-4-16,-1 1 2 0,3-1 1 0,-4 0 4 15,3 2-1-15,0 0 5 0,0-1 0 0,0 0 3 16,-2 2 2-16,2-3-2 0,-3 2 1 0,2-2-7 15,0 0 0-15,2 2-3 0,0-1-2 0,1 1-2 16,-2-3-1-16,4 4-2 0,0-3-1 0,1 0 2 0,-2 1 0 16,-1-1-3-16,2-2 1 0,-1 3 0 0,1-3 1 15,0-2-1-15,0 3 0 0,1-1 0 0,2-1 2 16,2 4 1-16,-4-3-1 0,3-2 1 0,-1 2-1 16,0-1 0-16,-2-1 1 0,1 3-1 0,-2-3-1 15,5-4-1-15,0 4 1 0,-5 0-1 0,5 0 0 16,-1 1 1-16,0 0-1 0,-1-1 1 0,0 2-1 0,-1-2 0 15,0 0 0-15,1 1 0 0,1-1 0 0,0-1 1 16,1 1 0-16,0 0-1 0,-1 1-1 0,1 0 1 0,0-1 0 16,-1 0-1-16,1 2 1 0,1 2 0 0,-3-2-1 15,2 1 0-15,-1-2 1 0,-1 2 0 0,3 3 0 16,-3-3 0-16,-1 0 1 0,1 0-1 0,-1 0 2 16,1 0 2-16,-1-1-1 0,0 2 1 0,0-1 0 15,0-1 3-15,0 1-1 0,-2-1 1 0,1 2-1 16,1 0-1-16,-1-1 0 0,0 0 2 0,1 2-2 15,0-2 2-15,-1 0-1 0,-1 3-2 0,2-4 3 16,-2 1-2-16,0 2 2 0,1-2-1 0,-1-1 2 16,0 0-3-16,0 3 1 0,-3-3 4 0,3 1 0 15,0-1 1-15,0 1-2 0,-2 0-1 0,2 0 1 16,-3 2 2-16,2-3-1 0,0 2-4 0,-2 1 0 16,1-3-1-16,0 2 1 0,-2 1 0 0,-1-2-2 15,3 1-1-15,-3-1 1 0,2 1 1 0,-1-2-1 0,-1 3-2 16,1-2 1-16,2-1-1 0,-3 1 1 15,2-1-2-15,-1 0 1 0,-1 2-2 0,0-3 0 16,-1 1 0-16,1 0 1 0,-1 0-1 0,3 1-3 0,-2-2 0 16,1 0-3-16,-1 1-3 0,3 0-10 15,-3-1-5-15,2 0-8 0,1 2-11 0,-4-2-31 0,1-1-19 16,1 1-30-16,-1 0-32 0,2-1 100 0,-1 1-73 16,1 2-20-16</inkml:trace>
  <inkml:trace contextRef="#ctx0" brushRef="#br0" timeOffset="20952">20903 16982 551 0,'0'0'297'0,"0"-1"-201"0,-3-3-71 15,3 4 11-15,0-2-5 0,0 1-9 0,0 1-1 16,2 0-2-16,-1 0 5 0,0 1 2 0,0-1 4 16,2 1-1-16,-3-1 1 0,3 1-3 0,-3 0 3 15,0 1 0-15,0-2-4 0,0-2-1 0,0 2-3 16,0 2-3-16,0-1-5 0,0 1-2 0,0-2-1 16,0 0-1-16,0 1 0 0,0 2-1 0,0-2 1 15,0 0 0-15,0 4 2 0,0-4-2 0,0 1 0 0,0-1-1 16,0 5 1-16,0-5-1 0,0 3-3 0,0-1 1 15,0-1 0-15,0 1 1 0,0 1-3 0,-2-2 0 0,2 3 0 16,0 1 1-16,-2-4-1 0,2 4 1 0,0-1 0 16,-2 1 0-16,2 2-1 0,2-2 1 0,-2 0 0 15,0-1 0-15,-2 3 0 0,1-1-2 0,0 1-1 16,1 0 1-16,-1-1 0 0,1 3 1 0,0 0-4 0,-1 0 2 16,1 0-1-16,0 1 1 0,0-4 0 0,-1 3 1 15,1-2 0-15,-2-1-2 0,1 1 2 0,-1-2-2 16,0-1 2-16,1 1-2 0,0-2-1 0,1 2 0 15,0-1 1-15,0-2-1 0,-1 0 1 0,1 0 0 16,0-1-2-16,0 1 3 0,1 1-1 0,-1-2-1 16,-1-2 0-16,1 1 0 0,2 2 0 0,-2-2 0 15,1 1 2-15,-1 0-3 0,0-2 1 0,0 2 2 16,3-1-2-16,-3-1 1 0,0 0-1 0,1 0-1 16,-1-1 1-16,0 0 0 0,1 1 2 0,-1 0-2 0,0 0 2 15,0 0-1-15,0 0 0 0,0 0 1 0,-1 0 1 16,1 0 1-16,0 0-1 0,0-3 0 0,0 3-2 15,-1-1 2-15,1 1-2 0,0 0 3 0,0 0-3 16,1-1 1-16,0 1-2 0,-1-2 1 0,2 1 0 16,0-1-1-16,-1-2 1 0,-1 2-2 0,1 0 0 15,0 0 0-15,1 0 0 0,-1 0-1 0,-1 0 0 16,0 1 1-16,1 0 0 0,1-1 0 0,-2 1 0 0,0 1 0 16,0-2 0-16,0 1 0 0,2-2 2 0,-1 2-2 15,-1 1 1-15,1-1-1 0,0 0 0 0,1-1 0 16,-1 1 1-16,-1 0-1 0,0 1-1 0,0-2 1 15,1-2-1-15,2 4 1 0,-2-3 0 0,0 1 1 0,0 0-1 16,3 1 0-16,0-3-1 0,-2 2 1 0,0-1 0 16,-1 1-2-16,2-1 2 0,-1 0-2 0,1-1 0 15,0 0 0-15,-2 1 1 0,3 0 0 0,1-3-1 16,-2 2 2-16,1 2-2 0,1-1 2 0,-4-2 0 16,3 1 0-16,-2-2 1 0,1 3-1 0,1-1 0 15,0-1 0-15,0 0 1 0,3 2-2 0,-3-2 0 16,2 4 0-16,-2-2 1 0,-1 0 0 0,2-2 0 15,-3 2-1-15,2 1 0 0,2-3 1 0,0 2 0 0,-1-4 0 16,0 1-2-16,-1 0 0 0,2 2 1 0,-1 2 0 0,-1-4 1 16,0 3-1-16,3-2 0 0,-2 2-1 15,-1 1 1-15,3 0 1 0,-3-1-1 0,2 1 1 0,0-2-3 16,-2 4 2-16,-1 0 1 0,-1 0-2 0,2 0 3 16,-2 0-1-16,2 0 0 0,-2 0 0 0,-2 2 1 15,4-2-1-15,-3-1 0 0,2 0 2 0,-2 1-2 16,-1 0 0-16,0-3 0 0,0 3 1 0,1-1-1 15,0 1 0-15,0 0-1 0,0 0 1 0,-1 0 0 16,0-1 0-16,0 1 1 0,0 0-1 0,0-1-1 16,0 0 0-16,0-1 1 0,0 2-1 0,-1 0-2 15,0 0-2-15,0 2 3 0,-1-4-2 0,2 4 4 16,-6-1-3-16,5 1 1 0,-1-1 1 0,0 1 0 16,1 0 1-16,1-1 0 0,-3 3-1 0,2-2 0 15,-2 0 0-15,1-2 0 0,0 2 0 0,-1-1 0 16,0 2 0-16,2 0 1 0,-3-1 0 0,1 0 0 0,-1 2 0 15,-1-2 0-15,1-1 0 0,-1 2 1 0,2-1-1 16,-1 2 0-16,-2-2 0 0,0-1-1 0,1 2 0 16,0 3 1-16,2-2-2 0,-4-2 2 0,2-1-1 0,-2 3 1 15,3-1 0-15,3 1 1 0,-1 0-1 0,-2-1 1 16,-1-1-1-16,1 2 0 0,0 0 1 0,-1-1-1 16,3-2 1-16,-4 1 0 0,1-1 0 0,0-1-1 15,4 0 0-15,-2 1 2 0,1 2 0 0,-2-1-1 16,-1-1 0-16,2-1 1 0,-1 0-2 0,4 4 0 15,-4-3 1-15,1 0-1 0,2-1 0 0,-1 0-1 0,0 0 0 16,2 3 0-16,-2-3 0 0,-2 0 0 0,4 0 0 16,-1 0 0-16,1 0 1 0,0 0-2 0,0 1 1 15,0-1-1-15,1 1 2 0,0-1 0 0,-1 1-1 16,1-1 0-16,-1 2-3 0,0-2 4 0,0 0 0 16,0 1-1-16,0 0 1 0,0 2 0 0,0-3 0 15,0 0-1-15,2 0 1 0,-2 1 0 0,0-1-2 0,0 0 3 16,2 0-1-16,-2 1 0 0,2-1 0 0,-2 0 1 15,0 1 3-15,0 0-4 0,3 0 2 0,-3-1-1 16,1 0 0-16,3 1 1 0,-4-1-1 0,1 0-1 16,-1 0 0-16,3 2 1 0,-3-2 0 0,1 1 0 15,0-1-1-15,-1 0 2 0,5 1 0 0,-4 1-1 16,-1-2 1-16,2 1 0 0,0-1 0 0,0 2-1 16,0-1 1-16,5 1 1 0,-5-1 0 0,0 0 0 15,1-1 0-15,-2 0 0 0,1 0 1 0,-2 0 0 0,0 0-3 16,3 1 2-16,-4-1-2 0,4 0 1 0,1 3-1 15,2-1 0-15,-3 0-1 0,2 0 0 0,0 1 0 16,-3-1 0-16,4 1 0 0,-2 1-1 0,1-2 1 16,-2 4-1-16,5-3 0 0,-2 0-1 0,1 2 2 15,-1-2-1-15,2 0 1 0,-3 2 0 0,2-2 0 16,3 1 0-16,-7 0 2 0,4 1-1 0,0-2 0 0,-1 2-1 16,-2-3 1-16,1 1 0 0,-2-2 1 0,0 2-2 15,2-1 0-15,-5-1 1 0,1 0 0 0,2 1 2 16,-2-1-1-16,0 0 0 0,0 0 2 0,0-1-1 15,-1 2 1-15,1-1 3 0,-1-1 1 0,0 0 3 16,2 0 1-16,-2 0 1 0,0 0-1 0,0 1 1 0,1-1 0 16,-1 0-2-16,0 0-2 0,0 0-4 0,-1 0 0 15,1 0 0-15,0-1-1 0,0 0-2 0,1 1 1 0,0 0 0 16,-1-2-1-16,2 1-1 0,-2 1 0 0,0-1-1 16,0-1 0-16,0 2 2 0,0-2-2 0,0 1 1 15,-2-1-1-15,2 2 2 0,-1-1-2 0,0 1 0 16,1 0 0-16,0 0-2 0,0 0-2 0,0 0-4 15,0 0-4-15,-3-2-7 0,3 1-5 0,0 1-29 16,0-2-15-16,0 1-19 0,-1 0-23 0,1 1-25 16,0-2-49-16,1 1 114 0,2 0-80 0,-2-1-4 15</inkml:trace>
  <inkml:trace contextRef="#ctx0" brushRef="#br0" timeOffset="31780.12">20635 17710 103 0,'0'-1'59'0,"2"-1"-23"0,-2-2-16 16,1 3 3-16,0-1-2 0,-1 1 1 16,0-1-2-16,1 1 2 0,-1 1-5 0,-2-3 8 0,2 3 2 15,-1 0 2-15,0-1 5 0,1 0 9 0,-1-1 5 16,0 2-2-16,1 0 0 0,-2-1-2 0,2 1-1 16,-2 0-4-16,2-1-1 0,-2 1-4 0,0 0-4 15,1 0-1-15,0 0-3 0,0 0-5 0,1 1 0 16,0 1 0-16,0-2 0 0,-2 0-4 0,0-1-1 15,0 1-1-15,2-3 0 0,-3 2-1 0,1-3-2 16,2 1-2-16,-1 3 3 0,1-1-4 0,-2-2-3 0,2 1 2 16,-1 2-3-16,1-3-3 0,0 2 1 0,-3 0 0 0,3 0-3 15,0 1 1-15,0-1 2 0,0 0 1 0,-2 1-2 16,0 0 1-16,-1 0-1 0,1 0-1 0,-3 1 1 16,3-1 0-16,-1 2 1 0,2 0-3 0,-2 1 5 15,1-2-2-15,2 0 2 0,-3 2 1 0,1-2-1 16,-4 1 3-16,3 2-3 0,-1-2 1 0,1 0-1 15,0 1 1-15,2-2 1 0,-3 0 0 0,3 4-1 16,0-3-4-16,-1 2 2 0,5 0 1 0,-3 0-1 16,-3 2-1-16,3-2-2 0,2 1-1 0,-4 0 1 15,2-1 2-15,-2-1-2 0,0 1 0 0,-1 1 1 16,3-2 1-16,-1 0 2 0,-2-1 1 0,2 0 6 0,1 0 0 16,0 2 0-16,-1-2 3 0,1 0-2 0,0 0 0 15,-1 1 0-15,-1 1-2 0,2-2-5 0,-3 0 1 16,1 0-1-16,3 3-3 0,0-2 2 0,-1-1-2 15,1 1 0-15,1 0-2 0,1 0-1 0,-1 1 0 16,-2-3 0-16,3 3 0 0,0-2 0 0,-3 0 0 16,1 0-1-16,-1-1 0 0,3 1 0 0,1 2 1 15,-2-3-1-15,1 1-1 0,-3-1 0 0,3 1 2 16,1 0-1-16,-1 1 1 0,0-1 0 0,1-1 0 0,-1 0-1 0,-1 0 2 16,2 1 1-16,1 1-2 0,-1-1 0 0,-1-2 1 15,-1-1 2-15,0 0-1 0,-1 1 3 0,2 0 0 16,-3 0-2-16,1-3 5 0,0 3-1 0,4 0-1 15,-2-1-1-15,-1 0 1 0,1-2-1 0,1 3-2 16,1-2 0-16,-2-2-3 0,-1 2 0 0,2 0 0 16,-3-1 0-16,3 1-1 0,-1-2 1 0,1 2-1 15,-1-1 2-15,1-1 1 0,-2 1-1 0,-1 1 0 16,2-1-1-16,0 1 1 0,-2-3 0 0,1 3-1 16,2-1 0-16,-4 0 0 0,2 1-1 0,1 1 1 15,1 0 3-15,-1-1-4 0,0 0 0 0,1 0 3 16,-3 0 1-16,2 1-2 0,-2-1 0 0,0 0 1 15,1 0-2-15,-1 1 1 0,2-1 0 0,-3 2 0 0,1-3-1 16,0 1 1-16,-1 1 1 0,0 0-1 0,2 0 5 16,-2 1 2-16,0-2 2 0,0 2 1 0,0 0 1 15,0-1 0-15,0 1 1 0,0-2 0 0,0 1-2 16,0 1-2-16,0-2-4 0,0 1 0 0,0-1-2 16,0 1 2-16,0 0-1 0,0-1-1 0,0-1 0 15,-2 1-1-15,2-1 0 0,0 1 2 0,-1-1-2 16,1 1-2-16,0 0 2 0,-1 0-1 0,1 1-1 15,0 0 0-15,-1-1 1 0,-1-1-1 0,1 0 0 16,-1 2 2-16,2 0-2 0,-2-1-1 0,2 1 2 16,-3-1 1-16,2 0-3 0,-1 1 2 0,1-1 0 15,0 0-1-15,-1 1 1 0,-1 1 1 0,2-4-2 16,0 4 1-16,0-1 1 0,-2 1-2 0,1-2 0 16,1 1 1-16,0-2-1 0,-2 2 1 0,-1-3 0 15,1 1 1-15,2 1 1 0,-2-1-2 0,-2-1 1 16,1 1-1-16,0 2 1 0,1-3-1 0,0 2 0 0,2 0-1 0,-2-2 1 15,-1 1 1-15,3 0 0 0,-1 0 1 0,1 1 0 16,-2 0 1-16,-1 1-2 0,0-2 0 0,2 3-1 16,2 0-1-16,-4 0 0 0,2 0-1 0,0 0-2 15,2 0 2-15,0-2-2 0,0 1 3 0,-1 1-4 16,-4 0 2-16,6 0-8 0,-1-1-7 0,-2 2-6 16,1-1-7-16,-1 2-24 0,2-1-10 0,3 1-10 15,-1-1-16-15,-2 2-54 0,4-3-27 0,-1 2 110 16,0 0-80-16,3 2-38 0</inkml:trace>
  <inkml:trace contextRef="#ctx0" brushRef="#br0" timeOffset="32629.64">20810 17655 144 0,'0'-2'93'0,"1"1"-41"16,-1 2-29-16,1 1 13 0,-1 0-6 0,0-1-9 15,0 5-1-15,0-3 1 0,0 2 1 0,-1-2 4 16,1-3 2-16,-1 3 3 0,1 1 9 0,-1-2 2 16,1-1 0-16,0 2-2 0,-1-2 0 0,1 2-1 15,-1 2-5-15,1-4 1 0,0 1-11 0,0 1 1 16,0 1-1-16,0-2 2 0,0 1-9 0,0 1-2 16,1 1-3-16,0 0-2 0,0 0 4 0,0-1-3 0,1-1 0 15,2 3-3-15,-2-2 1 0,0-2-2 0,3 3 4 16,-3-2 0-16,1 0-4 0,0 3 1 0,-1-2-2 0,1-1 2 15,0 2-2-15,-1-1 3 0,-1 1 0 0,1-3 0 16,1 1 1-16,-1-1-1 0,-2-1 3 0,0 0 1 16,0 1 1-16,0-1-1 0,0 1-2 0,0 0 1 15,0-2 2-15,0 2-1 0,0-1 1 0,-1 0-3 16,1 0-3-16,0-1 1 0,0-1-1 0,-1-1 0 16,-2 0-3-16,3 0-2 0,-1 0-1 0,1-2 1 0,-2 2-1 15,0 0 0-15,0 0 1 0,1-2-3 0,-2 1 0 16,1 0 1-16,2 1 0 0,-3-2-1 0,1 1 1 15,1 1-2-15,0-1-1 0,-2 1 1 0,2-1 0 16,0 0 0-16,-1 2 1 0,2-1-2 0,-1 0 0 16,-1-1-1-16,2 0 2 0,-1 2-1 0,0-1 0 15,-1-1-1-15,2-1 0 0,-1-1 2 0,1 1-1 16,-1 1 2-16,1 1-1 0,0-1 1 0,-1-2-1 16,1 3 1-16,-1-2 0 0,0 2 0 0,0-1 0 15,1 0 0-15,-2 1 2 0,1-1-1 0,1-1 0 16,-1 1 0-16,1-1-1 0,0 3 1 0,0-4-1 15,0 2 1-15,0 1-1 0,0-2 1 0,0 2 0 16,0 2 1-16,0-1 0 0,1-1 0 0,-1 2 0 0,1 0-2 0,1-3 2 16,-1 3-2-16,0-3 0 0,0 2-1 0,2 0 1 15,-1-1 0-15,0 1 0 0,0-3 0 0,-1 4 0 16,1-4-2-16,0 2 4 0,0 0-2 0,0-1 1 16,-1-2 2-16,2 2 2 0,0 2 1 0,0 1 2 15,1 0 1-15,-3-3-3 0,2 2 2 0,-2-1-1 16,1 2-3-16,-1 0-1 0,0-2-1 0,0 2-2 15,-1-1 0-15,0 0 1 0,2 0-1 0,-2 1 0 16,1 0 0-16,0 0-1 0,0-1 1 0,-1 1-1 16,1-1 1-16,0 1-1 0,1 0 0 0,-1 1-4 15,0-1 1-15,1 0-3 0,-2 0-6 0,2 0-11 16,-1-1-8-16,0 1-8 0,2 0-9 0,-1-1-10 0,1 0-57 16,1 0-33-16,1-1 99 0,-3 0-65 0,3 1-49 15</inkml:trace>
  <inkml:trace contextRef="#ctx0" brushRef="#br0" timeOffset="33796.83">20089 18214 293 0,'0'-4'169'15,"-4"1"-80"-15,2 2-48 0,2 0 35 0,-1 1-32 16,-2-1-5-16,3 1-4 0,0 0-1 0,0 0-1 16,0 0 2-16,2 0 2 0,0 0 4 0,-2 0 10 15,0-1 6-15,1 1 2 0,0 0 3 0,-1 0 3 16,-1 0-6-16,-1 0-3 0,1 0-5 0,1 0-11 15,-2 0-9-15,2 0-4 0,3 0-2 0,-3 0-10 16,2 1 2-16,-2 0-5 0,-1 1 2 0,2 0-5 16,-1 0 4-16,2 2-1 0,-2-1 2 0,2 0-2 15,2 0 2-15,-3 3-1 0,2-3 1 0,-3 0 1 16,1 2-2-16,2 1-1 0,-2-1-1 0,-1 0-1 16,0 1-1-16,0-1-2 0,1 2 0 0,1-2 2 15,-1 1-1-15,0-1 1 0,0 1-1 0,0-1 0 16,-1 1 1-16,1-1 2 0,1 1-1 0,-2-1-4 15,-2-1 0-15,2 1-2 0,2 0 1 0,2 0 0 0,-3-1-5 16,-1 0 3-16,2 1-1 0,0-2 2 0,-2 0-1 16,0 1 1-16,0 0 2 0,2-1-1 0,-2 1 1 15,2-1 0-15,-2-1 0 0,1 1-2 0,-1 0 1 16,0-1-3-16,0-1 1 0,2 1-2 0,-2-1 3 16,0 0-2-16,1 0-1 0,-1-1 2 0,0 1-2 15,3-1 3-15,-3 2-3 0,0-1 1 0,3-1 0 16,-5 0-2-16,2 1 3 0,2-1-2 0,-2 0 0 0,-2 0-1 15,2 1 2-15,-1-1-2 0,1 0 2 0,4 0-1 16,-3 0 0-16,-1 0 0 0,0 0 0 0,2 1 0 16,-4-1 0-16,4 0 0 0,-2 0-1 0,0 1 0 15,0-1 0-15,1 0 0 0,-1 0 0 0,-1 0 1 0,1-1-1 16,0 1 0-16,0-1 0 0,0 1 2 0,2-1-2 16,-2 1 1-16,2 0 0 0,-3-1-1 0,2 0 0 15,-2-2-9-15,1 3-4 0,0-2-11 0,-2 0-6 16,1 0-32-16,1 0-20 0,0-2-23 0,0 1-29 0,0 0 86 15,0-1-66-15,-2-1-15 0</inkml:trace>
  <inkml:trace contextRef="#ctx0" brushRef="#br0" timeOffset="35222.04">19782 18286 676 0,'-6'-2'376'0,"0"-2"-238"0,1 3-94 0,0-1 13 0,1 1-6 15,2 0-11-15,2-1-11 0,-3 1-3 0,2-2-8 16,1 3-2-16,0-1 2 0,-1-1 3 0,1 2 3 16,0-1-1-16,-1 0 7 0,1 1 4 0,0-2 0 15,0 1 1-15,1-2-4 0,-1 0-4 0,1 1-4 16,-1 0-6-16,3 1-8 0,-3-2 0 0,0 1-3 16,2 1-2-16,-1 0-3 0,-1-1-1 0,3 0 0 0,-1-1 0 15,0 1 0-15,2-1 0 0,-1 2 1 16,-1-2 0-16,2-1 3 0,-1 2-1 0,0 0 1 0,0 0 1 15,1 1 0-15,-1-1-1 0,0-3 0 0,1 3 1 16,-1-1-3-16,0-1 0 0,3 1 0 0,-1-1 0 16,0-1-1-16,1 1-1 0,-1 2 0 0,1 0-2 0,-1-2 2 15,0 1 0-15,0 1-1 0,-1 1 1 0,1-3-2 16,-1 3 3-16,0 0-1 0,1-2 3 0,0 2-1 16,0-1 0-16,-1-1 1 0,3 2-3 0,-3 0 1 15,2 0 0-15,3-3-1 0,-4 3 0 0,2 1 0 16,0-1 0-16,1-2 0 0,-1 2 0 0,-1-1 1 15,2 0-1-15,2 2 0 0,-3-2 2 0,1 0-3 16,1-1 1-16,1 2 0 0,-2-1 0 0,2 2 0 16,1-1 0-16,0-1 2 0,-3 1-4 0,2 0 3 0,-4-2-2 15,4 2 0-15,1-2 2 0,-6 3-2 0,3-1 2 16,-4 0-2-16,5 0 2 0,0 1-1 0,0 0 2 16,-2-1 1-16,3 1-5 0,-2-1 2 0,1-1 0 15,1 1 0-15,-1 1 0 0,-1 0 0 0,0 0 0 16,-1 0 0-16,0 0 0 0,1 3 0 0,-3-2 0 15,2 0 1-15,-3 0-1 0,2 0 0 0,-3 0 0 16,1-1 0-16,-2 1 0 0,2 1 0 0,-1 1 1 16,-3-2 1-16,1 1 0 0,1 0 0 0,-2 0 1 0,1 0-1 15,-1 1 2-15,0-2-1 0,0 0 0 0,-1 2-1 16,1-1 2-16,-2-1 0 0,1 3-3 0,1-1 1 16,-2 1-1-16,0 0 0 0,-1 2-1 0,0-1 0 15,0 1 0-15,2 1 0 0,-3-1 0 0,1 1 1 16,1-1 1-16,-2 0-1 0,1 2-1 0,-1-2 0 15,0 1 1-15,-1 0-1 0,2-1 0 0,-1 1 0 16,-1 1 2-16,1-1-1 0,2-2 2 0,-3 1-1 16,3-1 0-16,-1-1-1 0,-1 0 1 0,2-1 0 15,0 0-1-15,-1 0 2 0,2-1-1 0,-1-1-2 16,0 0 4-16,1 1-1 0,-1-2 1 0,1 1-1 16,-2-1 0-16,1-1-1 0,0 1 0 0,0 0 0 15,0 0-1-15,0-1-1 0,-1 0 2 0,-1 1-2 0,4 0 0 16,-2 0 0-16,0 0 0 0,0-1 0 0,2 1 0 15,-2 0 0-15,2 0 0 0,1-1 0 0,-1 1 0 16,0 0 0-16,1 0-1 0,-2 0 0 0,2 0 1 16,-1 0-2-16,0 0 1 0,0 0 0 0,0 0-1 15,0 0-1-15,0 0 1 0,0 0-1 0,0 0 0 16,0 0 3-16,0 0-3 0,0 0 2 0,0 0 0 16,3-1 0-16,-2 1 0 0,1-1 2 0,1-1-1 0,-1 2-2 15,0 0 1-15,-2-1-2 0,2 1 3 0,-1 0-1 16,0 0 1-16,1 0-2 0,2-1 0 0,-2 0 3 0,1 1 0 15,2 0-1-15,-1 0 0 0,0-1 0 0,3-1 0 16,-4 2 0-16,2-1 1 0,0 0-1 0,-1-2 0 16,2 1 0-16,-4 1 0 0,3 0 0 0,0-2 0 15,-1 1 0-15,0 1 0 0,0-1 0 0,0 1-2 16,1-1 4-16,0 0-2 0,-1 1 0 0,0 0 0 16,0-1 2-16,0 0-2 0,0 0 0 0,-1 1 0 15,1 0-1-15,0 0 1 0,-2 1 0 0,0 0-2 16,3 0 0-16,-2 0 2 0,-1 1 0 0,1 0-1 15,3 2 1-15,-4-1-1 0,1 2 0 0,2-1 1 16,-1 2-1-16,-1 0 0 0,1 1 0 0,0-1 1 0,-1 3 0 16,1-2 0-16,0 1-2 0,-1-1 2 0,-2 0 0 0,3 0 0 15,-3 0 2-15,1-2-2 0,-1 1 0 0,1 1 1 16,-2-1 1-16,1-2-1 0,2 1 1 0,-3 0-2 16,1-1 1-16,-1 0 2 0,1 0-1 0,-1-1 1 15,0 0 1-15,-2 0-1 0,-1 1 1 0,2-1 0 16,0 1 0-16,-1-1-1 0,0-1-1 0,0 1 0 15,1-1 0-15,-2 2 0 0,1-1-1 0,0 0-1 16,-2 1 1-16,-2-2 1 0,2 2 0 0,-1 0 0 16,1-2-2-16,-2 1 0 0,1 0 1 0,1-1 0 15,-1 1-1-15,2 1 1 0,-3-1-1 0,2 1 0 16,-1 0 0-16,0-1 0 0,2 1 0 0,-1-1 1 0,-1 1 0 16,2-2-1-16,0 0 0 0,-1 0 0 0,1-1 2 15,-1 0-2-15,0 0 1 0,0-1 0 0,1 1-1 16,-2-1 2-16,2 0-2 0,0 0 2 0,0 0-2 15,0 0 1-15,1-1-1 0,0-1 0 0,0 1-1 16,1 0-4-16,0 1 0 0,-1-1-13 0,2 2-6 16,-1-3-8-16,0 1-7 0,1 2-27 0,0-1-18 15,0 1-20-15,0-1-25 0,0 0 83 0,0 1-58 16,4 1-13-16</inkml:trace>
  <inkml:trace contextRef="#ctx0" brushRef="#br0" timeOffset="36781.18">20609 18162 434 0,'-4'-1'208'0,"1"-2"-126"16,3 3-58-16,-2-1 25 0,2-3-24 0,0 4-11 16,0-2-7-16,3 1 1 0,-3-1 9 0,0 1 6 15,2 0 1-15,-2 0 8 0,0 1 4 0,0-3 16 16,3 2 5-16,-4 0 3 0,2 1-3 0,-2 0 0 0,1-2-2 15,-3 1-6-15,6 1-6 0,-3-1-15 0,-5-1-6 16,5 0-2-16,0 2-7 0,1-2-4 0,-1 1-5 16,-2 1 0-16,2-1-1 0,-1 1-3 0,-2 0 0 15,2 0 2-15,-2-1-1 0,2 0 0 0,-3 0 2 16,0-1-1-16,4 2 0 0,-5-1-1 0,5-1 4 16,-1 2 0-16,-2-1 1 0,2 1-1 0,1 0 1 15,-1-1 1-15,-5 0 1 0,6 1 1 0,-2 0-3 16,2 0-2-16,0 0 3 0,0 0 0 0,-2 0 0 0,2 0 0 15,-2 0-1-15,0 0-1 0,-1-1 2 0,-1 1-2 16,2-1 0-16,1 2-3 0,-4 0 2 0,3 0-2 16,-1-1 2-16,-2 0-2 0,0 4 1 0,-1-4 1 15,3 3-2-15,-1-2 3 0,3 0-4 0,-2 2 1 16,-1 1 0-16,-3-1 0 0,6 0 0 0,-5-1 0 16,2 1 2-16,3-1-2 0,-4 1 4 0,3-1 0 15,-2 0 2-15,2 1 2 0,1-1 2 0,-3 0 1 16,4-1-2-16,-7 0 2 0,5 1-2 0,-1-1-1 15,-2 1-1-15,3 0-2 0,-2-1-3 0,0 2-3 0,1 0 3 16,0 1-2-16,1-3 1 0,0 3-1 0,-1-1-1 0,1 1 1 16,1-1 1-16,-2 0 2 0,3 1-1 0,-1-2-1 15,1 1 1-15,-2 0 2 0,2 1-1 0,-3-1 1 16,1 0 0-16,2-1-2 0,-1 2-1 0,1-1 1 16,0 1-1-16,0 0-1 0,0-2-1 0,0 0-1 15,2 0 0-15,0 0 0 0,1 1 1 0,-1-1 0 16,1-1-2-16,0 1 1 0,2-1 0 0,0 1 0 15,-2 0 0-15,1 1-2 0,-1-1 2 0,3-2 1 16,-2 1-1-16,-1 0-1 0,3 0 0 0,-2-1 1 0,0 0 0 16,4 0 0-16,-1-1-1 0,-1 1-1 0,1-1 3 15,-1 0 0-15,1 1 1 0,-5-1-1 0,1 1-1 16,-3-1 1-16,2 1 2 0,1 0-2 0,0 0-1 16,-1-1 1-16,-4-2-1 0,6 2 1 0,-1 0 0 15,3-1 0-15,-2 2-1 0,-4-2 0 0,0 1 1 16,3 1 1-16,1-1-1 0,-4 1 0 0,0-1-1 15,0-2 0-15,-1 3 0 0,2-1 1 0,1 0-2 16,1 0 0-16,-1 1 0 0,-2-1 1 0,2 1 1 16,-1 0-1-16,3 0-1 0,-1 0 1 0,-3 0 0 15,2 0 0-15,-2 0 0 0,0 0 1 0,2 0-2 16,-4-1 1-16,4 1 1 0,-4 1 0 0,2 0 1 0,0-1-2 16,0 0 0-16,0 0 0 0,0 0 3 0,0 0-3 0,-3 0 0 15,1 0 0-15,2 0 0 0,-2 1 1 0,2 2 0 16,-3 0-1-16,3-3 0 0,-4 2 0 0,1 1 1 15,0-1 0-15,-1 2-3 0,-1-1 2 0,4 0-1 16,0 0 0-16,-1 2 0 0,2-1 1 0,-6 1-2 16,4-1 2-16,1 0 0 0,-3 2 0 0,4-3 0 15,-5 1 0-15,3 0 1 0,1-2-1 0,-1 3 0 16,-2 1-2-16,4-2 0 0,-7 3 2 0,-2-2 0 0,8 2 1 16,-1 1-2-16,0-3 1 0,2 1-1 0,0-2 0 15,-2-1 1-15,7 2 0 0,-1 0-2 0,-2-2 0 16,0 3 2-16,2-3-2 0,-3 1 3 0,6 1-1 15,-7-2 1-15,4 0-1 0,-3 0 0 0,0-1 0 16,0-1 0-16,4 1 1 0,0-1-1 0,-1 0 0 16,0 0 1-16,-3 0 0 0,1 1 1 0,8-2-2 15,-7 0 2-15,4-3-1 0,-3 3 0 0,2 0 0 16,3-1 0-16,-5 0 0 0,6-2-1 0,-4 2 2 16,1-1-1-16,-2-2 2 0,3 0-1 0,-2 1 1 15,-2-2-1-15,5 1 1 0,-6 1 0 0,2-3 0 16,0 3 0-16,0 0-2 0,0-2 1 0,1 1-1 15,0 1 0-15,-2-1 0 0,0 1 1 0,2 1-2 16,-2 0 0-16,2-2 1 0,-4 2-1 0,1 0 0 16,2 1 1-16,-2-1-1 0,-1 1 0 0,0-2 0 0,1 2 0 15,-2-1 0-15,0 2 1 0,0-1-2 0,-1 0-2 16,2 0-2-16,-1 1-4 0,-1-1-9 0,0 1-4 16,1-1-5-16,-1-1-7 0,0 1-12 0,1 0-7 15,0 0-9-15,-1-1-6 0,3 0-30 0,-2 1-20 16,0-3-30-16,1 2-44 0,-2 0 126 0,1-1-86 0,0-2-57 15</inkml:trace>
  <inkml:trace contextRef="#ctx0" brushRef="#br0" timeOffset="37348.48">20727 18128 543 0,'-3'-5'309'0,"-1"4"-152"0,1-4-100 0,1 5 76 16,2-1-83-16,0 1-15 0,-2 0-9 0,2-1-10 15,0 1-4-15,0 0-2 0,0 0 1 0,2 1 6 16,-2-1 3-16,0 0 4 0,0 0 3 0,-2 0 8 16,1 2 3-16,1-1 0 0,-3-1-2 0,2 0-4 15,0 1-3-15,1 1-3 0,0-1-2 0,0-1-5 16,0 0-2-16,0 2-1 0,0-1-1 0,1 1-2 0,-1-1-1 16,-1-1-1-16,1 1 2 0,0 1-3 0,0 0-1 0,0-2-1 15,0 0 0-15,1 0-1 0,0 0 1 0,1 0-3 16,-1 0 1-16,0 0 1 0,-1 0-1 0,2 0 0 15,-2 0-1-15,1 2 0 0,0-1-1 16,1-3 0-16,1 2 0 0,-1 0-1 0,-1-1 0 0,2-1 0 16,1 1-1-16,-1-3 0 0,1 3 0 0,-1 1 0 15,3-2-2-15,-2 0 0 0,1 0 0 0,0 2 0 16,0-3 0-16,2 1-1 0,1-1 0 0,-1 0 1 16,1 1-1-16,0-3 1 0,0 0 0 0,1 0 0 15,1-1-1-15,0 2 1 0,-1-1-3 0,1-2 1 16,1 1 1-16,-3 1 1 0,1-1-3 0,0 1 2 15,-2 2-4-15,1-1-2 0,-1 0-2 0,-1 2-2 16,-1 0-8-16,1 2-6 0,-3-2-6 0,1 2-6 0,-1-1-18 16,-2-1-10-16,0 2-13 0,0-1-14 0,-1 0-39 15,0 1-24-15,1 2-31 0,1 0 111 0,-2-2-93 16,0 1-34-16</inkml:trace>
  <inkml:trace contextRef="#ctx0" brushRef="#br0" timeOffset="37781.21">20877 18055 654 0,'0'0'241'0,"-2"3"-187"0,1-3-46 0,1 4 0 0,0 1 2 15,1-4 5-15,-1 3 2 0,2-2 7 0,-2 2 6 0,3-2 16 16,-2 1 9-16,0-3 2 0,1 3 4 0,-2 1 1 16,1-2 7-16,-1 1 0 0,1 1-2 0,1-1-16 15,-2-1-5-15,1 2-8 0,0 0-7 0,2-1-5 16,1 1-11-16,-3 2-2 0,4 0-6 0,-3 1-1 16,1 0 2-16,0-1 2 0,-3 2 0 0,1-1 0 15,-1 2 4-15,1-2-1 0,0 0 2 0,1 1 0 16,1 0-4-16,-2-1-1 0,0 1-1 0,2 0 1 15,-3-3-4-15,1 2 0 0,-1-3-1 0,0 2 1 0,1-3-2 16,0 2-2-16,0-1 2 0,1-1-3 0,-2 0 2 16,1 1-1-16,-1-2 0 0,1 1-1 0,-1 0 0 15,0-1 3-15,0 0-4 0,0-1 3 0,0 0-3 16,-1 0-2-16,1 0-5 0,-1-1-8 0,1 0-20 16,0 0-12-16,0 0-11 0,0 0-16 0,0 0-33 15,0-1-12-15,1 0-17 0,0 1-21 0,-1-1 98 16,2 0-62-16,-1 1-6 0</inkml:trace>
  <inkml:trace contextRef="#ctx0" brushRef="#br0" timeOffset="38796.81">21096 18312 800 0,'-2'-2'362'0,"2"2"-257"0,0-1-75 0,0 0 5 15,0 0-5-15,3-1-4 0,-3 1-3 0,1-1 1 16,0 1 4-16,0-2-2 0,-1 1 1 0,0-1 1 16,3 1 4-16,-3 1 6 0,2-1 0 0,-3 1 4 15,-2-1-2-15,3 1-1 0,0 1-5 0,0-3-6 16,0 2-4-16,0 1-7 0,0-1-2 0,0 0-6 16,2 0-5-16,-2 0 0 0,1 0-1 0,0 0-1 15,1 0-1-15,-2 1-1 0,1-3 3 0,0 2-1 16,1 0 0-16,-2-1 0 0,1 1-1 0,-1-1 0 15,1 1-1-15,-1-3 2 0,0 2-1 0,0 1-1 0,0-1 1 16,0 0 0-16,0-2 1 0,3 2-2 0,-3-1 1 16,0 1-1-16,0-3 1 0,0 1 1 0,1 1-2 15,-2-2-1-15,1 0 1 0,0-1 1 0,1 2-1 16,1-1 1-16,-2 0 0 0,0-1-2 0,2 0 2 16,-2 0 0-16,2-1-1 0,-1-1 1 0,-1 1 1 15,4-1 0-15,-2 0 0 0,0 2 0 0,-1-3-1 16,-1 1 2-16,0 2 1 0,0-2-2 0,0 2 2 0,1 0-2 0,0-4 1 15,0 1 1-15,-1 2-2 0,2-2-1 0,2 0 1 16,-4 3 0-16,1-2-1 0,0-1-1 0,0 4 0 16,0-2 1-16,2 2 1 0,-2 0-1 0,0 0-2 15,0-2 0-15,3 3-1 0,-2-2 2 0,1 1 0 16,-2 1-1-16,3-1 0 0,-2 1 0 0,0-1 1 16,1 3 0-16,-1-3 0 0,0 3 1 0,0-1-1 15,1 0 0-15,-1 1 0 0,0 0 0 0,0 0 0 16,-1-1 3-16,0 2-3 0,0 0 1 0,0 0 0 15,0-1 1-15,2 2 1 0,-2-2 0 0,0 1 0 16,1 0-1-16,-1-2 2 0,1 2-1 0,-1 0 2 16,0 0-2-16,1 0 1 0,-2 1-2 0,1-1 1 15,0 1-1-15,-1 0 1 0,2 0-1 0,-2 0-2 0,1 1 3 16,0-1-3-16,0 1 2 0,0 0 1 0,0 0-2 16,2 1 1-16,-2 2 2 0,0-1-2 0,1-1 0 15,-1 1 2-15,0 1 0 0,1 0-2 0,1 1 2 16,-2-2-1-16,0 1-1 0,2 2 2 0,-2-1-1 15,2 1-2-15,0-1 0 0,-1 1 1 0,1 3-1 16,-1-1-1-16,-1 1 1 0,2 0 0 0,1-1 1 16,-2 3-1-16,0-1 0 0,2 0-1 0,-2 1 0 15,3-3 0-15,-1 1 0 0,-2 1 0 0,1-2-1 16,1 1 1-16,-1 0-1 0,1-2 1 0,-1 1 1 16,1 1 0-16,-1 0-1 0,2-1 0 0,0 3 0 15,0 0 0-15,0 0 0 0,-2 1 0 0,3-3 0 16,-1 1 0-16,-1-2 1 0,-1 1 0 0,2-1 1 15,-2-2-2-15,0-2 1 0,1 1 0 0,-1 0 1 16,-2-2-1-16,0 0 2 0,-1-1-1 0,1-1 0 16,-1 2 2-16,0-3 0 0,0 1 1 0,0 0-2 15,0-1 0-15,-1 0-1 0,1 0-1 0,0 0 0 0,0 0-1 0,0-1-4 16,0 0-1-16,0 1-1 0,0-2-2 0,-1 0-4 16,0 0-8-16,-1-1-2 0,0 1-6 0,-3-1-3 15,1-1-20-15,3 1-6 0,-1-2-9 0,-2 3-7 16,2-1-23-16,-1-1-12 0,2 0-10 0,-2 0-18 15,1 2-61-15,0-1 131 0,1 1-82 0,-1 0-28 16</inkml:trace>
  <inkml:trace contextRef="#ctx0" brushRef="#br0" timeOffset="39396.46">21093 18259 144 0,'0'0'146'16,"1"0"-18"-16,-1 0-55 0,0 2 40 0,0-2-7 0,2 1 2 15,-4-1-7-15,2 0-24 0,0 0-9 0,-2-1-8 0,3 1-2 16,-1 0-11-16,-1 0-4 0,1-2-13 0,0 2-4 16,0 0 1-16,0 2-1 0,0-2 0 0,0 0-4 15,1 0 3-15,-1 0-1 0,1-2 0 0,-1 1 2 16,2 0-4-16,-1 0-1 0,-1 1-1 0,2 0-4 16,0-1 2-16,1 0-3 0,2 1-2 0,-2-1 0 15,1 1-1-15,1-1-2 0,1-1 1 0,-1-1-1 16,2 2-2-16,-2-2 0 0,0 1-1 0,1-1-3 15,2 0 0-15,-1 0 1 0,0 0-3 0,1 0 1 16,-2 0-1-16,1 2-1 0,-1-3 1 0,1 1 1 16,-2 0-2-16,0 2 1 0,-1 0-1 0,2-1 0 15,-2-1-1-15,0-1 0 0,1 2-1 0,-1 1 0 0,1-2-1 16,-1 1-3-16,0 2-5 0,0-1-2 0,0 0-12 16,0 1-6-16,-1 0-7 0,1-3-9 0,-2 4-26 15,0-1-12-15,0-1-18 0,0 1-26 0,-1 0 83 16,0 0-56-16,1 1-14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08T05:30:04.73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7249 14934 237 0,'-4'2'154'16,"3"1"-63"-16,0-2-49 0,1-1 41 0,-2 1-30 16,0-1-8-16,4 1-4 0,-2-1-6 0,-2 0-10 15,2-1-3-15,0 0-6 0,0 1-5 0,-1 0-12 16,-1 0 1-16,-1 1-1 0,2-1 1 0,1 1 0 0,-2-1-4 0,2 0 0 16,0 1 2-16,0-1 1 0,0-1 0 15,0-1-1-15,1 2 0 0,-1 0 1 0,0 0 1 16,0 0 1-16,2 0-3 0,-2 0 3 0,0 1-1 0,1 1 1 15,-3-2 0-15,4 0 2 0,-2 0 0 0,0 0 1 16,-3 0 6-16,4 0 0 0,-1 0 0 0,-1-1 1 16,3 1-2-16,-3 0 2 0,1 0-3 0,0 0 1 15,1 1-3-15,0-1-2 0,2 1 0 0,-3-1-1 16,0 0 2-16,1 0 1 0,0-1 3 0,-1 1 0 16,2 0 6-16,-4 0 2 0,2 0 0 0,2 0 1 15,-1 0 5-15,-1 1-7 0,-1-1-4 0,-1-1 0 16,2 1-7-16,0 0 0 0,0 1-2 0,-2-2-2 15,2 1-4-15,0 0 4 0,5 1 1 0,-2-1 1 16,0 0 2-16,1 0 1 0,-4 0 0 0,2 0 3 16,0 1 2-16,-3-1 1 0,0-1 0 0,1 1 0 15,-1 0 0-15,1 0-1 0,1 0-1 0,1 0 0 16,-2 0-2-16,0 0-2 0,0 1-1 0,0-2 0 0,0 1 1 16,1 0 0-16,-1 0 8 0,0 0-2 0,1 0 3 15,1 0 2-15,-2 0 2 0,1 1 6 0,-1-1 2 16,0 0 1-16,0 1-4 0,0 0 0 0,-1-1 0 15,1 0-2-15,1 0-1 0,-2 0-5 0,1 2-5 16,0-2 1-16,0 0-4 0,0 0-2 0,1 0 0 16,-1 0 0-16,0 0 4 0,0 0 1 0,0-2 3 15,-1 2 2-15,1-1 0 0,0 2 3 0,0-1 2 16,0 0-1-16,-5 2-2 0,5-2-3 0,1 0-3 16,-1 0 0-16,0 1-1 0,-2-1-1 0,1 0-7 15,1 0 1-15,3 0-3 0,-3 1 2 0,0-1-1 0,0 0-2 0,0 0-1 16,2 0-1-16,0 0 1 0,-2 0 0 0,0 0 1 15,0 0 0-15,0 0-2 0,0-1-2 0,1 1 5 16,-1 0-1-16,0 0-1 0,0 0 1 0,-1 0 1 16,-1 0-1-16,2 0 2 0,0 0 2 0,-1 0-4 15,1 0 2-15,0 0 1 0,0 0 1 0,0 3 1 16,0-3 1-16,0 0 1 0,0 1 3 0,4-1 2 16,-5 0-2-16,1 1 3 0,0-1-2 0,0-1-2 15,0 1 1-15,0 0-1 0,0 0-4 0,0-1-1 16,1 1-1-16,-1 0-3 0,0 0 0 0,1 0-1 15,1 0-1-15,-1 0-2 0,1 1 3 0,3-1-1 16,-5 1 0-16,4 0 2 0,-1-1 0 0,1 0 0 16,0 0 0-16,-1 0 0 0,-1 0-1 0,2 0 0 0,2 0 0 15,-1 0 0-15,-1 0 1 0,0 0-2 0,1 0 1 16,0 0 0-16,0 0 0 0,-2-2 1 0,0 2 0 16,2 0 0-16,-3 0 0 0,3 0 1 0,-3 0-1 15,2 0 2-15,-1 1-1 0,1-1-1 0,-1 1 1 16,-1-1 1-16,1 0-2 0,-1 0 2 0,2 1 1 15,-2-1 0-15,1 0 2 0,0 0 1 0,1 0 0 16,-2 0 3-16,1 0-3 0,1 0 2 0,2 0-1 16,-3 0-2-16,3 0-2 0,-2-1-2 0,3 1 0 15,-1 0-1-15,1 0 0 0,-1 0 0 0,2-1-1 16,-1 0-1-16,0 1 1 0,0 0 2 0,0 0-1 16,1-1 0-16,2 0 1 0,-1 1-1 0,1 0-2 15,-1 0 2-15,2 0 0 0,-1-1-1 0,1 1 0 0,-1 0 0 16,0 1-2-16,-1-1 3 0,2 0 0 0,-3 0 0 15,1 0-1-15,-1 0 1 0,1 0 1 0,0 0 0 16,-2 0 2-16,2 0-2 0,-5 0 2 0,-1 0-1 16,4 0 1-16,-4 0-1 0,2 1 1 0,1-1-3 0,0 1 3 15,-3-1-1-15,5 0 1 0,-3 0 0 0,0-1 2 16,3 1-3-16,0 0 1 0,-4 0 3 0,2 0-2 16,0 1-3-16,1-1 1 0,1 1-1 0,-1-1-1 15,1 1-1-15,-2-1 1 0,1 0 0 0,2 0-1 16,-2 0 1-16,2 0-1 0,-2 0 0 0,3 0 2 15,-2 0-1-15,1 0 0 0,0 0 0 0,-1 1 0 0,-1-1 0 16,1-1 0-16,0 1 0 0,-1 0 1 0,1-1 0 16,0 1-1-16,0-1 0 0,1 0 0 0,-1 1 2 15,1-1-2-15,0 0 1 0,-1 0-1 0,1 1 1 16,0 0-1-16,-2 0 1 0,0 0 0 0,6 0 1 16,-6 1 0-16,-2 0-1 0,6 0 0 0,-1-1-1 15,-3 0 1-15,1 0 2 0,3 1-3 0,-1-1 0 16,0 0 0-16,4 0 0 0,-1 0 1 0,-5 1 2 15,7 0-2-15,-4-1-1 0,-1-2 1 0,0 2-1 16,4 0 0-16,-3 0 1 0,-2 0-1 0,3 0 0 16,1 0 0-16,0 2 0 0,0 0 0 0,-1-2 2 15,-2 0-2-15,2 0 0 0,0 1 0 0,-1-1 0 16,-1 0 0-16,1 0 0 0,-2 0 2 0,1-1-2 16,-1 1 0-16,1 0 1 0,1-1-2 0,-1 1 1 15,0-1 1-15,0 1 0 0,2 0-2 0,-1 0 1 16,0 0 1-16,3 0-1 0,-4-1 2 0,3 1-2 0,0 0 0 15,-1 0 0-15,1 0 0 0,0 0 0 0,1 0 0 16,0 0 1-16,-1 1 0 0,-3-1 1 0,0 0-1 16,-2 0 2-16,3 0-1 0,-1-1 3 0,-3 1 0 15,2 2 2-15,-2-2-1 0,5 0 1 0,0 1 0 16,2 0 1-16,-6-1 0 0,4 2-3 0,-2-2-2 16,1-2 0-16,0 2-1 0,-1-1-1 0,1 0 1 15,-2 1-2-15,4 0-1 0,-5 0 3 0,3 1-2 0,1-2 0 16,0 1 1-16,-2 0 2 0,1 0-3 0,-2 0 2 0,4 0-1 15,-2 0-1-15,1-1 0 0,-2 1 0 0,1 1 0 16,-1-1 1-16,3 0 0 0,-3-1-1 0,0 1-1 16,3 0 1-16,0 0 2 0,0 2 0 0,-2-2-2 15,2 0 2-15,0 0 1 0,3 0 0 0,-3 0 2 16,-2 0 1-16,0 0-1 0,1 0 0 0,0 0 2 16,-1 0-3-16,-1 0 0 0,2 0 1 0,0 0-2 15,1 1 0-15,2-1-3 0,-4 0 1 0,2 0-1 16,0 0 2-16,-1-1 0 0,2 1-2 0,-4 0 1 15,-1 0-1-15,3 1 2 0,0-1-1 0,-1 0 0 16,0 0 0-16,0 0-1 0,0 0 0 0,2 0 1 16,-1 0-1-16,0-1 0 0,-1 1 0 0,2 1 0 0,2-1 1 15,-2 0-1-15,3 0 0 0,0 0 0 0,1 0 1 16,1 0 0-16,0 0-1 0,0-2 0 0,-2 2-1 16,-1 0 1-16,3 0-1 0,-3-1 1 0,0 1-1 15,-3-1 1-15,3 0 1 0,-5 1-1 0,6 0 1 16,-3-1 0-16,2 0 0 0,-1 1 0 0,0 0-1 15,0 1 1-15,2 2-1 0,-3-3 0 0,1 0 0 16,-1 0 1-16,1 1-1 0,-1-1 0 0,0 0 2 0,-1 0-2 0,3-1-1 16,-1 1 1-16,-2 0 0 0,2 0 0 0,0 0 0 15,3 0-1-15,1 0 1 0,0 0 0 0,-4 0 2 16,6 0-3-16,-1 0 1 0,3 1 0 16,-5 1 1-16,0-2-1 0,1 0-1 0,2 3 1 15,-4-3 0-15,-3 0 0 0,4 1 0 0,-2-1-1 0,-1 0 1 16,1 0 0-16,-1-1 3 0,-2 0-2 0,1 1-1 15,0 0 2-15,2 0-2 0,-1 0 1 0,0-2-1 16,0 2 1-16,0 0-1 0,1 0 0 0,1 0 0 16,-2 0 0-16,2-1 0 0,-1 0 1 0,1 0-1 15,3 1 0-15,-1 0 0 0,-1-1 2 0,3 1-1 16,-4 0-1-16,1 0 1 0,0 1-2 0,2 0 1 16,-4-1 1-16,0 0-1 0,-1 0 0 0,-1 1 1 0,5-1-1 15,-1 0 1-15,-3-1 0 0,0 1-1 0,4-1 0 16,-1 1 1-16,1 0-1 0,-1 0 0 0,1 1 0 15,-1-1 1-15,2 0-1 0,-2 0 1 0,2 0-1 16,3 0 0-16,-1 0 0 0,1 0 0 0,-2 0 0 16,1 0 0-16,0 0 1 0,2 0-1 0,-4 0 1 15,-2 0-1-15,0 0 1 0,0 1 0 0,0-1 0 16,1 1-1-16,0-1 0 0,-2 0 0 0,2 0-1 16,-1 0 2-16,-2-1-1 0,1 0 0 0,0 1 0 15,1-1 0-15,-2 1 0 0,0 0 1 0,0-1 0 16,-1 1 0-16,4 0-1 0,-1 1 2 0,1-1-2 15,0 1 1-15,1-1 1 0,0 1-2 0,2 2 2 16,-1-3 0-16,-2 0 0 0,1 0-2 0,1 0 2 16,-3 0 0-16,4 2-2 0,-5-2 2 0,0 0-1 15,3 0 0-15,-1 0 0 0,0 0 1 0,-1 1 1 16,-1-2-2-16,0 1-1 0,2-1 1 0,-2 1 1 0,0 0-2 0,2 0 2 16,-1 0-2-16,-3-1 1 0,2-1-1 0,-4 1 2 15,8 1-1-15,-2-1-1 0,0 0 0 0,0 0 0 16,3 1-1-16,-1 0 1 0,5 0 0 0,-2 0 0 15,-3 0 0-15,-1 0 0 0,0 0 1 0,-1 0 0 16,-2 1 1-16,0-1-2 0,-3-1 2 0,3 2 1 16,1 0-2-16,-1-1 1 0,1 1 0 0,-1 2 3 15,0-2-1-15,0 1 1 0,-1-2-2 0,0 2 2 16,-2-2-2-16,1 0 2 0,1-1 0 0,-2 1 0 16,2 0 0-16,-2-1 2 0,0 0 0 0,0 1 2 0,5 0 0 15,-3 1-1-15,-3-1-2 0,5 1 0 0,-6-1-1 16,2 1-1-16,3-1-1 0,2 1-1 0,-7-1 0 15,6 1 0-15,-3-1-1 0,0 0-1 0,5 0 2 16,-6 0 0-16,1 0 0 0,0 0-1 16,-1 0 0-16,3 1-1 0,0 0 2 0,-1-1-2 0,-2 0 0 15,1-1 0-15,4 1 0 0,-5-1 0 0,1 0-1 16,2 0 1-16,0 1 0 0,-2 0 1 0,1 0 0 16,-2 0-1-16,4 1-1 0,2-1 1 0,-6 1 1 15,3-1-1-15,-1-1 0 0,3 2 0 0,-1-1 0 16,2 1 0-16,-4-1 2 0,-1 1-1 0,4-1-1 15,2 0 0-15,-5 0 0 0,0 0 0 0,5 0 0 16,-3 0 1-16,-1 0-2 0,0-1-1 0,-1 0 2 16,3 1 0-16,-1 0 0 0,1 0 0 0,-2 0 0 15,0 0 0-15,2 0-1 0,-1 0 1 0,1 0 0 16,-1-1 0-16,2 1 1 0,0-1-1 0,0 0 0 0,1 0 1 16,1 1 0-16,-4-2-1 0,4 2 1 0,-1-3-2 15,1 1 1-15,0 1-1 0,-5 0 1 0,0 1 0 0,2 0-1 16,-2 0 0-16,3 0 1 0,-7 0 0 0,3 0-1 15,2 0 1-15,0 0-1 0,0-1 1 0,-1 1 1 16,2 0 1-16,-2 0-2 0,2-1 0 0,1 0 3 16,-2 1-3-16,1 0 0 0,1-1 0 0,0 1 1 15,0 0-1-15,-1 0 0 0,0-1 0 0,3 1 0 0,-2 0 1 16,2 0-1-16,-1 0 0 0,-2 0-1 16,3 0 1-16,0 0 0 0,-4-1 0 0,1-1-2 0,0 2 2 15,0 0 1-15,1 0-1 0,-1 0 0 0,-2 0 1 16,4-1-1-16,-2 1 1 0,-1 0-1 0,2-2-1 15,-2 1 0-15,3 0 1 0,1 0 0 0,-3 0 0 16,-1 0 0-16,2 1-1 0,2-1 1 0,0 1 2 16,-2 0-2-16,-2 0 1 0,1 0-1 0,0 1 0 15,-2-1 0-15,0-1 2 0,-2 1 0 0,-2 0-3 0,6 0 1 16,-4-2 1-16,0 1-1 0,1 1 1 0,0 0-1 16,0 0 1-16,1-1-1 0,-1 0 1 0,-3 0-1 15,2 0 0-15,0 0 0 0,2 0-1 0,-1-1 1 16,0 1 0-16,1-1 0 0,1 2 0 0,1 0 1 15,0 0 0-15,1 2 1 0,-1-2-2 0,-1 0 0 16,1 0 0-16,-2 1-2 0,2-1 1 0,-2 0 1 16,-1 0 0-16,1-1-1 0,-1 1 1 0,4 0 0 15,-2-2 1-15,1 0 0 0,-2 2 1 0,-1-1-2 0,-2 1 0 16,3-1 0-16,1 0 0 0,-5 0 1 0,2 0-1 16,-1 0 0-16,3 0-1 0,0 1 1 0,1-4 0 15,-4 3 1-15,3 2 0 0,2-1-1 0,-2-2 0 16,4 2 0-16,-3 0 2 0,0-1-2 0,2 1 0 15,1 0 1-15,0-1-1 0,-1 1-1 0,2 0 1 16,-1 0 1-16,1-1-2 0,-1 0 1 0,-1 1 0 0,-2-2-1 16,2 2 2-16,-2 0 1 0,-1-2-1 0,0-1-1 15,-1 3 1-15,3 0 0 0,-2 0-1 0,2 0 1 16,-2 0 0-16,2 0 1 0,-1 0-1 0,0 0 3 16,3 0-1-16,-2 0-1 0,3-1 1 0,-4 0 0 15,5 0-1-15,-3 0 0 0,-2 1-1 0,6 0-1 16,-3 0 0-16,-2-2 1 0,0 1 0 0,3 1-1 0,-2 0 0 15,0 0-1-15,2-2 2 0,-5 2-1 0,0-1 0 16,4 2 0-16,-3-1 0 0,1-2 0 0,-1-1 1 16,1 3 0-16,-1 0-1 0,0-2 2 0,0 0-1 15,1 0 0-15,-1 2 1 0,1 0-2 0,-1 0 1 16,-2-3-1-16,3 2 1 0,-1 1 0 0,0-1 0 16,-1 0-1-16,0 0 1 0,0 0 1 0,1 1-1 15,-1 0 1-15,-2-1-2 0,-2-2 1 0,1 2 1 16,3 1 0-16,-5 0 0 0,2-1 1 0,-1 1-2 15,1-1 2-15,0 1-1 0,1 0 1 0,1 0-2 16,-1 0 2-16,-1 0-3 0,0-1 0 0,1 1 1 16,1-1 1-16,-1 0-1 0,0 1 0 0,0-1 0 15,0 1 0-15,2-2 0 0,-2 2 0 0,0-2 0 16,-1 1-1-16,5 0 1 0,-6 1 0 0,4-1 2 16,2 1-1-16,-3 0 1 0,1-1-1 0,0 1 2 15,-1 0 1-15,1 0 0 0,-1 0-1 0,-2-1-1 16,0 1 1-16,1 0-1 0,1 0 0 0,-4 0-1 0,2-1-1 0,1 1 0 15,0 0 1-15,-2-1 0 0,-1 0-2 0,1 1 2 16,4-1 0-16,-3 0 0 0,1-1 1 0,-2 1-2 16,3 0 0-16,1 1-1 0,-1 0 1 0,0 0-1 15,1 1 1-15,0 0-1 0,1 1 0 0,-3-1 0 16,4-1 1-16,0 0-1 0,1 0 0 0,-3 0 1 16,-1-3 0-16,3 2 1 0,-2 0-2 0,1 0 1 15,-4 1 1-15,1-1 0 0,1 1-2 0,2 0 0 16,-2 0 1-16,-3 0-1 0,1 0-1 0,2-2 1 15,-2 3 0-15,-1-1 0 0,0-1 0 0,2 1 2 0,0-3-3 16,-1 3 2-16,0 0-1 0,1 0-1 0,1-2-1 16,-2 1 3-16,0 1-1 0,0 0-1 0,1 0 1 15,2 0 0-15,-2-1-1 0,-1 1 2 0,2 0-1 16,-1 0 0-16,1-3-2 0,-1 2 3 0,1 1-1 16,-1-1 1-16,-1 1 0 0,0 0-1 0,1-1 2 15,-1 2-1-15,2-1 1 0,-1 0-1 0,-4 0 1 16,3 0-1-16,2 0 0 0,-4 0 1 0,1-1 0 15,-1 1-1-15,-1 2 1 0,1-3 0 0,0 1 1 16,-2 0 0-16,-2 0 0 0,3 0 0 0,-1 0 0 16,0 0-1-16,0-2 0 0,1 2-2 0,0-1 2 15,-1-1 0-15,1 1-1 0,-1 0-1 0,3 0 1 16,-2 1 1-16,-1-1 0 0,1 1 1 0,2 0-3 16,-1-1 0-16,0 0-1 0,0 1 1 0,1 0 0 15,0 0 1-15,1 0-1 0,-1 0-1 0,-1-1 1 16,3 0 0-16,-2 0 1 0,2-1 0 0,-3 1-1 15,1 1 0-15,-2 0 0 0,2-1 1 0,-1 1 0 16,0 0-1-16,1 2 0 0,-2-2 0 0,-1 0 1 0,3 0-1 16,-2-1 1-16,1 1-1 0,-1 0 1 0,1 0-1 15,0-2 0-15,-3 2 0 0,1 0 0 16,2 1 1-16,-1 1-1 0,0-2 0 0,0 3 0 0,1-2 1 16,-2 0-1-16,-1-1 2 0,0 0-2 0,0 0 1 15,2-2-1-15,-2 1 0 0,0-1 1 0,2 2-1 16,-2 0 0-16,0 0-1 0,1 0 1 0,1 0 0 15,-2 0 0-15,0 2 2 0,1-2-3 0,1 0 2 16,-2 0 1-16,0 0 0 0,-1 0-1 0,6 0-1 16,-3 0 0-16,-2-3-1 0,3 2 1 0,0 1 0 0,-1 0-2 15,5-1 2-15,0 0-2 0,-6-1 3 0,2 2 0 0,3 0-1 16,-1-1 0-16,0-1 0 0,2 1 1 0,-2 1-2 16,-1 0 1-16,3 0 0 0,0-2-1 0,1 2 0 15,-3 2 1-15,3 0 0 0,-4-3-2 0,3 1 3 16,-3-1 0-16,0 1-1 0,1 0 0 0,-2 0 0 15,1 0 0-15,-1 0 1 0,1 0 1 0,-1 0-3 16,1 0 1-16,-1 1-1 0,1-1 2 0,0-1 0 16,-1-1-1-16,0 1 1 0,-1 1 0 0,4 0 0 15,-2 0 0-15,1 0 1 0,-3 3-3 0,0-3 1 16,-4 1 0-16,5-1 0 0,2 0 0 0,-5 0-2 0,1 0 2 16,-2 0 0-16,3-1 0 0,-3-1 0 15,-4 2 1-15,0 0 0 0,14-1-1 0,-4 0 1 0,-3 1-1 16,0 0 0-16,2 0 0 0,0-1-1 15,-2 1 1-15,-2 0 1 0,0 0 0 0,3 0-2 0,-2 1 1 16,-1-1 0-16,2 0 1 0,0 0 0 0,-1 0-1 16,1 0-1-16,-1 0 0 0,-2-1 1 0,0 1 0 15,3 1 0-15,-3-1-1 0,2 1 1 0,-1-1 0 16,-3-1 0-16,4 1 0 0,0 0 0 0,-2-1 0 16,1 1 0-16,0-1 1 0,0 1-1 0,0 1 0 15,0 0 2-15,1-1-1 0,-2 0 1 0,0-1-2 16,2-1 0-16,-2 2 0 0,2-2 1 0,-2 1-1 15,-1 1-1-15,2 0 1 0,1 0 0 0,-1 0-1 16,3 1 1-16,-3 0 0 0,2-1 1 0,-3 0 0 16,4 0-1-16,-3 0-1 0,-1-1 1 0,1 0 0 0,-1 1 0 15,0-1 0-15,0-2 0 0,0 3 0 0,-1 0 1 16,0 3 2-16,-1-3-3 0,3 0 2 0,-4 0-2 16,0 1 2-16,0-1-1 0,1-1 0 0,1-2-1 15,-1 3 0-15,0 1 0 0,0-1 0 0,0 3 0 0,1-3 0 16,0 2 0-16,-1-1 0 0,0 0 0 0,-1-1 0 15,0 0 0-15,2 0 0 0,-2 0 0 0,1-1-1 16,-2 1 1-16,4 0 0 0,-1 0 0 0,-3 0 1 16,1 0-1-16,-1 0 0 0,2-1 0 0,0 2 1 15,-2-1-1-15,-1 0 0 0,3 0 1 0,-2 0 1 16,2 0-2-16,1 0 1 0,-2 0-1 0,1 0 0 16,-2 0 0-16,1 0 1 0,1 1-1 0,-1-1 0 0,-1-2 0 15,3 2 0-15,-2 0 0 0,-1-1 2 0,1 0-2 16,-1 2 1-16,1 0-1 0,0-1 0 0,-2 1 0 15,0-1 0-15,-1 0 0 0,3 2 0 0,-1-2 0 16,0-1 0-16,-1-1 1 0,1 2 0 0,1 0 0 16,-3 0-1-16,3 0 0 0,-1 0 0 0,0-1 0 15,-1 1 0-15,0 0 0 0,0 0-1 0,1 0 1 16,1 1-1-16,-2-2 1 0,1 1 0 0,1 0 0 16,-2 0 0-16,-1 0 1 0,1 0-1 0,0-1 0 15,-1-3 1-15,1 5 0 0,0-1 0 0,0 0-1 16,0 0 1-16,0 0-1 0,0 0 1 0,1 2-1 0,-1 0 1 15,-1-2 1-15,1 1-1 0,-1-1-1 0,2 0 0 16,-2 1 0-16,1-1 1 0,-1-1 1 0,0 0-2 0,1 1 0 16,-1 0 0-16,0 0 3 0,0 0-3 0,-1 0 1 15,1 0 0-15,0 0 0 0,1 0 1 0,-2 0 0 16,0 0-1-16,0 0-1 0,0 0 2 0,1 0-1 16,-1 0-1-16,0-1 1 0,-1 0 0 0,1 1-1 15,0 0 0-15,0 0 1 0,-2 1-1 0,2-1 1 16,0 2-1-16,0-1 0 0,0 0 0 0,0-1 0 15,0-1 0-15,0 0-1 0,-1 1-1 0,1 0-8 16,1-1-1-16,-1 1-9 0,0-1-8 0,-1 1-27 16,1 0-16-16,-1-1-16 0,1-1-19 0,1 0-59 15,-1 0-26-15,6-2-35 0,1 0-27 0,4-2 155 16,5-1-109-16,6-8-20 0</inkml:trace>
  <inkml:trace contextRef="#ctx0" brushRef="#br0" timeOffset="17424.25">6867 15104 479 0,'-3'-5'224'0,"2"0"-143"15,0 1-58-15,1-1 36 0,-1 0-40 0,1 1-6 16,0 0-2-16,2 0 1 0,-2 2-1 0,2 0-2 0,0-1-5 16,0 2-4-16,-1 0-9 0,2 1-4 0,-1-1-3 0,2 1-8 15,-2 0-2-15,1 0 4 0,-1-1 0 0,2 1 5 16,-2 0 3-16,-1-1-1 0,2 1 9 0,-1-1 13 15,-1 0 6-15,0 0 5 0,1 1 5 0,-2 0 7 16,1-2 1-16,-1 1 10 0,0 0-5 0,-1 1 0 16,-1-1 0-16,2 0-5 0,-1 1-1 0,0-2-7 15,1 1 3-15,-2 1-8 0,1-1 0 0,-1 0-6 16,2 1-3-16,0 0-2 0,0 0-2 0,0 0-3 16,-1 0-3-16,-1 0 1 0,0 0 0 0,1 2 0 15,-1-1 0-15,0-1-2 0,-2 0 2 0,2 2 0 16,0-1 0-16,0 0 0 0,-1 1 0 0,1 0 1 15,-2 0 0-15,1-2 1 0,0 2-1 0,-1-1 5 16,2-1 2-16,-1 1 1 0,-1 0 4 0,-1-1 5 16,2 0 4-16,1 1 2 0,-4 2 3 0,1-3-1 15,0 0-2-15,2 0-1 0,-1 2-2 0,-1-2-7 16,0 1-3-16,-1 1-3 0,1-2-2 0,2 3-4 16,-3-1-1-16,0 1-1 0,-2-1-1 0,4 0 1 0,0 1-3 15,1 3 3-15,-4-2-1 0,0-2 0 0,4 4 1 16,-3-1 0-16,2 1 0 0,-3-1 0 0,-1 2 3 15,1-5-3-15,1 3 0 0,0 2 0 0,0-3 2 16,1 0-1-16,-1 0-1 0,-1 0 0 16,1 2 0-16,-2-2 2 0,0 1 0 0,1 1-2 15,-2 1 0-15,4-2 0 0,-5 2 2 0,0-1 1 0,4 2-2 16,-2 1 2-16,1-3-1 0,0 0 0 0,-4 0-1 16,3 2 1-16,0-1-2 0,1-1 2 0,0 0-1 15,1 0-1-15,-2 2 0 0,3 0 0 0,-2-2 1 16,-1 1-1-16,1-1 0 0,0 2-1 0,-1-1 0 15,3-2 1-15,-4 2 0 0,3-1 0 0,-1 3 0 16,-2-2 1-16,3-2 2 0,-1 3-1 0,2-1-1 16,-2 1 0-16,1-1 1 0,-1-2-1 0,0 1 3 15,3 0-3-15,-1 1 1 0,-1-2 0 0,1 2 2 0,1 0-2 16,-1-2-1-16,3 1 3 0,-3-1-1 0,2 1 1 16,0 0-1-16,-2-2 0 0,3 2 1 0,-1-2-1 15,1 3 2-15,-2-5-4 0,3 3 2 0,0 1-1 16,-1-3-2-16,0 1 0 0,0 0-1 0,-1 0 1 15,2 2-2-15,1 0 2 0,-1-2-1 0,-1 2 0 0,1-2 2 16,1 2 0-16,0-2-1 0,0 1 0 0,0 1 4 16,0-2-1-16,0 1 0 0,0-1-1 0,0 2 2 15,0-1 0-15,0 0 1 0,1-1 0 0,-1 1-3 16,0 0 0-16,1 0-1 0,-1-3 2 0,1 3-3 16,1-2 1-16,-1 0-1 0,3 2 1 0,-1-3 0 15,0 1-1-15,0 2 0 0,0-1 0 0,-1 0 0 16,0 1 0-16,4 1 0 0,-5-5-1 0,1 5 0 15,0-2 1-15,1 2 1 0,0-2-1 0,-1-1 2 0,0 0-3 16,-1 0 3-16,3 3-1 0,-2-4 1 0,0 0-1 16,1 0-1-16,-1 0 1 0,0 0-1 0,1 2 2 15,-2-4-2-15,0 2 0 0,2 0 1 0,-1-1-1 16,-1 1 0-16,3-1 1 0,-3-1-1 0,1 3 0 16,1-1 1-16,-2-1-1 0,3 2 1 0,-2-1 0 15,-2 1 1-15,3-2-1 0,-1 3 4 0,-1-1-3 16,2 1 1-16,-2-2 0 0,2 0-1 0,-3 1 0 15,2-1 1-15,-1 2-1 0,1-1-2 0,0-1 1 16,-2 0-1-16,3 2 0 0,-3-1 1 0,3 1-1 0,-1 1 1 16,0-2-1-16,1-1 2 0,0 1-2 0,-1 2 0 15,-1-3 1-15,2 0 0 0,-1 4-1 0,-1-3 0 16,0-1 1-16,-1 1 0 0,2 2 1 0,0-3 0 16,0 2-2-16,1-2 3 0,-2-1 0 0,2 1 0 15,-2 2 0-15,0-1 1 0,0 1-1 0,0-1 1 16,0 1 0-16,0 2-2 0,1-1 0 0,-1 1 0 15,0-2 0-15,-1 2 0 0,2-1 0 0,-1 1 0 16,-1-2 1-16,1 0-1 0,-1 0 1 0,0-1 0 16,0 1 1-16,0 0 0 0,0-1-1 0,-2 1 1 15,0 0-1-15,1-1 1 0,0 1 0 0,-3 1 1 0,1-2-1 16,-1-1 2-16,3 0 1 0,-3 2 0 0,1-1 2 16,-1 0 0-16,0 0 0 0,2 1 1 0,0 1-1 15,-4 1-1-15,3-2-2 0,-1 2-1 0,2-1 0 16,-3-1-1-16,2 1-1 0,-3-1-1 0,3-1-1 15,-1 1 1-15,-2-1 0 0,2 0 1 0,0-1-2 16,-1 2 2-16,1-2 0 0,-1 0 0 0,1 0 0 16,1 0 1-16,1 0 1 0,-3 0 0 0,1-2 0 15,1 1-1-15,-3-1 0 0,2 0 2 0,-1 0-1 0,0 0-2 16,-1 0 1-16,0 0 0 0,1 0-1 0,0 0 2 16,2 1-1-16,-3-1 4 0,2 1-2 0,-2 1 3 0,6-2-2 15,-4 0 3-15,1 0-3 0,-3 0 1 16,2 1-2-16,2-1-2 0,-1 0 2 0,-1 0-2 0,0 0-1 15,1 0-1-15,3 0 0 0,-2 0-1 0,-3 0 1 16,5 0-1-16,0 0-1 0,0 0 0 0,2-1-1 16,-2 1 0-16,0-1-1 0,1 1 2 0,0 0-1 15,-2-1-1-15,0 1-1 0,-1 0 1 0,2-1 1 16,0 1 1-16,-1-1-2 0,1 1-1 0,1-1 3 16,-1 1-2-16,0 0 2 0,2 1 0 0,-2 0 0 15,1-1 0-15,2 0 0 0,-2 0 0 0,-1 2 0 0,4-2 0 16,-2 1 0-16,-1 0-2 0,0 0 0 15,0-1 2-15,1 2 0 0,1-2-1 0,-1 0 0 0,-2 0 1 16,0 0 0-16,4 0 0 0,-2 0 0 0,1 1-2 16,-1 0 2-16,-2 1 0 0,2 0 0 0,1-2 1 15,-2 2-1-15,-1-2 0 0,1 1 1 0,-1-1 1 16,3 1-2-16,-2 1 0 0,-1-2 0 0,1 0 0 16,-1 1 0-16,3 0 0 0,-2 0-2 0,-1-1 0 15,1 1 2-15,0-1 0 0,-1 0-1 0,3 0 0 16,-1 0 1-16,0 1 0 0,0-1 0 0,-1 1 0 15,1-1 1-15,2 0-1 0,0 1 1 0,-2-1-2 16,2 0 1-16,-3 0 0 0,1 0-2 0,2 1 2 16,-2 0 0-16,2 1-1 0,-1-1 0 0,-1 1 1 15,1-1 0-15,2 1-1 0,-2-2 2 0,0 2-2 16,0-2 1-16,-2 0-1 0,3 1 1 0,-1-1 0 16,0 0 0-16,0 0 0 0,0 1 0 0,0-1 0 0,0 2 0 15,1 0 0-15,-2-2 0 0,0 1 1 0,1 0-1 0,-1 1 0 16,-1-2 0-16,2 1 0 0,-1 1 0 15,0-2 1-15,2 2-1 0,-2-2 0 0,1 1 1 0,1 1-1 16,-2-2 0-16,1 1 0 0,-1 1 0 0,1 1-1 16,1-3 0-16,-1 4 0 0,-1-3 1 0,-1 0-1 15,3 1 1-15,-2-1 0 0,0 0 0 0,-1-2 0 16,0 2 0-16,1-1 0 0,-1 0-1 0,1 2 1 16,-1 0 0-16,2-1 0 0,-2 3 0 0,-1 0 1 15,2 0-1-15,0 0 1 0,-1-1 0 0,1-2-1 16,-1 3 0-16,-1-2 0 0,1 0 0 0,-1-2 0 15,0 1 0-15,0-1 0 0,0 1-1 0,0 1 2 0,0 2-1 16,0-4 1-16,0 4-1 0,0 0 1 0,0 1 1 16,0 0-2-16,0 1 0 0,0-4 0 0,0 1 0 15,0-3 0-15,-2 2 0 0,0 2 0 0,-1-3 0 16,2 3 0-16,-1-4 0 0,0 5 0 0,0-1 1 16,-1 0 0-16,0-3-2 0,0 4 1 0,1-4 0 15,-1 2 0-15,2 2 1 0,-2-3-1 0,2 0 0 16,-2 2-1-16,-1 1 1 0,2-3 0 0,-2 1 0 15,2 1 0-15,-2 0 0 0,2-1 0 0,0-1 0 16,-4 2 1-16,4-2 0 0,-1 2-1 0,0 0 0 16,-1-1 1-16,1-1-1 0,1 1 1 0,-1 2-1 15,0-2 0-15,0-1 2 0,-1 1-2 0,3-1 0 16,-3 0 1-16,2 0 0 0,-1 0 0 0,0 0-1 16,0 0 0-16,1 1-1 0,1-1 1 0,-3 0-1 15,3-1 1-15,-1 2-3 0,0-2 2 0,1 1 1 16,0 0 0-16,-1 0-1 0,1 1 0 0,1-1 1 0,-2 2 0 15,2-1 0-15,-1-1 0 0,1 1 0 0,-1 0-1 0,1-1 1 16,0-2 0-16,0 2 1 0,0-1-1 0,-2 0 0 16,1 1 0-16,0 0 1 0,1-1 0 0,-1 0 0 15,1 1-1-15,0 1 0 0,0-1 0 0,0-1 1 16,0 2 0-16,0-1-1 0,0 1 0 0,0-1-1 16,0-1 1-16,0 1 2 0,0-1-2 0,0 2-2 0,0-3 2 15,0 3 0-15,1-1 1 0,0 1-1 16,0-1 0-16,1 1-2 0,-1-1 2 0,0 2 2 15,1-2-3-15,-2 1 1 0,0-1 0 0,2 5 0 16,-1-4 0-16,1 1 0 0,0 2 0 0,-1-3 0 16,-1 2 0-16,1-1 0 0,-1-3-1 0,0 1 2 0,0 0-1 15,0 1 0-15,0-1 1 0,0 0-2 0,1 2 1 16,1 1 0-16,-2-1 1 0,1-1-1 0,0 1 1 0,1-1 0 16,-2 1-1-16,1 1 0 0,-1-2 0 0,0 0 0 15,2 1 0-15,-2-1-1 0,0 0 2 0,0 2-1 16,0-2 0-16,1-1 2 0,-1 2-2 0,0 0 0 15,0-1 1-15,0 0 0 0,0 1-2 0,0-1 0 16,0 0 1-16,-1 1 0 0,1-1 1 0,0 1-1 16,-2 0 0-16,2 1 0 0,0 0 0 0,-1-1 0 15,0 0 0-15,1 0 0 0,0 3 0 0,-1-4 0 0,1 3 0 16,-1-2-1-16,0 0 1 0,1 3 0 0,0-3-1 16,0 2 1-16,0-3-1 0,0 3 1 0,0-3 2 15,0 2-2-15,0-1 0 0,0 0 0 0,1-1 1 16,-1 1-1-16,1 0 0 0,-1 0 0 0,0 1 0 15,1-2 0-15,-1 1 0 0,0 2 0 0,1-1-1 16,0 1 1-16,1-2 0 0,-1 1 1 0,0 0-1 16,-1 2 0-16,2-5 0 0,-2 0 1 0,0 1 0 15,0 3 0-15,0-3-1 0,0-3-2 0,0 1 2 0,0 0-2 16,0 3 2-16,1-2 0 0,-1 0 0 0,0-1-1 16,1 0-1-16,0 3 2 0,0-2 0 0,-1 2 1 15,1-3 0-15,1 0-1 0,-1 1-1 0,0 1 1 16,-1-1 2-16,1 0-2 0,-1 0 0 0,0-1 0 0,0 2 1 15,0-3-1-15,2 3 1 0,-2-2 0 0,2 2-1 16,-1-3 2-16,1 2 0 0,0-3 0 0,-1 1-1 16,0 2 0-16,1-2 3 0,-2 0-3 0,0 0 3 0,1-1-3 15,0 1 2-15,2 0-3 0,-1 0 3 0,-1 0 0 16,1 0-2-16,0 0 1 0,0 0-3 0,-1 0 1 16,1 0 0-16,4 3 0 0,-5-3 0 0,2-1-1 15,2 1 1-15,-1-1 0 0,-1 0 0 0,2 0 1 16,-2-1-1-16,-1 2 2 0,4 0-2 0,-3 0 0 15,-1 0 0-15,3 0 0 0,-1 2 0 0,0-1 0 16,1 0 0-16,-1-1 0 0,-1 0 1 0,4 0-1 16,-4 1 0-16,0 0 0 0,3-1 0 0,-2 0 0 15,1 0 0-15,-2 0 1 0,1 0-1 0,1 0 0 16,-1-1 2-16,1 1-1 0,-2 0 0 16,2 0 0-16,0 0-1 0,-1-1 0 0,2 1 1 0,-3 1 0 15,1-1-1-15,1 3-1 0,-1-3-1 0,-1 0 3 16,1 1-1-16,2 0 1 0,-3 0-1 0,4 0 1 15,-2-1-1-15,0 0 2 0,1 0-1 0,1 0 0 16,-6 1-1-16,3-1 0 0,1 0 0 0,-1 3 0 16,-1-2 0-16,0-1-1 0,2 3 1 0,1-3 0 15,-2 2 0-15,-2-2 0 0,-1 1 1 0,1 0 1 0,0 0-1 16,3 0 1-16,-5-1 2 0,1 0-2 0,-1 1 1 16,1-1-2-16,1 0 1 0,-1-1 1 15,-1 0-1-15,0 1 1 0,0-1-2 0,2 0 0 0,-2 1 1 16,1-1-1-16,-1 1-1 0,0 0 0 0,-1 0-1 15,1 1-1-15,0 1 0 0,0-1 1 0,2 0 0 16,-2 0 1-16,2 0-1 0,1-1 1 0,1 3-1 0,-3-2 1 16,1 0-1-16,0 0 1 0,-1 0 0 0,1 2 0 0,0-2 0 15,2 1 0-15,-2-2 2 0,-2 1 1 0,0-1-1 16,2 2-1-16,-2-2-1 0,0-2 0 0,-1 2-1 16,0 0-3-16,1 0-7 0,0-1-7 0,0 1-24 15,0 0-16-15,0-3-19 0,0 2-20 0,2 0-74 16,0-1-45-16,3 1 141 0,-1 0-108 0,3 1-54 15</inkml:trace>
  <inkml:trace contextRef="#ctx0" brushRef="#br0" timeOffset="19010.54">4942 15822 363 0,'-5'-3'225'0,"3"2"-118"0,-1 1-76 0,2 0 71 16,0 0-81-16,0 0-10 0,-1-1 0 0,2 1-2 15,-1 1 0-15,1-1-1 0,1 1 1 0,1-1-6 16,-1 1-3-16,1 1 0 0,-2-1-1 0,3 2 1 0,-1-2-1 15,-1 1 0-15,2 2 0 0,-1-1 2 0,1 2 1 16,-2-3 5-16,0 4 0 0,1 0 5 0,1 1 0 16,-1-1 10-16,1 2 2 0,-2 0 1 0,1 1 2 15,2 1 1-15,-1 2-3 0,-1 1 1 0,0 1 4 16,1 1-7-16,-2 0-1 0,0 3 0 0,0-1 5 16,-1 1 1-16,0 2 1 0,2-1 2 0,-2 0 1 15,1 2 1-15,0-1 2 0,1-1 1 0,1-1-8 0,-1-1-4 16,0 1 2-16,0-1-4 0,0-2-5 0,-1 0-2 15,2-1-3-15,-1 1-5 0,1-3 0 0,-1 1 1 16,0-2-3-16,1-1-2 0,0 0 0 0,-1-1-1 16,0-1 0-16,0-1-1 0,1 1-4 0,-2-2-7 15,2 1-7-15,-2-3-9 0,1 3-30 0,-1-2 11 16,2 0-43-16,-2-1-20 0,1-1-64 0,-1 0 116 0,-1-2-75 16,2-1-32-16</inkml:trace>
  <inkml:trace contextRef="#ctx0" brushRef="#br0" timeOffset="20145.34">4785 15838 707 0,'-5'-4'372'0,"4"1"-257"0,-2 0-86 16,1 2 13-16,1 1-9 0,-2-1-9 0,1-1-5 0,-1 2-2 15,3 0 0-15,-1-1-4 0,0 1-5 0,1-1-3 16,6 3-5-16,-6-2-5 0,1 2-2 0,1-2 4 15,0 2 0-15,0-2 1 0,-1 1 2 0,-1-1 0 16,0-1 3-16,3 1-1 0,-3-2 3 0,1 0-2 16,-1 1 1-16,1 1 0 0,3-1 1 0,-2-1 1 15,1 1-2-15,-3-2 2 0,4 2-1 0,-3-3-1 16,3 4-3-16,1-1-1 0,-5-1 1 0,2 2-1 16,2-2-2-16,3 2 0 0,0-1 1 0,-1-1 0 15,0-1 1-15,0 1 0 0,2 2 1 0,-3-2-1 0,4 1 0 16,-5-2 1-16,3 2-2 0,-2-1 1 0,2-1-1 15,1 0 1-15,3 2 0 0,-2 0 0 0,-2-3 2 0,4 2-1 16,-2 0 0-16,1 0 0 0,-1 2-1 16,1-1 1-16,-2 0 0 0,3 2 2 0,-3 3 1 0,0-4 1 15,2 1 2-15,-1 0-2 0,2 4 3 0,-2-2-1 16,-1-2-1-16,1 1-1 0,1 0-2 0,-1 4-1 16,4-1-1-16,-4 1 2 0,2-2-2 0,0 3-1 15,1 0 0-15,-1 0 0 0,1 2 2 0,0-2-2 16,-2 2 1-16,-1-1-1 0,3 1 2 0,0 0-1 15,-1 1 1-15,0 0-2 0,-2-1 0 0,-2 2 0 16,3-1 0-16,-5-1 1 0,2 0-1 0,-5 0 0 16,2 0 1-16,1 0 2 0,-3-1-1 0,0 1 4 15,-2-1-2-15,1-2 1 0,-1 2 0 0,0 1 2 16,-1-2-1-16,-1 2 1 0,1 0-1 0,-2 0 0 16,-4 1 1-16,-3-2 2 0,3 0-2 0,0 0 1 15,-5-1 0-15,2 1-1 0,-3 0 1 0,2-2-4 16,0 2 2-16,1 0-3 0,-1-3 0 0,0 2 1 0,1-3-2 15,-2 0 1-15,2 1-1 0,-1 0 0 0,3-1 0 16,-1-2 1-16,-1 2 2 0,1 0 0 0,0 1 2 16,4-1 1-16,-4 1-1 0,0-3 0 0,2 0 0 15,1 0-1-15,0 0-2 0,0-1 1 0,1 1-3 16,0-2-1-16,1 0 0 0,1 2 1 0,-2 0 0 16,3-2-1-16,-2 0 2 0,1 1-3 0,0-1 2 15,3 1-2-15,-2-2 1 0,1 0 1 0,1 0-2 16,0 0 2-16,0 0-2 0,0-2 1 0,0 1-1 15,0 0 1-15,0 2 0 0,1-2-1 0,0-1 1 16,-1 0-1-16,2 1 0 0,0 0 2 0,-1 0-2 16,0 0 1-16,0-2 0 0,1 3 0 0,-1-1-1 0,1 0 1 15,0 2 0-15,1 1-1 0,0-1 0 0,-2 1 0 16,2 0 0-16,1 4 1 0,-2-1 1 0,3-3 2 16,-1 0 0-16,0 2-1 0,-1 4 1 0,3-5-1 15,-2 1 2-15,0 3-1 0,0-4 1 0,1 5 0 16,0-3 0-16,-1-1 2 0,0 1-1 0,1 1 1 15,-1-3-1-15,0 3-1 0,2 1-1 0,-1-1 0 16,0 0-1-16,2 1 0 0,-1-1-2 0,2 3 2 16,0-1 1-16,0 1 0 0,0-1 2 0,-1 0-1 0,0 2 3 15,1 0 0-15,-1 1 1 0,-1-2 0 0,0 3-2 16,0 0 1-16,0 0-3 0,3 1 1 0,-5-1-2 16,3 0-1-16,-4-2 0 0,3 2-1 0,-3-2 1 15,-1-1-2-15,7 0 3 0,-8-1-1 0,2 0 0 16,1 1 0-16,-3-1 2 0,2-1 0 0,3 1-1 15,-6-2 0-15,-3 2 0 0,3-2-1 0,1 0 1 16,-1-1 0-16,6-1-2 0,-6 1 1 0,0-1 1 0,0-1-2 16,0 1-1-16,0 1 2 0,0-4-4 0,-3 1-4 15,-2 0-4-15,0-1-15 0,2 0-9 0,0-1-9 16,-1-1-9-16,4 0-16 0,-6-1-43 0,3 2-24 16,-1-2-34-16,2 1-28 0,-1-1 123 0,-2 0-93 15,2 1-24-15</inkml:trace>
  <inkml:trace contextRef="#ctx0" brushRef="#br0" timeOffset="21428.37">5541 16435 617 0,'-3'0'230'0,"2"-1"-170"0,-1 0-43 0,1 0-6 16,1 0-1-16,-1 1-2 0,1-2 0 0,0 0 0 15,-2 1-7-15,2-1-7 0,0 0-2 0,0 0 0 16,2 1 0-16,-2-1 1 0,1-1 2 0,1-1 1 16,0 1 5-16,1-1 8 0,-1 0 2 0,-2 0 7 15,3 0 2-15,-2-2 3 0,0 3 3 0,1-2 3 16,0 1 0-16,-2-1-2 0,2 0-4 0,-2 0-3 16,1 0-2-16,-1 2-3 0,2-2-1 0,-2 0-4 15,0 2-1-15,1 0-2 0,-1-2 1 0,1 3-3 16,0-1-2-16,-1-1 1 0,0 2-3 0,0-1 0 0,0 1-1 15,-1-2 0-15,1 3-2 0,0-2 0 16,0 1 0-16,0-1-2 0,0-1 1 0,0 1-2 0,0 0-1 0,-1 1 1 16,1-2 2-16,-1 1-1 0,-1 2 0 0,2-1 3 15,-2 0 0-15,-1-1 0 0,2 2 0 0,-1-1 2 16,0 2-1-16,-1-1 0 0,-1 1 1 0,0-2-1 16,3 2 0-16,-3 0 0 0,0-1 0 0,2 1-1 0,-2 0 0 15,1 0-3-15,1 1 1 0,0 0 2 0,0 1-1 16,0 1-3-16,-2 1 2 0,1-2 0 0,-1 1 3 15,3-1-1-15,-4 0 0 0,3 2-1 0,0-2 1 16,-2-1 1-16,1 1-2 0,1 4 0 0,0-3 2 16,0-1-3-16,1 3 2 0,0 1-2 0,-2-3 2 15,1 3-1-15,0-3 2 0,1 2 0 0,-1-2 0 16,0 2 0-16,0 0 0 0,-1-3 0 0,2 3 0 16,0 0 1-16,-1-2 1 0,2 1-1 0,0 1 3 15,-1-1-2-15,0 1 0 0,1-1 1 0,0 1 0 0,-1 1-1 16,1-1-1-16,0 0-1 0,0 0 0 0,0 3 0 15,1-3 1-15,-1 1-1 0,0-1 0 0,1 1-1 16,-1-1 2-16,1 0 2 0,-1-1 1 0,2 0 3 16,0 2 2-16,0-2 0 0,-2 1 0 0,3-1 3 15,-2 1-3-15,2 1-1 0,-2 1-1 0,-1-3-3 16,1 2 0-16,1 1 0 0,-1 0-3 0,2-2 3 16,-3 1-2-16,1 1 2 0,0-1 1 0,-1-1 2 0,0 3 1 15,0-2 1-15,0 1 2 0,0 1-2 0,0-1 1 16,2 3 0-16,-1-2-3 0,-1 2-2 0,1-2-3 15,0 2 0-15,-1-1 0 0,1 1-2 0,-1 0 1 16,1 0-1-16,-1-2 0 0,2 2 0 0,-2-1 1 16,2-2 1-16,-2 1-4 0,2 1 3 0,-2-2-1 0,1-1 1 15,0 1 0-15,0-1-1 0,0 0 0 0,0 3 0 16,0-5 1-16,-1 3-2 0,2-1-2 16,-1 0-1-16,0-1-1 0,-1 2-3 0,2-3-4 15,-2 1-6-15,1 0-7 0,0-2-21 0,-1 0-14 0,1 1-20 16,-1-1-23-16,0-1-22 0,0-1-31 0,0 0 94 15,-1 2-70-15,-1-1-1 0</inkml:trace>
  <inkml:trace contextRef="#ctx0" brushRef="#br0" timeOffset="22361.44">5451 16501 921 0,'-8'0'354'0,"2"2"-268"0,-3-1-71 0,3 0 8 0,2 2-18 16,0-2-9-16,-1 2 1 0,3 0-29 0,0 0-13 16,1-1-12-16,1 1-15 0,-1-1-16 0,1 1-31 15,2 3-9-15,-2-3-6 0,0-1 31 0,0 2 14 16,2-1 18-16,-2-2 25 0,2 1 24 0,-2-1 41 0,0 0 37 16,0-1 16-16,0 0 7 0,0 0 12 0,0 0 4 0,-1-1 5 15,0 0-1-15,-1 1-8 0,2-1-19 0,0-1-9 16,0 1-2-16,-1-1-14 0,1 0-7 0,-1 2-18 15,1 0-9-15,0-3-2 0,0 2-7 0,-1 2-3 16,1-1-2-16,0 0 0 0,0 1-3 0,0-1 3 16,0 0 1-16,1 0-1 0,0 2 1 0,-1-1 3 15,0-1 2-15,0 0 5 0,0 0 4 0,0 0 0 16,0 0 5-16,0-1 2 0,0 1 3 0,0 0-1 16,1 0 0-16,-1 1-4 0,0 1-2 0,0-2 1 15,2 1-7-15,-1 1 0 0,0-1-3 0,-1 0 1 16,3-1-5-16,0 1 0 0,0-1-1 0,-1 1 0 15,0-1-2-15,2 0 0 0,-2 0-1 0,3 0 0 0,-1 0 0 16,0 0 0-16,0 2 0 0,-1-1 0 0,0-1 0 16,2 2 1-16,-1-2 0 0,-2 0 1 0,1 1 1 15,0 0 2-15,1 1 1 0,0-1-1 0,0-1 3 16,0 3-2-16,0-2 2 0,-1 1-2 0,1-1 2 16,-2-1 0-16,2 0-1 0,-2 0 0 0,2 0 1 15,-1 0 0-15,0 2-2 0,0-2 2 0,1 0-2 16,-1 0 0-16,-1 0-2 0,0 0 0 0,1 0-1 0,-2 0 0 15,1 0 1-15,-1 0-4 0,0 1 1 0,1 0-1 16,-2 1 2-16,1 0 0 0,0-2-2 0,-1 2 0 16,0-2 1-16,0 0 1 0,0 1 2 0,0 0 0 15,-2 2-1-15,1-4-1 0,-1 3 3 0,1 0 2 0,-3-2 0 16,1 3 0-16,0-1 0 0,0-1 0 0,-2-1 0 16,1 3 0-16,-1-2 3 0,-1 2-2 0,3-1 1 15,-4-1-2-15,2 0 5 0,-1 1 1 0,1-1-1 16,-2-1 1-16,4 0 1 0,-5 0-1 0,3-2 1 15,0 2-3-15,0-1-2 0,1 0-1 0,-1 0 0 16,1 0 0-16,1-3-5 0,-2 4-1 0,0 0 0 16,1 0 4-16,0 0-3 0,0 0-3 0,-1-1 2 0,0 0-3 15,0-1 1-15,2 2 0 0,1 0 0 0,-1-4 0 0,-1 4 0 16,3-2 1-16,-1 0-1 0,-1 1 2 0,2 1-1 16,-2-2 1-16,2 0-1 0,-4 2-1 0,5-3 0 15,-3 0 1-15,-2 2 0 0,5 0-1 0,-1-1-1 16,1 0-1-16,0 2 0 0,0 0 0 0,0-1-9 15,0 0-3-15,0-2-6 0,0 2-6 0,0 1-19 16,-1-1-12-16,-2 0-12 0,6 1-16 0,-3-1-36 16,2 1-19-16,3 0-24 0,-4 0-28 0,2 0-20 15,1 0 124-15,3 0-117 0,-2 0-31 0</inkml:trace>
  <inkml:trace contextRef="#ctx0" brushRef="#br0" timeOffset="26365.48">9280 15867 1004 0,'-4'0'368'0,"1"1"-284"0,1 0-72 15,0 2 4-15,0-3-15 0,0 2-3 0,2-1 1 16,0-1 1-16,0 2 2 0,0 0 1 16,0-1-3-16,2 1 0 0,0 1-3 0,0-1-1 0,0 0 0 15,0-1 3-15,3 0 1 0,-2-1 0 0,-2 0 2 16,2 0 1-16,0 0 1 0,1 0 0 0,-3 0 3 15,-1 0-1-15,1-2 4 0,1 0 6 0,1 1 2 16,-1-1 3-16,-1 0 5 0,-1 1 5 0,0-2-1 16,2 0 1-16,-1 1-1 0,0 2-6 0,-1-3-1 15,1 1-6-15,0 1-3 0,-1-1-6 0,3 2-2 16,-2 0-2-16,-1-1-2 0,0-1 0 0,0 1-2 16,0-1 0-16,0 1 1 0,0 1-1 0,0-2 1 15,0 2 1-15,0 0 1 0,-1-1-1 0,1 1 4 16,-2-1 0-16,1 0 0 0,0 1 4 0,0 0 2 15,0-1-1-15,1 1 2 0,0-1 0 0,-1 1-3 16,-1 0 0-16,2 0 0 0,0 0-2 0,0 0-4 0,-1 0 0 0,0 0-3 16,0 0 0-16,-1 1 1 0,1 0-1 0,0 0-1 15,0 0 0-15,0 2-3 0,0 0 3 0,-1-1 1 16,2 1-1-16,-2 1-2 0,0 0 1 0,0 1 1 16,2 1 0-16,-1 0 0 0,0 1-2 0,1 0 1 15,-3 1-2-15,3 3 2 0,0-1 1 0,0 1-2 16,-1-1-1-16,0 2 3 0,1 0-1 0,-1 1 0 15,1 0 1-15,-2 0-1 0,0 0 0 0,1 2 1 16,0 0-1-16,0 0 1 0,1 0 0 0,-2 1 0 0,-2-3 1 16,4 1 1-16,-1-2-1 0,0 0 1 0,0 0 0 15,0-1 1-15,1-2-2 0,-3-1 3 0,3 2-1 16,0-2 0-16,-1-1 1 0,1 1 0 0,0-4 1 16,-1-1-4-16,0 2 3 0,1-1-1 0,0-2 1 0,0 2-1 15,0-3 0-15,0-1 2 0,0 1-2 0,0 0 6 16,0-1 4-16,0 0 0 0,0 0 3 0,0-1 5 15,0 1 2-15,0 0 0 0,-2-1 2 0,1-3 1 16,0 2-3-16,0-3 0 0,-1 3 1 0,0-5-2 16,-2 0-3-16,2-2 1 0,0 2 0 0,-1-1-3 15,-2 0-2-15,2-2-1 0,1 0-3 0,-2-1-6 16,0 0 2-16,-1 1-4 0,2-2 0 0,0 1 0 0,2-1-3 16,-2 1 2-16,0-2-1 0,0 3 2 0,2 1-1 15,-1-2 0-15,1 0 1 0,-1 3-2 0,-1-2 1 16,-1 0 0-16,2 1-1 0,0-3-1 0,-1 2 0 15,-2-1 1-15,3 0 0 0,0 0 0 0,-2 1 0 16,0 1-1-16,2-1 0 0,-1-1 1 0,2 1 2 16,-3 1-2-16,2 1 1 0,-1-2-1 0,1 0 2 15,0 0-1-15,-2 0-1 0,2 0 2 0,2 2-1 16,0 0-1-16,-3-3-1 0,1 2 0 0,-2 0 1 16,4 2 1-16,0-1-1 0,-4 0-1 0,2 0-1 15,1 0 1-15,-2 0 0 0,3 2 0 0,-2-3-1 0,-3-1 0 16,5 1 1-16,0 1 1 0,0-3-1 15,-1 1 0-15,0-2 1 0,1 2 0 0,0-3 1 16,2 2-1-16,-2-1 0 0,0 0-1 0,0 0 1 0,0 0 0 16,0 0 0-16,-1 2-1 0,1-1 0 0,-2 0 0 15,-1 0 0-15,1 1 0 0,1-1-1 0,0 1 1 16,1 2-1-16,-2 0 0 0,1 0 1 0,0-1 0 16,2 3-1-16,3 0-1 0,-4 0 1 0,0-2-1 15,0 2 2-15,0-1-2 0,1-1 1 0,1 3-1 16,1-3-2-16,-3 2 3 0,2 0 0 0,-1 3-1 0,2-3-2 15,-1 3 2-15,3 2-2 0,-1-1 2 0,-2 0-1 16,2-1 0-16,-1 1-2 0,1 0 4 0,2 1-3 16,-3-1 0-16,1 2 1 0,1 0-1 0,1 0 0 15,3 2 2-15,-2-2-1 0,-1 2-1 0,3 0 1 16,-3 1-1-16,4 0 2 0,-2-1-1 0,-1 1 2 16,0 3-2-16,0-1 1 0,3 0 0 0,-2 0 1 15,0 1 0-15,0 1 0 0,-1-1-2 0,0 1 2 16,1 0 0-16,-2 0-3 0,1 1 2 0,0-1 2 0,0-1-2 15,-3 4 0-15,3-1 2 0,-3-1 0 0,3 0-1 16,-3 0 1-16,2 2 0 0,1 1-1 0,-1-1 1 16,-1-1 0-16,2 3-2 0,-3-3 0 0,1 3-1 15,-1 3 3-15,0-4-1 0,0 2 1 0,-1-1-1 16,0-1 0-16,0 0 1 0,0 2 0 0,-1-3 0 16,0 0-2-16,-1 1 2 0,1-3 0 0,0 3 0 15,-1-2 0-15,0 2 0 0,-1-2 0 0,0-1 0 16,0 0-2-16,-1 0-1 0,-2 1 1 0,1-1-1 0,-1 0 0 15,-1-1-3-15,0 0 0 0,0 1-1 0,0-2-1 16,-3 2 2-16,2-1-1 0,-2-1-1 0,0 1 1 16,-1-1 1-16,0 1 3 0,-3-3 1 0,0 2 2 15,1-1 0-15,-1 0 1 0,-1-1 1 0,2-1-1 16,-2 0 3-16,2 0-1 0,1 1 0 0,-2-2-1 16,1-1 0-16,0 1-1 0,-1 0 0 0,2-1 1 15,2 2-2-15,0-3 1 0,-3 1 0 0,4 0 0 16,1-1 0-16,0 0 1 0,-3-1 0 0,1 1 1 15,2-1 1-15,1-2-1 0,-3 1-1 0,4-1 2 16,-3 1-1-16,4 1-1 0,2 0 2 0,0-1 0 16,-2 1 0-16,2 0-1 0,3-1 0 0,-3 0-1 15,1 0-1-15,2-1 0 0,-1 2 0 0,-2-2-2 16,0 0 1-16,0 1 0 0,3-1 1 0,-2 2-1 16,1 0-1-16,0-1 1 0,-2 0 0 0,4 0 0 0,0 2 0 15,-2-1-1-15,3 1 0 0,-1 0 1 0,0 0-1 16,4 0 1-16,-2 0 0 0,0 1 0 0,-1 0-1 15,-1 0 1-15,-2-1 0 0,4 4 0 0,-2-3-1 16,1 1 1-16,-2 0 0 0,2 1-1 0,-3 0 0 16,2-1 0-16,0 2 1 0,-1 0 0 0,-2-1 3 15,5 3-4-15,-1-1 2 0,0-1 0 0,-1 2 2 16,2 0-3-16,-3 1 0 0,4 0 1 0,-1 0 0 16,-1 1-1-16,0-1 0 0,2 3 0 0,-1-2-1 0,3 2 2 15,-2-2-1-15,0 2-1 0,1 1 0 16,-3-1 1-16,3 1 0 0,-1-1 0 0,0 0 0 0,-2 0-1 15,2-1 1-15,-2 1 0 0,2 0 0 0,-1 0 1 16,-1-1-1-16,0-2 0 0,1 1 0 0,-2 2 1 16,2-1 1-16,-2-3 0 0,1 1-2 0,1 1 2 15,0-2 0-15,-2 1-1 0,0-2 0 0,0-3 0 0,0 4 0 16,-2-5-1-16,3 1 3 0,-4 1-2 0,0-2 3 16,-1 1-1-16,3-1-1 0,-2 2 1 0,-1-3 0 15,2 3 0-15,-2-3-1 0,0 0 0 0,0 1-1 16,0 3-1-16,0-3 1 0,-1-1-1 0,0 3-2 15,0-2 2-15,0 2 0 0,-1 0-3 0,-1-2-8 16,0 0-6-16,-1 1-9 0,0 0-8 0,-1-1-26 16,0 0-13-16,-1 2-11 0,1 0-10 0,-2-2-27 15,1 1-10-15,-2-1-12 0,1 1-23 0,-1-1 107 16,0 2-62-16,-1-1-10 0</inkml:trace>
  <inkml:trace contextRef="#ctx0" brushRef="#br0" timeOffset="27167.34">9717 15821 781 0,'-3'-6'292'0,"2"2"-194"16,1-1-71-16,-2 0 38 0,2 0-24 0,0 0-12 0,0 2-10 15,0 0 1-15,0 0-2 0,1 1 0 0,0 2-1 16,1-2-12-16,-2 2-5 0,2 0-2 0,0 0-2 15,0 2-1-15,-1-1 2 0,1 0 0 0,-1 0-2 16,0 1 4-16,2 0 1 0,-2 2 1 0,0-1 5 16,2-1 9-16,-3 2 1 0,2 1 4 0,0-2 4 15,1 1 4-15,-2 1 2 0,1-1-1 0,-1 2-1 16,-1 1-4-16,0-2-4 0,1 1-1 0,0 3-5 16,0 0-2-16,-1 0-3 0,1 1-2 0,-1 0 0 15,0 3-5-15,2 0 2 0,-2 1-4 0,0 0 3 16,0 0-3-16,-2 3 0 0,2-3 0 0,0 1 0 15,0 1 0-15,0-2 0 0,0 2 0 0,0-3 0 16,-1-1 1-16,1 0 0 0,-1 3-1 0,1-5 1 16,0 2-3-16,0-4-1 0,0 0-1 0,0 0-4 0,0-1-9 15,0-1-4-15,0-3-7 0,0 1-4 16,0-1-13-16,-1-1-6 0,1-1-5 0,-1 0-7 16,0 0 1-16,1-1-7 0,-2-1-28 0,1 1-10 15,0-1-4-15,-1 0-9 0,0 0-8 0,0-1 70 0,-1-3-56 16,0 1 9-16</inkml:trace>
  <inkml:trace contextRef="#ctx0" brushRef="#br0" timeOffset="28432.57">10149 15752 492 0,'-5'-2'353'0,"-1"-2"-166"15,2 0-131-15,-1 3 98 0,-1-2-111 0,5 0-20 16,-5-2-15-16,3 3-7 0,-1 2 3 0,0-1-1 16,-1 1-6-16,4-1-12 0,-3 2 0 0,0 2-3 15,-1-1-6-15,1 2 1 0,1-3 0 0,0 0 0 0,-1 0 9 16,0 1 10-16,3-2 3 0,-2 2 5 0,2 1 4 15,-2-3 12-15,1 3 0 0,0-2 7 0,-1 0 0 16,1 0 3-16,0-1 0 0,-2 1 1 0,-3-2 1 16,4 1-8-16,-1 0 0 0,-2 2-3 0,4 1-2 15,-4-1-7-15,3 2 0 0,-3-3-4 0,6 5-3 16,-6-3 0-16,5 0-4 0,0 2 1 0,-3-3 0 16,0 0-2-16,3 1 0 0,0 3-1 0,-1-3 0 15,0 1-1-15,2 0 0 0,-2-1 1 0,2 3 0 0,-2-2 1 16,0 0 0-16,2 0-2 0,-1-1 1 0,1 1 2 15,0 2-1-15,0-3 0 0,3 2 0 0,-3-1 0 16,2-1 0-16,-2-1 3 0,2 1 0 0,1 1-3 16,-2-3 1-16,3 2 0 0,-2-3 0 0,2 3 1 15,3 0 1-15,-3-2-1 0,0 1 0 0,2-1 3 16,-4 0 0-16,3 1 2 0,-2-1 1 0,-1 0 1 16,2 1-1-16,-4-1 1 0,3 0 1 0,-2 0-1 0,6 0-1 15,-4-1 1-15,0 0-2 0,0 1-3 0,4 0 1 16,-3-1-2-16,2 1 0 0,-5 1-1 0,-1 0 1 15,2-1-3-15,-2 0 0 0,0 0 0 0,0 0-1 16,6 3-1-16,-2-3 1 0,-4 2-1 0,3-1 0 16,2 2 0-16,-2-2 1 0,-1 3 1 0,-2-2 0 15,3 1 0-15,-3 0-2 0,4 1 2 0,-2 0 0 16,-2-1 0-16,0 2 0 0,0 0-1 0,0-1-1 16,0 1 1-16,1 0 1 0,-1 1 0 0,1-2-1 15,1 2-1-15,-1 0 1 0,0 0-1 0,0 1 2 16,5 1 0-16,-7-3 0 0,2 2-1 0,0 0 1 0,3-3 0 15,-3 5 0-15,3-3 2 0,-3-4-2 0,-4 3-1 16,9 2 1-16,-6-2 0 0,0 0 0 0,-3 1-1 0,3-3-1 16,3 4 2-16,-3-1 1 0,2 1 1 0,-2-5-3 15,0 4 1-15,0-2 1 0,0 1 1 0,0-2 1 16,-1 2-3-16,-2-3 0 0,-1 4 0 0,3-2 3 16,-1-1-1-16,-2 2-1 0,4-1 0 0,-4 0 0 15,1-1 3-15,0-2-1 0,0 0 1 0,-1 3 0 16,1-2-1-16,-1-1 2 0,-1 1 1 0,-1-2-3 15,5 3 1-15,-5-2-2 0,2 0 2 0,-3-1 0 16,1 2-1-16,-2-2 0 0,-1 0-2 0,3-1-1 16,-4 0 0-16,8 0-2 0,-6-1-3 0,1-1-6 15,1 0 2-15,0 1-2 0,0 0-2 0,2 0-1 16,-4 1-4-16,-3-1-5 0,3 1-2 0,0 0-8 16,0 0-6-16,-1 0-5 0,-4 0-3 0,6-1-8 15,-2 1-4-15,2 0-1 0,0 0-2 0,0-1-14 16,2 0-12-16,1-1-15 0,1 1-22 0,-1 1 82 15,2-2-54-15,-1 2-15 0</inkml:trace>
  <inkml:trace contextRef="#ctx0" brushRef="#br0" timeOffset="30229.74">10333 15787 418 0,'1'-9'289'0,"-1"4"-123"0,0 0-87 0,0-1 75 16,1 2-53-16,0-1-34 0,0 1-5 0,2-3-1 15,-1 4-7-15,0-1-15 0,0 0-11 0,1 2-8 16,0-2-8-16,-1 1-11 0,1 1-1 0,0 5-4 16,1-4 1-16,-1-1-4 0,0 2 0 0,1 2-2 15,-1 0 1-15,1-1 2 0,-1-1 1 0,1 0 2 16,-1 2-1-16,0-1 5 0,-2 0 0 0,3-1 7 16,-1 0 1-16,-2 1 5 0,1 0 2 0,-1 0-1 0,-1-1 5 15,0 0 0-15,1 0 3 0,1 0-4 16,0 4 1-16,0-1-4 0,-2-2-2 0,0 1 0 0,0 3-4 15,1-2-2-15,-1 1 0 0,-1 2-3 0,-1-2 1 16,1 0-2-16,0 1 1 0,-2 0-1 0,2 4-3 16,-2-2 2-16,1 0 0 0,1 1 1 0,0 1 0 15,-3 2-2-15,3 0 0 0,-1-1 0 0,1 1 3 16,-1 0-1-16,0 1-2 0,-1-1-2 0,2 2 0 16,-1-1 1-16,1 1 1 0,-1 0 0 0,-1 0-1 15,0 1 3-15,2-1-2 0,0 1 1 0,-1 0 1 16,-1-1 0-16,0-2-4 0,2 2 2 0,0 0 0 15,-1-1-1-15,1-1 2 0,-1 1-1 0,1-2 3 16,1 1 1-16,-2-2 1 0,0 1-1 0,1-4 2 16,1 2 0-16,-2-3-1 0,1 2 0 0,0-2-2 15,1 1 0-15,0-1-1 0,0 1 2 0,0-2-2 16,0 2 0-16,0-4 0 0,0 1 1 0,0-1-1 0,0-1 2 16,-2-1 0-16,2 0 1 0,0 2 0 0,-1-2 0 0,0 0 2 15,-1 0 2-15,1-2-3 0,1 1 1 0,0 1 1 16,-1-1 0-16,0-2 0 0,1 0 2 0,0-1-1 15,-1 3-2-15,0-2 3 0,-1-1-1 0,2-1-3 16,0 2 0-16,0 0-1 0,0 1-1 0,0-5-1 16,2 1-1-16,-1 2-1 0,0-2-1 0,0-1 2 0,-1 1-2 15,1 0-1-15,0-1 0 0,2 1-1 0,-2-3 0 16,1 4 0-16,-2-3-1 0,2 1-1 0,1 0 0 16,0-3-1-16,-1 2 0 0,2-2 0 0,-1 2 1 15,3-3 1-15,-4 0 1 0,3 0-3 0,-3 0 3 16,2 0 1-16,0 1 1 0,2 1-2 0,-2 0 3 15,0 2-1-15,2 2-2 0,1-2 1 0,-1-2 0 16,0 5-2-16,0-3 0 0,1 3 0 0,1-3-1 16,-1 2-1-16,1-2 1 0,-3 4 1 0,3-2-3 15,1 2 2-15,1 0-1 0,-2-1 0 0,1 2 0 16,0-1-1-16,-2 1 1 0,3 1-1 0,1 0 3 16,-3 0-2-16,3 1 3 0,1-2-2 0,-4 1 2 15,2 0 0-15,-4-1 0 0,1 0 0 0,-4 1 0 16,2 0 0-16,-2 0 0 0,0-1 0 0,-1 1 1 15,1 0 0-15,0 0-1 0,0 1 2 0,0 0-2 0,-1 0 0 16,2 0-1-16,-3 0 1 0,2 0-1 0,-3 0 0 16,3 0 0-16,-2 0-1 0,1 0 0 0,-2 0-1 15,1 0 0-15,-1 0-1 0,1 0 0 0,-1 0 0 16,-1 0-1-16,1 0 2 0,0 0-1 0,1 1 1 16,-2-1-1-16,0 1 0 0,-1 2-5 0,-1-3 0 15,1 1 1-15,-1 0-1 0,-5-1 2 16,3 1-1-16,-4 4 0 0,1-2 1 0,2 0 4 0,-4 1 3 15,1 1 0-15,-1-4 0 0,4 3 0 0,1-1-1 0,-1 0 1 16,0 0 0-16,0-1 3 0,0 0-2 0,3 3-1 16,-4 0 0-16,0-1 0 0,0 0 1 0,-1 0 0 0,1-1 1 15,1 4-2-15,-3-4 0 0,2 1 1 16,1 0 0-16,1 0-1 0,-3 1 1 0,0-3-2 16,3 2 0-16,-2 1 1 0,-1-2-1 0,2 0 1 0,-1 0-1 15,1 1 0-15,1 0 1 0,-1 0 0 0,2 1 0 16,0-2 1-16,0 2 2 0,-1-2-1 0,1 0 0 15,1 0 0-15,0 0-1 0,1-1 1 0,-1-1-2 16,2 0 2-16,1 0-2 0,-1 0 1 0,1-1 0 16,0 0 0-16,0 1-1 0,0 0 2 0,1-1 1 15,-1 0-2-15,2 3 1 0,-2-3-1 0,2 1 2 16,-1 1 0-16,1-2 1 0,-2 1-1 0,2-1 1 0,-2 0 2 16,2 0 1-16,3 0-1 0,-1 0-1 0,-1 0 1 15,1-1 0-15,1 1 0 0,2 0 0 0,-1 0-1 16,2 0-2-16,-2-1 0 0,1 1 1 0,2-1-1 15,-2 1-1-15,0-3 0 0,1 1 0 0,-1 2-1 16,2-1 0-16,0 1 1 0,-2 0-1 0,0 0-1 16,1 0 1-16,2 2-1 0,-4-1 2 0,0 1-2 15,-1-2 2-15,4 1-2 0,-5 0 1 0,3 2 2 16,-2 0-1-16,1 2 0 0,0-2-2 0,-1 1 2 0,0 0-1 16,-1 0 1-16,2 1-1 0,-1-1-1 0,1-1 0 15,-1 1 1-15,2 1-1 0,-2 0 0 0,1 0 0 0,-1 1-1 16,0-2 1-16,4 1 0 0,-4-1 1 0,3-1 1 15,-3 0 1-15,1 1 2 0,-1 0 1 0,1 0 2 16,-1-1 1-16,-1-1-1 0,1 2 1 0,-2-3-2 16,1 2 3-16,2-2-3 0,-4 0-4 0,3 0-1 15,-2 0-1-15,1 0 0 0,-1 2 0 0,3 0 0 16,-4-3-2-16,1 3 1 0,1-1 2 0,0-2-1 16,-2 0-1-16,0 0 2 0,1 0-1 0,0 0 1 15,-3 2-1-15,2-7 1 0,-2 5 0 16,1 1-1-16,0 0 2 0,0 0 0 0,-1 1-4 0,0-2-1 15,1 1-6-15,-1-1-4 0,2 0-7 0,-2 0-7 16,0-3-25-16,0 3-14 0,0-1-17 0,0 1-22 16,0 0-80-16,0 0-61 0,0 3 164 0,0-1-121 15,0 1-66-15</inkml:trace>
  <inkml:trace contextRef="#ctx0" brushRef="#br0" timeOffset="32847.57">10860 16193 342 0,'0'-2'130'0,"-1"-2"-100"0,1 4-26 0,0 0 4 16,2 0-14-16,3 0-11 0,-3-3-9 0,2 0 20 15,1 0-13-15,0 2-6 0</inkml:trace>
  <inkml:trace contextRef="#ctx0" brushRef="#br0" timeOffset="33245.96">10926 16147 182 0,'0'0'166'0,"-2"-2"-45"0,1 1-63 15,0 1 27-15,0 0-13 0,-1 0-13 0,1-1-11 16,2 1-20-16,-1 0-11 0,0 0-3 0,0 0-9 16,0 0-3-16,0 0-2 0,2 1-1 0,0 4 1 15,-2-4-1-15,1 0 3 0,0 1 3 0,0 2 5 16,2-3 1-16,0 3 7 0,-3-3 5 0,3-1 2 16,-2 0 5-16,1 0 3 0,0-2 0 0,0 2-1 15,3-2 1-15,-3 1 1 0,2 1-2 0,2 0 0 16,2 0 0-16,-4 1-6 0,2-2-1 0,0 1 1 15,1-2-1-15,1 1-6 0,-4 0 0 0,5-2-3 0,-4 2-2 16,2 1 0-16,2-3-1 0,-4 2-2 0,3 1-1 0,-1-1-5 16,1 1 0-16,-4-1-2 0,4 0-1 0,0 0 0 15,-2 1-2-15,0 1 0 0,0-2 1 0,1 1 0 16,-1 0-1-16,0 0 0 0,-1 0 1 0,0 0 0 16,0 0 0-16,1 0 1 0,-3 0-2 0,0-1 0 0,1 1 0 15,-2-1 2-15,1 1-1 0,-1 0 0 16,-1 0 0-16,-1 0-1 0,3 0 2 0,-2 0 0 15,-1 1 0-15,3 1-1 0,-3-2-1 0,1 0 0 0,-1 0 0 16,1 0-2-16,-1 1-3 0,1 0-5 0,-1-1-5 16,0 0-5-16,0 0 1 0,0 1-27 0,1 2-10 15,0-3-13-15,-1 2-55 0,0-2-33 0,0 0 105 16,0 0-80-16,0 0-52 0</inkml:trace>
  <inkml:trace contextRef="#ctx0" brushRef="#br0" timeOffset="35604.85">11715 15668 470 0,'0'0'294'0,"0"-4"-157"0,0 1-96 16,0 3 88-16,0-2-114 0,0 3-10 15,0-2-2-15,0 1 0 0,0 2 1 0,2-2-2 0,-2 1-1 16,0-1 0-16,0-1-2 0,0 1 0 0,0 1 1 0,0-1 0 16,-2 2 0-16,1-2-1 0,0 1 3 0,1 0 2 15,0-1 0-15,-2 1 3 0,0-1 3 0,0-1 0 16,0 0 9-16,2 1 4 0,-3-3 0 0,-1 1 1 16,1 0 2-16,0 1-3 0,-2-1-1 0,2 0-1 0,-1-2-11 15,-1 3-1-15,-1 1-3 0,1-2-3 0,0 2-2 16,-2 0 0-16,1 0-2 0,-2-1 1 0,0 1 0 15,1 0-1-15,-2-1 0 0,-2 1 1 0,2 0 2 16,1 0 2-16,0 1 1 0,-5-1 1 0,3 0-1 16,-1 1 0-16,1 0 1 0,2 1 0 0,-1-1-2 15,4 2-4-15,-7-2 3 0,3 2-3 0,5 0 1 16,-4 1 1-16,5 2-1 0,-2-3 5 0,-1 2-2 16,0 0 2-16,1-2-3 0,0 1 2 0,1 0 0 15,-1-3-1-15,-2 1 1 0,2 2-3 0,1-3 0 16,0 1-1-16,-1 1 2 0,5 2-3 0,-4-1 1 15,2 0-1-15,-2 0-1 0,4-1 0 0,-2 2-1 16,2-1 0-16,2 0 0 0,-5 1 2 0,2-3 0 16,1 2 0-16,0 2 0 0,0-2 0 0,0 3 1 15,1-3 0-15,-2 1-1 0,1 1-1 0,0 0 1 16,0 0 0-16,0 0 0 0,0-1 1 0,-3 1 2 0,3-1 0 16,1 1 1-16,-1 0 2 0,-1 0 0 0,0 1 1 15,3 0-1-15,0 1 3 0,0 0 2 0,-2 2-1 16,0-3 2-16,0 3-1 0,2 0 1 0,-2-2-2 15,0 3 1-15,0-2-6 0,0 2 1 0,1-4-1 16,2 5-2-16,-1-3-2 0,2 1 2 0,1 1-1 16,-3-1-1-16,1-1 2 0,-2 1-1 0,1 1-1 15,-2-1 2-15,2-1 2 0,1-1-2 0,-3 0 4 16,3 2 1-16,-1-2-1 0,0 0 0 0,0-1 1 0,1 2-2 16,1 2-2-16,0 0 1 0,0-2-2 0,-1 2-1 0,1-1 0 15,0 3-2-15,1-1 1 0,1-1 0 0,-2 1 2 16,-3 1-2-16,5-1-1 0,-1-1 0 0,-1 0 0 15,-2 0 1-15,-1 0 1 0,2-1-1 0,-2-1-1 16,-2 0 0-16,1 1 1 0,1-1 1 0,0-2-1 16,1 0 1-16,-1-1 0 0,-1-1-1 0,3 1 3 15,-2-1-3-15,-2-2 0 0,1-1 2 0,0 2 0 16,0-1-1-16,0-1-1 0,0 0 2 0,-4-1-1 16,4 0 1-16,0 2 1 0,-2-1-2 0,-2-1 1 15,4 1-2-15,0 0 1 0,-1 2-2 0,1-1 0 16,0 0 0-16,-2-2 0 0,0 2-3 0,-1 0-2 15,-2-1 3-15,4 3-3 0,0-2-4 0,-5 0-3 16,3 1-6-16,0 1-7 0,0-1-15 0,1 1-8 0,-5 0-14 16,3-2-13-16,-3 0-54 0,4 2-34 0,1-2 106 15,-3-2-78-15,0-1-43 0</inkml:trace>
  <inkml:trace contextRef="#ctx0" brushRef="#br0" timeOffset="36208.17">11202 15996 575 0,'-1'0'316'0,"0"-2"-181"0,1 1-98 0,0 0 66 15,0-1-66-15,0 1-31 0,2 1-4 16,3 0 2-16,-2 0-1 0,1 0-2 0,0 0 3 16,0 0-3-16,0 1 0 0,2-1-3 0,-1 1 1 15,0 0 1-15,-1 0 0 0,2 0 0 0,-1-1 1 0,2 0-1 16,-1 2 0-16,-1-2 4 0,1 0 0 0,1 1 2 15,-1-1 2-15,0 0 6 0,1 0 2 0,2 2 3 16,-2-2 2-16,2 0 6 0,-2 0-1 0,0-4-1 16,4 4-1-16,1-2-3 0,-2 0-3 0,1-1-3 15,-2 1-1-15,2 0-7 0,0 1-3 0,6 1-1 16,-7-1-2-16,-2 0 0 0,2 1-1 0,-1-1 1 16,0 0 0-16,0 0 0 0,-4 1-2 0,2 0 0 15,-1 0 2-15,1 0-1 0,-2 1-2 0,1-1-5 0,0 0-10 16,-3 0-4-16,1 0-1 0,0 1-8 0,-2-1-19 15,2 0-8-15,-1 0-11 0,0 0-14 0,-3 0-59 16,3 0 100-16,0 0-64 0,-3 0-27 0</inkml:trace>
  <inkml:trace contextRef="#ctx0" brushRef="#br0" timeOffset="37470.28">11761 16008 358 0,'2'-1'180'0,"-2"0"-104"0,-2-1-54 0,2 2 21 0,-1-1-24 16,1 1-13-16,-1-1-7 0,1 1-2 0,0 0 2 15,0 0-4-15,0 0 0 0,0 0 3 0,0 0-2 16,1 0 2-16,-1 1 2 0,0 0 0 0,1 0 3 16,1-1 15-16,-2 0 5 0,1 0 2 0,0-1 7 15,1 1 1-15,1 0 7 0,-1 0 1 0,-1-1 1 16,-1 1-4-16,3 0-1 0,-2 2-1 0,0-1 1 0,0 0-2 15,-1 1 2-15,3 1-4 0,-3 0-1 0,1 1-5 16,0 1-1-16,1 1-2 0,-2 1-5 0,1-1-1 16,-1 1-5-16,1 2 2 0,-1 0-2 0,1 0-3 15,-1 0-1-15,0 3-4 0,1 0 1 0,0 1-2 16,-1-2-1-16,0 2 0 0,2 1-1 0,-1-2 0 16,0 0-1-16,0-2 2 0,2-2 2 0,-2 1 2 15,2-1 3-15,0-2-2 0,-2 2 2 0,1-5 3 16,0 3 1-16,0-2 1 0,-1 2-1 0,1-3-3 15,0 0 0-15,-1-2 0 0,1 1 1 0,-2 1 0 16,1-3 1-16,0 2 2 0,0-3 0 0,-1 1 2 16,0 0-3-16,0-1 4 0,-1 0-2 0,1 1-2 15,-2-2-4-15,-1-1-2 0,1 3-3 0,-1-2 1 16,1-1 1-16,0 2-4 0,0-3 1 0,0-1-2 16,-1 0 2-16,0 2 2 0,2-1-1 0,-2-3 2 0,1 2 0 15,-1 1 0-15,0-2 0 0,2 0 3 0,-2 0-2 16,-1 0-2-16,2-1 0 0,0 1-2 15,0-3 0-15,0 0 0 0,1 3-2 0,-2-2-2 16,3 0 1-16,-1 0 1 0,1-1-1 0,0 2 0 0,0-1 0 16,0 1-1-16,0-1 1 0,1 0 0 0,0 0-1 15,1 3 1-15,0-1 0 0,-1 0-1 0,1-1 0 16,-1-2 0-16,2 4 0 0,-2-1 0 0,3 0 0 0,0-1 0 16,-2 1-1-16,2 0 1 0,0 3-1 0,0-1-1 0,1-1 2 15,0 2-2-15,1 0-1 0,-2-1 3 16,0-1 0-16,2 2 0 0,1 0-1 0,-2 0 1 15,-2 0 0-15,3 0 0 0,-1-3 1 0,0 3-1 0,1 1 0 16,0-2-2-16,0 2 1 0,-3-1 1 0,4 1 0 16,1 1-1-16,-2 0 1 0,2-2 3 0,-1 2-2 15,-4 0 0-15,3 0 1 0,1 2-2 0,2-1 2 16,-6-2-2-16,4 2 0 0,0 0 0 0,-3-1 0 16,4 1 0-16,-2-1 0 0,5 0 0 0,-5 1-1 15,2-1 2-15,-5 1-2 0,3 1-1 0,-1-1 2 16,2 1 0-16,-5 0-1 0,-2 0-1 0,2 1-4 15,1 0-7-15,2-1-6 0,-2 2-8 0,1-2-12 0,-2 1-34 16,2-1-22-16,-4 0-26 0,0 1-33 0,1 0 98 16,-1 1-74-16,-1-1-19 0</inkml:trace>
  <inkml:trace contextRef="#ctx0" brushRef="#br0" timeOffset="38912.55">12048 16191 644 0,'-3'-2'263'0,"3"0"-181"0,-1 0-58 0,0-2 25 0,1 0-25 16,1 4-11-16,2-2-8 0,1 0 0 0,-1 2 0 15,2-1 0-15,-1-1-5 0,1 2-2 0,3 0-2 16,-5 0-1-16,4 0 2 0,-5-1 1 0,1 1 0 16,1 0 1-16,-1 0 1 0,-1 0 2 0,0 0 2 15,1 0 2-15,-2 0 13 0,0-1 4 0,1-1 3 16,-1 2 5-16,0-1 6 0,0 0-1 0,1 3 1 0,0-2-1 16,1 0-11-16,-1 1-5 0,0-1-3 0,-1 0-5 15,3 2-7-15,-3-2 0 0,2-1-3 0,-1 0-2 16,0 1 0-16,1 0 0 0,-1 1 0 0,1 0 0 0,0 0 1 15,1 1 0-15,0-1 0 0,-3-1 1 0,3 3-1 16,1-1 2-16,-2-2-1 0,1 0-1 0,0 0 2 16,0 1 0-16,0 0 1 0,0-1-2 0,2-3 1 15,-1 2 0-15,0 1-1 0,2-2 1 0,-1 1 1 16,1-2 6-16,-2-1 0 0,3 3 4 0,-2-1 3 16,-1 0-1-16,2-1 1 0,-2 1 1 0,1 0-6 15,0 2-3-15,1-1-1 0,-2-1-5 0,1 1 0 0,-1-5-3 16,2 4 1-16,-3 0 0 0,0-3 0 0,0 2-1 15,-1-1 1-15,2 2 1 0,-1-1-2 0,-1 2 0 16,-1-2 1-16,3 2-1 0,-1-1 1 0,0 0 0 16,1-3-1-16,-3 3 2 0,0-1-1 0,2-1 1 15,-2 1-1-15,3-3-1 0,-3 1 1 0,2 0 0 16,-4-2-1-16,0 2-1 0,1-2 0 0,-1 2 0 16,0-2-1-16,-1 3 0 0,-2-2-2 0,3 3 0 15,1-2 1-15,-2 2-1 0,0-1 2 0,-1-1-3 16,-2 2 2-16,3 0-1 0,-6-2 0 0,3 2 0 15,-4 0-1-15,4 1 2 0,-3 0-2 0,2 0 2 0,-1 1 0 16,0-1-1-16,1 1 2 0,1 1 0 0,-1 1-1 16,1 0 0-16,-1-1 2 0,1 4 0 0,-1-3 0 0,-2 1 0 15,1-1 0-15,0 0 0 0,-2 0 1 0,1 1 0 16,0-1 0-16,2 2 0 0,-2-1 0 0,1 1 2 16,-4-1 2-16,4 0-2 0,0 2 0 0,-2-3 1 15,0 2 0-15,3 0 1 0,-4 0 1 0,2 0-1 16,0-1 1-16,1 2 3 0,1 0 1 0,1 0 1 15,-3-1-1-15,3 1 0 0,-2 0-2 0,2 0 2 16,-1 1 0-16,0 0-1 0,1 0-1 0,-1-2 0 16,1 4 1-16,2-3 1 0,1 1-1 0,-1 3 0 15,0-4-5-15,1 2 0 0,-3 0-1 0,4 3 0 16,0-3 0-16,0 1-2 0,-2 1-1 0,2-3 2 16,0 2-1-16,0 1 2 0,1-1-1 0,0 0 1 15,1 0-1-15,-2-2-1 0,2-1 2 0,-1 2-1 16,1-3 3-16,2 2-2 0,-1-1-2 0,0-1 3 15,2 2-1-15,-2 0 3 0,0 1-2 0,2-2 0 16,-3-1 2-16,2 0-2 0,1 2 5 0,-1-1-1 16,-1-2 1-16,2 0 0 0,-1 0 2 0,0 1-2 0,1-1-1 15,-1 1 0-15,2 0-1 0,-2-2-3 0,0 2 2 16,3-1-3-16,-3 1-1 0,2 2 1 0,0-2 0 16,-1 0 1-16,0 1-2 0,2-2 0 0,-3 2 0 15,1 0 0-15,1-1 3 0,-2-2-2 0,2 1 0 16,1-1-2-16,-2 0 2 0,-1 0 1 0,3-1-1 0,-2 3 0 15,0-3-2-15,0-1 2 0,0 1 0 0,-1-2 1 16,2 2 0-16,-3-1-1 0,3 0 0 0,-1-2 1 16,0 2-2-16,0-1 0 0,0-1-1 0,2 2 0 15,-2-1-1-15,-1 0 0 0,2 1-2 0,-4-1-2 16,1 0-6-16,3 0-7 0,-3 1-7 0,-1-2-6 16,-1 2-20-16,3-1-11 0,-4 2-14 0,4-1-12 15,-3 1-38-15,-1-1-24 0,0 1-29 0,0-2 108 16,0 2-91-16,0 0-34 0</inkml:trace>
  <inkml:trace contextRef="#ctx0" brushRef="#br0" timeOffset="40030.78">12518 16157 548 0,'-4'0'231'0,"0"-2"-155"0,1 1-58 16,0 0 26-16,2 1-26 0,1 1-15 15,0 1-4-15,-2-1 0 0,0 0 1 0,4-1-1 16,-2 3 1-16,0-1 5 0,0-2 2 0,0 0 1 16,0 0 7-16,2 0 7 0,-2 0 4 0,-1 0 3 0,2 0 5 15,-1-1 6-15,0 1 2 0,1 0 0 0,4 1-1 16,-4 0-5-16,0 0-4 0,-1 0-3 0,0-1-5 15,5 2-10-15,-5-1-4 0,4 2-2 0,-4-3-6 16,2 0 2-16,0 2-1 0,0-2 1 0,-1 2 2 16,2-2 1-16,-1 1 1 0,0-1 0 0,0 2 4 15,0-2-5-15,1 1 2 0,1 0-1 0,-1-1-2 0,-2 0-3 16,1 0 0-16,-1 0 1 0,0 1-3 0,3 1 1 16,-2-2 1-16,1 3-2 0,-2-3 1 0,3 0 1 15,1 0-1-15,-1 2-2 0,2-4 2 0,-2 2 2 16,1-2-1-16,-1-2-2 0,-1 2 4 0,4 0-2 15,-5 0 1-15,3 0 1 0,-2 2-1 0,1-3-2 16,1 2 2-16,-1-2-1 0,-1 1 0 0,-1-1 0 16,2-1 0-16,-1 0-2 0,-1-2 3 0,0 1 0 0,1-1-1 15,-2 3 0-15,2-2-1 0,-2 0 0 0,-1 2 1 16,2 0 0-16,0-2-1 0,-2 0 0 0,0 1 1 16,1-1-2-16,-1 1 3 0,2-2-3 0,-2 0 0 15,-2-1 1-15,0 2 0 0,2-1-1 0,-1 0 0 16,-1 0 0-16,1 1 0 0,-1-1 0 0,1 1-1 15,-2-2 0-15,2 3 0 0,-1-1-1 0,-2 1 1 16,3-1 0-16,-3 0-1 0,1 1-1 0,1-1 2 16,-2 2 0-16,-1 0 2 0,1 0 2 0,1-1-1 15,-2 2 0-15,1 1 0 0,-1 0 3 0,1 1-4 16,-1 1 0-16,0-1-1 0,1 2-1 0,-2-1 0 0,1 4-1 16,-1-3 0-16,2 1-1 0,-3 0 1 0,1 0-1 0,-1 1 1 15,1 0-3-15,2 4 3 0,-1-4 1 0,-3 2-3 16,1-2 4-16,0 3 0 0,6-1 1 0,-5 0 1 15,-1 0 5-15,-2-1 0 0,6 1-1 0,-4-2 3 16,3 2-1-16,-3 0 2 0,0-2 0 0,3 1 0 0,1 1-3 16,-1 1 1-16,-1-3 2 0,3 2-3 15,1 0-2-15,-2 1 2 0,3-2-2 0,-4-1-1 0,2 2 1 16,0 1-3-16,0 0 0 0,0 1 0 0,2-5 0 16,0 5-1-16,-1-1-2 0,1 1 1 0,0-1 0 15,-2-2-1-15,4 2 1 0,-1-2 1 0,-1 2-1 16,0-3 1-16,1 2 1 0,0-1-2 0,4 2 1 15,0-3 3-15,-2 2-2 0,-3-1 2 0,3-1-1 16,-3 2-1-16,5-1 1 0,-3 0 1 0,0-1 0 16,0 0-2-16,5 2-1 0,0-3 0 0,-2 1 0 15,0-1 2-15,-1-1-1 0,2 1-1 0,2 1-1 16,-2-2 1-16,2 0 0 0,0 0 2 0,-2 0-2 16,2 1 0-16,-2-2 0 0,1 0-1 0,1 0 0 15,-4-1 0-15,3 2 1 0,-2-2-2 0,3 1 0 16,1 0 1-16,0 1 0 0,-1-1 0 0,0-1 1 0,-3 0-1 0,4 0-1 15,2 0 1-15,-4 0 0 0,-1 0-1 0,1-2 1 16,2 2-1-16,1-1 0 0,1 0-1 0,-2 0 1 16,1 1-1-16,-1 0 0 0,1 0-1 0,-1 0-2 15,0 0-2-15,-1 0-6 0,2 1 0 0,-3-1-6 16,1-2-5-16,1 2-11 0,-3-1-7 0,3 1-9 16,-1 0-9-16,-2-2-33 0,2 2-28 0,-1 0-39 15,-1 0 103-15,0 1-89 0,-2 0-38 0</inkml:trace>
  <inkml:trace contextRef="#ctx0" brushRef="#br0" timeOffset="42834.75">13649 15529 568 0,'0'-2'310'0,"-1"-2"-195"16,0 0-85-16,0 1 36 0,1-1-32 0,-1 0-17 0,1 1-10 15,1-1 1-15,1 0 0 0,1 2-2 0,-1-2 2 16,-2 1-2-16,2 0-6 0,-2 1 0 0,2-1 0 16,-1 0-1-16,-1 1-1 0,1 0 2 0,-1 0-1 15,1 1 1-15,1-1 1 0,-1 0 1 0,-1 1 0 16,0 0 2-16,0 0 5 0,0 1 3 0,0 0 2 16,0-1 3-16,-3 0 2 0,3 1 1 0,-1 0 5 15,0 1-2-15,-1-1-4 0,1 0-3 0,-1 0 0 16,1 1-1-16,0 1-2 0,-1 1-1 0,0-2-3 0,0 0 1 15,0 2 0-15,0 0-1 0,0 1 2 0,-1-3-4 0,0 2 2 16,0 0-1-16,-1-1 0 0,1 1-2 0,1-1 0 16,-2 0 3-16,1 1-2 0,-1-1 3 15,1 0 0-15,1 1 3 0,-2 0 0 0,1 2 1 0,0-2 5 16,-2 0-1-16,3 1-1 0,-2 0 0 0,2 0 0 16,-2-1 0-16,1 1-1 0,0 0 1 0,1 3-6 15,-1-2 0-15,0 1-2 0,0 0 0 0,1 2-4 16,1 1-1-16,-3-1-1 0,2 0-1 0,1-1-1 15,-2 0-2-15,-1 6 2 0,2-1-1 0,-2-4 1 16,2 4-1-16,1 1 0 0,-4 0 1 0,3 1-1 16,-2 0 0-16,0-3 0 0,4 1 0 0,-5 3 0 0,4-3 0 15,-1-1 1-15,-3 0-1 0,3 2 4 16,-1 0 0-16,0 0-2 0,-2-1 2 0,4 2 2 16,-2 0 5-16,-1 1 1 0,3-1 0 0,1 3 1 15,-1-2 1-15,0 2 3 0,1 1-4 0,0-1 0 16,1 0-5-16,2 5 0 0,0-1-2 0,0 0-3 0,-1 1 0 15,2 1-1-15,-1 0 0 0,0 2 1 0,0-1-2 16,2-2 0-16,-3-1-1 0,3 0 1 0,0-1 0 16,-2 1-1-16,2-1 0 0,0-5 2 0,-2 5-2 0,0-3-2 15,2 2 3-15,-2-3 1 0,-1-2-1 0,0-3-1 16,2 5 2-16,-1-8-1 0,-1 2 3 0,-1-1-1 0,1-3-2 16,0-1 0-16,-1-1-1 0,2 0 0 0,-3-2-3 15,0 0-6-15,1-1-2 0,-1-1-5 0,0 0-11 16,0 0-5-16,-1-1-4 0,1 0-6 0,0 0-21 15,-4-2-10-15,4 2-16 0,0-2-21 0,0 0-104 16,0 2 155-16,-3-2-95 0,3-2-52 0</inkml:trace>
  <inkml:trace contextRef="#ctx0" brushRef="#br0" timeOffset="43601.7">13822 15841 553 0,'6'-5'280'16,"-6"1"-162"-16,-3 3-76 0,6-1 50 0,-3-3-60 16,2 4-7-16,1 1-4 0,0-2-1 0,1 1-8 15,0-1-2-15,1 2-5 0,-3 0-1 0,0 0-4 0,3 1-1 16,-2 0 1-16,-3 0-1 0,2 0 2 0,-1 0 4 16,1 0 4-16,0 2 10 0,0-1 4 0,-1-1 8 15,-1 1 5-15,3 1 3 0,-3 1 10 0,0-3 0 16,1 3 2-16,0-1-7 0,0 2 1 0,0-1-2 15,-1 4-5-15,0-3-2 0,3 2-8 0,-2 1-3 16,1-1-5-16,-2 2-3 0,-2 0-6 0,2 0-2 16,-3 0-3-16,3 2-1 0,-1 2-3 0,0 1-2 15,-2 0 1-15,3 0 0 0,0 2 0 0,1 3-1 16,2 1 0-16,-3-2 0 0,0 2 0 0,4 1 1 16,-2 0-1-16,1 0 0 0,-3-3 1 0,2-3-1 0,-1 2 0 15,-1-1 1-15,0-3 0 0,-1-3 0 0,1 0-1 0,0-1 2 16,0-1-2-16,-2-1-1 0,1-2-3 15,3 0-4-15,-1 1-10 0,1-3-6 0,0-1-3 0,-2-1-7 16,0 0-17-16,0-1-9 0,-3 0-13 0,0-4-13 16,0 1-47-16,2-1-30 0,-6-6-25 0,7 5 112 15,-4-5-105-15,-1-2-40 0</inkml:trace>
  <inkml:trace contextRef="#ctx0" brushRef="#br0" timeOffset="44784.62">13647 15835 791 0,'-2'-4'390'0,"0"-4"-228"0,-1 3-118 0,3 1 51 0,-1-1-56 15,-2 2-22-15,2 0-12 0,1-1-2 0,0 2 1 16,1 1-2-16,0 0-2 0,-1-1-3 0,0 2-5 16,2-1-3-16,-1 1 1 0,-1 0-2 0,0 0 0 15,0-3 2-15,0 2 3 0,0 0 6 0,0-1 1 16,0-2 5-16,1 0 7 0,-1 1 5 0,2 1 4 15,-2 1 2-15,2 0 6 0,1-1 1 0,0 2 0 16,-1-4 2-16,1 2-3 0,0-1-2 0,1 1-3 16,-2-3-2-16,2 3-7 0,1-1-3 0,-1 1-1 15,0-1-4-15,2 1-6 0,-1 1-1 0,0-1 1 16,1 0-1-16,1 1-2 0,-1-2 2 0,1 1-2 0,1 1 0 16,-2-1 2-16,-1-1 0 0,3 2-1 0,-2 1 0 15,1-3 1-15,0 3 0 0,0-2 0 0,-2 2 0 16,5 2-1-16,-1-1 0 0,-1 2 1 0,2-3 0 15,0 2 0-15,1 0 0 0,-1 0-1 0,3 1 0 16,-3-3 1-16,0 0 0 0,4 0 0 0,-3 4-1 16,1-3 1-16,0 0-1 0,0 0 1 0,-1 1 0 15,1 2-3-15,-2 0 3 0,0 2-2 0,0-1 2 16,0 0-1-16,0 3 0 0,0 0 0 0,-2-2 0 16,3 3 1-16,-7-1-1 0,2 0 1 0,1 2 0 15,-3-2-1-15,0 2 0 0,-1-1 1 0,1 1-1 16,-1-1 1-16,-1 0 0 0,0 0-1 0,-2 0 1 15,1-1 2-15,-1-2-3 0,0 0 1 0,0 3 2 16,-2-2-1-16,0-3 0 0,-1 4 0 0,2-3-1 0,-1 2 0 16,-2-2 3-16,1 1-1 0,0-2 1 0,-2 0 0 15,-1 2-1-15,1-1 1 0,1 0 2 0,-4 0-1 16,3-1-1-16,-3 0 0 0,0 0-3 0,0 0 2 16,-1-2 1-16,1 0-1 0,-3 1 0 0,1-1-1 15,2 1 1-15,-1 1 0 0,1-3 3 0,-2-1-3 0,2 1 2 16,-3 0-1-16,4-1 1 0,-2 0 2 0,4-1 1 15,-2-1 2-15,3 2-1 0,1 0 2 0,-2-1 0 16,4 0-2-16,-1 1 1 0,-1 0-2 0,2-1-3 0,-3 0-1 16,4 0-1-16,0 1 0 0,0-3-1 0,0 3-1 15,0-2 0-15,0 2 0 0,0 0 2 0,0-1-3 16,0-1 1-16,1 2-2 0,2 0 1 0,0 0 0 16,-3 0 0-16,2-1 1 0,3 1-1 0,-3-1 2 15,1 1-1-15,-1-3 2 0,5 2 0 0,-2-1 1 16,-1 1 0-16,1 0 2 0,-1 0 0 0,4 0-1 15,-1 1 3-15,-3-1-2 0,-1 0-1 0,-1 0 1 16,4 1 0-16,-3-2-1 0,0 2-1 0,0-1 0 16,0 1-2-16,0 0 1 0,-1 1 1 0,2-1-2 15,-2 3 1-15,2-2-1 0,1 1 1 0,-2-2 1 16,1 2 1-16,1-1 0 0,0 2 0 0,2 0 3 16,-2-1-2-16,0 1-1 0,0-1 1 0,1 2-1 15,-2-1 0-15,1 0-1 0,0-1-1 0,0 2 0 0,1-1-2 16,-1 4 0-16,2-3 2 0,-3 1-2 0,2 1 0 15,0 0 0-15,1 2 0 0,-1 1-1 0,1 0 2 16,-1-2 1-16,-2 3-3 0,3 0 1 0,-1 1 1 16,-2-2 1-16,2-3 0 0,-2 3-1 0,1 1 1 15,-2-4-1-15,2 3 2 0,-1-2-2 0,0 0 0 16,-2 0 2-16,0 0-3 0,2 0 0 0,-3 0 1 16,0 0 1-16,-1-1-1 0,0 2 1 0,0-1-1 15,0-1 0-15,0 0 1 0,0 0 3 0,-1-1-1 16,-1 1 0-16,-1-1 1 0,2-2 0 0,-2 2 0 15,1-1-1-15,0 2 1 0,0-3-3 0,0 0-1 0,0 1 0 16,-1-1-1-16,2-1 1 0,0 0-1 0,-2-1 0 0,1 2 0 16,1-1-4-16,0-1-1 0,0 0-1 0,-1-1-3 15,1 1-13-15,-2 0-3 0,1-1-6 0,1 0-5 16,-1 0-21-16,1 0-8 0,-1-1-12 0,-2 0-11 16,3 0-32-16,-1 1-21 0,1-2-26 0,-2 2-35 15,2-3 131-15,-2 2-89 0,1 1-16 0</inkml:trace>
  <inkml:trace contextRef="#ctx0" brushRef="#br0" timeOffset="46087.48">14451 16136 746 0,'-2'-4'289'0,"2"0"-207"0,2 2-54 0,-1-1 6 0,-1 0-7 0,0 2-1 15,2-1 1-15,2 1-3 0,-2 0-5 0,-1 0-7 16,-1-1-5-16,3 0-7 0,0 2-2 0,-2-3 2 16,5 2-3-16,-5-1 2 0,5 1 1 0,-3-3 0 15,2 2 0-15,-1 0 1 0,2-1 1 0,-3 0-2 16,0 2 3-16,-1-1-1 0,1 1-1 0,-1-2 2 16,0 3-1-16,0-1 3 0,-1-2 0 0,-1 0-2 15,0 0 1-15,0 0 2 0,0-2-1 0,-1 4-2 0,-1-4 4 16,0 0-3-16,1 2 0 0,-3 2 1 0,3-3 0 15,-3 0-4-15,1 2 1 0,1-1 1 16,-4-1-2-16,2 1 1 0,0 0-1 0,-1-1 1 16,1 0-1-16,0 1 2 0,0 2-3 0,-4-2 4 15,5 0-1-15,-3 1 0 0,2 1-1 0,-2-1 0 0,0 2 1 16,2-1-1-16,-1 0 4 0,0 1-2 0,-1 0 1 16,-2 0 1-16,2 2 1 0,5-2-2 0,-6 0 5 15,1 1 1-15,3-1-2 0,0 0 3 0,-3 0 0 16,5 0 1-16,-4 2 0 0,1-2 0 0,3 1-2 15,-1 0-1-15,1 0-1 0,-2 3-3 0,2-3-3 16,1 0-2-16,-4 2 0 0,2 1 1 0,2 0-2 16,-2-2-3-16,0 1 2 0,2 2 1 0,-2-1 1 15,2-1 0-15,-3 1-1 0,1 1 0 0,-2-2 1 16,4 2 2-16,0-1-3 0,-1 0 3 0,-4 1 1 16,3-1 2-16,0 4 2 0,2-4 3 0,0 2-1 15,-3-1 3-15,-2 0-2 0,3 0 2 0,3 0-2 0,-1-2-2 16,2 0-2-16,-2 2-2 0,0-2 0 0,1 2-2 15,-2 0-1-15,1 0 0 0,1 0-2 0,-2 0 0 16,1 2 0-16,3-1 0 0,-2 2 1 16,4-2 2-16,-5 0 1 0,1-1-1 0,3 2 3 0,-3-4-1 0,1 3 3 15,-2-3 0-15,0-2-1 0,2 3-2 0,1 1 2 16,1-1-2-16,-3 3 1 0,0-3-3 0,1-1 2 16,-4 3-3-16,4 0 1 0,-2-1 0 0,3 3-1 0,-3-3 0 15,0-1 0-15,0 3 1 0,2-2-4 0,-2 0 1 16,4 1 1-16,-4 0-1 0,0 0 0 0,1 0 0 15,-1 2 0-15,2-2 0 0,-2 1 2 0,3 0 0 16,-2 0-2-16,0-2 0 0,-1 0 0 16,2-1 1-16,-1 1-1 0,2-2 2 0,-2 2-2 0,0 0 1 15,0-2-1-15,1 1 2 0,-2 0-2 0,3-2 1 16,-3 1 1-16,0-2-2 0,0 1 0 0,-3 1 0 16,2-1-2-16,0-1-2 0,0-1 0 0,-1 3-8 15,-2-1-5-15,4 1-3 0,-2-2-3 0,0 0-4 0,0 0-9 16,-1 1-5-16,0-2-2 0,-3 0 0 0,7 1-13 15,-6-1-8-15,0 0-8 0,2-1-9 0,-1-1-30 16,0 1-14-16,1-1-14 0,-1-1-11 0,0 0 89 16,3 0-64-16,-4 1-6 0</inkml:trace>
  <inkml:trace contextRef="#ctx0" brushRef="#br0" timeOffset="46703.97">14212 16237 582 0,'0'-2'259'0,"-2"1"-172"0,-1 0-64 0,2 1 28 16,-3-1-33-16,2 1-16 0,0 0-2 0,1 0-6 15,-1 0-2-15,1 1-3 0,0-1-6 0,-2 1-5 0,2-1-3 16,0 1-1-16,0 0 2 0,1 1 5 0,-3-2 6 16,3 0 7-16,0 1 8 0,-1 1 10 0,1-1 13 15,0 0 4-15,0-1 7 0,0-1 5 0,0 1 13 16,0 0 2-16,1-1 2 0,-1 1-1 0,0 0 3 15,0-2 1-15,0 2-7 0,0 0-2 0,2 0-9 16,-2 0-5-16,0 0-3 0,2 0-7 0,-2 0-7 16,0 0-4-16,0 0 0 0,1-1-1 0,0 0-3 0,0 1-2 15,2 0 2-15,-3 0 3 0,3-1-2 16,-1 0 2-16,0-1-2 0,1 2 3 0,-1 0 0 16,-1-2 1-16,2 1-3 0,1-2 0 0,0 4 0 15,-1 1 0-15,0 0 0 0,1-2-2 0,-2 0-2 16,2 2 1-16,-1-2 0 0,3 3 1 0,-2-3-2 15,2-1-2-15,0 0 2 0,1 1-3 0,1-1-2 16,-2 0 0-16,5 1 1 0,-5 0-3 0,-2-1 0 16,3 0-1-16,0 1-1 0,2-1 0 0,-4-1 2 0,0 1-2 0,0-1-2 15,3 1 1-15,1 0 1 0,-4 1-1 0,4-1-1 16,-1-1 2-16,0 0-2 0,1 0 0 0,1 0 1 16,-2 2-1-16,-1-2-1 0,-1 0-1 0,1 1 1 15,-1 1-2-15,-2 0-8 0,1 0-4 0,-1 1-6 16,-1-1-6-16,3 2-21 0,-2 1-10 0,1 1-11 15,-1-2-10-15,-2 0-22 0,0-1-13 0,4 3-14 16,-3 0-25-16,-1-2 98 0,0 1-59 0,1 4-9 16</inkml:trace>
  <inkml:trace contextRef="#ctx0" brushRef="#br0" timeOffset="51236.71">14366 15510 268 0,'-3'-2'134'0,"2"-1"-71"0,1 1-35 0,0-1 21 15,0 0-19-15,0 0-2 0,-1 1-5 0,2-1-8 0,0 2-7 16,3 0-11-16,-4 0-10 0,0 0-7 0,0 1 1 15,0-1-10-15,3 1 3 0,-1 0 0 0,-1 0 4 16,0-1 9-16,-1-1 5 0,5 1 0 0,-4 1 4 16,-1 1 4-16,0-1 1 0,2 0 7 0,0 0 4 15,-1-1 2-15,1 1 5 0,-2 0 13 0,2-3 2 16,2 1 1-16,-1 2 4 0,-2-1 1 0,4 1-2 16,-1 0-2-16,-2-1-1 0,4 0-6 0,-3 0 2 0,-1-1 2 15,4 1-3-15,-2-3-2 0,-1 3 0 0,1 1-2 16,1-1 0-16,-2 0-1 15,-2 0-3-15,2 1-1 0,3 0 3 0,3 0 2 0,-4 0-3 16,3-1 2-16,0 1-2 0,2 0-3 0,-2 0-2 0,-1 0 1 16,0 1-4-16,-1-1-4 0,1 2 0 0,-2 1-4 0,2 1 3 15,-1-1-4-15,0 0 1 0,0-1-1 0,1 2-2 16,-1-2 1-16,2 1 0 0,-1 0 1 0,-2 0-1 16,2 0 3-16,2 0-3 0,-3-1-2 0,1 3 2 0,-1-1 1 15,0 1 2-15,0 0-1 0,2 0 2 0,-4 0 5 16,2 1 1-16,-1 0 2 0,3 0-1 15,-4 0 1-15,2-1 1 0,0 1 1 0,1-1 0 0,0 2-5 16,-1-1 0-16,2 3 0 0,-3-2 0 0,2 0 0 16,-2 1 0-16,0 2 1 0,0-1-2 0,1 0 1 15,-4-3-1-15,2 2 4 0,3 4 2 0,-4-5-4 16,2 1 0-16,1 1 1 0,-1 0 2 0,0 0-3 16,2 1 0-16,0-1-4 0,-5-1 0 0,4 2 0 15,-3-2 2-15,0 3-5 0,1-4 0 0,0 2 1 16,-4 1 0-16,3-1-2 0,-1 0-2 0,1 1-2 15,-1 0-1-15,-2 0 1 0,3 0-2 0,-3 0 0 16,1 0 0-16,0 0 0 0,1 1 1 0,-2 0 0 16,2 0 0-16,2-1 0 0,-4 2 1 0,0-1-1 15,2 1 2-15,-2-1-1 0,1 1-1 0,-1-1 1 16,-2 1 2-16,1-1-1 0,-2 1 2 0,3 2-1 0,0-1 2 16,-6 0 0-16,5 1 3 0,0-1 2 0,2 0-2 0,-1 2 3 15,-1-1-1-15,-2-3-1 0,4 1-1 0,-1 0 0 16,0-1-2-16,-6-1-1 0,2 1-1 0,0-3-3 15,2 2 0-15,-5-2 1 0,6 1-2 0,-5 1 1 16,3-2 1-16,1 2-2 0,-3-3-1 0,2 3 1 0,-2-1 1 16,1-1 0-16,1-1 1 0,0 0-3 0,-1 0 3 15,1 0-3-15,0 0 2 0,-3 0 0 0,3-1-1 16,-1 0-1-16,0 1 0 0,3 2 0 0,-1-1-1 16,-1 1 1-16,1-1 1 0,0-1-2 0,-1 3 1 15,0 0 3-15,0-1-1 0,-1 0 1 0,3-1 1 16,-1 1-2-16,2 0 1 0,-1-1 1 0,-1-1-1 15,2 1-3-15,-2-1 0 0,1-1-1 0,-3 1 0 16,2-1 1-16,0 0 1 0,0 0-2 0,0 1 0 16,1-1 1-16,-3 1 1 0,3-3 2 0,-1 2-2 15,-1-1-1-15,0 2 1 0,1-4 0 0,0 0 1 16,1 1 0-16,-1-2-1 0,0 2 0 0,1-2 3 16,-1 2-2-16,0-1 0 0,1 1 0 0,-1-1-1 15,0 0-1-15,1 1 0 0,0 2 0 0,-3-2-3 16,2 1 2-16,-1-1 0 0,1-2-1 0,-1 2 0 15,1 0 0-15,0-3-3 0,1 2-1 0,-1-1-10 16,0 1-8-16,-1 1-6 0,2 0-6 0,-1 0-24 16,-1 0-14-16,3 3-16 0,-3-6-23 0,-1 1-92 0,2 0 145 15,-2 0-91-15,0 1-44 0</inkml:trace>
  <inkml:trace contextRef="#ctx0" brushRef="#br0" timeOffset="62283.16">12055 5543 71 0,'0'-1'61'0,"0"1"-8"0,-2-3-21 16,0 1 13-16,2 1 6 0,-3 0 3 0,0-2-2 16,2 1 1-16,-1 0-4 0,2 1-1 0,0 0-1 15,1 0-4-15,-1 0-1 0,0 0-4 0,1-3-1 16,-1 2-3-16,3 1-3 0,-3-1-1 0,0 0-3 16,-2-1 2-16,2 2-5 0,0 0-1 0,0 0-2 15,0 1-1-15,-1 0-3 0,1 0-1 0,0 0 1 16,1 0-4-16,-1 0 0 0,2-1-3 0,-2 1 3 0,0 0 2 15,0 0-3-15,0 0 0 0,0 0 0 0,-2 0 5 16,1 2-4-16,-1 0 1 0,1 1-1 0,1-3-2 0,0 2 2 16,-1 0-1-16,1-1-1 0,0 2-2 0,-2 0 1 15,2-1 2-15,0 0-3 0,-4 2 0 0,4 0-3 16,-1 0-2-16,-1 0 0 0,1 2-1 0,2-2-1 16,0 2-2-16,-1 0 0 0,0 0 0 0,1 0 1 15,2 2 1-15,-1 2 0 0,-2-5 0 0,0 5-1 16,2-2 3-16,0 3 1 0,1-4-3 0,-3 2 0 15,2-1 2-15,0 2-1 0,0 1 1 0,0-3-1 0,1 3-1 16,0-2-1-16,-1 2 3 0,0-1-1 0,-1-1 2 16,0 0 0-16,1 0 4 0,-1 0 0 0,-1-2-1 15,2 0 1-15,0 2-1 0,-2 0 2 0,0 0-2 16,0-2-1-16,1 1-4 0,-1 2 2 0,0 0 3 16,0 0-3-16,0-2 2 0,2 2-4 0,0 0 1 15,0 1 0-15,1 0 1 0,-1 0-1 0,0 0-2 16,1 1-1-16,-2 0 0 0,2 1 4 0,-3-2-2 15,2 0 2-15,-1 1-2 0,-1-1 0 0,2-1 3 16,-1 0 1-16,0-2-1 0,1 1-2 0,1-1 1 16,-1 1-2-16,0 0 3 0,-2 0-1 0,2 0 0 15,0-3-2-15,-1 3 1 0,1-1 1 0,-2-6-1 0,0 6 2 16,0-4 0-16,1 1 0 0,-1-1-1 0,0 1 2 0,1 0 1 16,0 0-2-16,-1 3 1 0,2-6-1 0,-2 5-1 15,1-3-2-15,-1-1 0 0,0 4 0 0,0-4 0 16,0-2-1-16,-1 3 0 0,1-1 1 0,1-2-1 15,-1 1 2-15,0-2-1 0,1 0 0 0,-1 0 0 16,1 2 1-16,-1-2-1 0,0 1 0 0,0 1-2 16,0-2 0-16,0 0 1 0,1 0 0 0,-1 1-1 15,1-1 0-15,-1-1 1 0,2 1 0 0,-1 0 1 16,-1-2-2-16,0 1-1 0,1-3-10 0,-1 0-31 16,2 1-18-16,-1-3-25 0,-1-1-30 0,0-3 76 15,2 3-65-15,-2 0-21 0</inkml:trace>
  <inkml:trace contextRef="#ctx0" brushRef="#br0" timeOffset="63787.13">11917 5662 47 0,'-6'-1'49'0,"-1"2"1"0,1 0-20 0,1 2 14 16,2-1-3-16,0-1 1 0,-3-1 1 0,3 3-5 16,3 0-15-16,-3-2-1 0,3 3-2 0,-5-3 0 15,3 4-1-15,-1-4 1 0,1 2 3 0,-1 0 1 0,1 0 15 16,-1-2 4-16,-3-1 6 0,3-1 2 0,1 1 12 16,-1 0 3-16,1 0-2 0,0 0 1 0,-1-1-5 15,3 1-3-15,-1 1-4 0,1 0-5 0,-1 0-10 16,1 0-5-16,0 0-3 0,-2-1-2 0,1-1-14 15,1 0-2-15,-1 2-3 0,1-1-1 0,0-1-4 16,0 1-1-16,0 0 0 0,1 0-5 0,0 0 5 16,1 0 1-16,-1-5-1 0,1 4 0 0,-1-2-1 15,3 1 2-15,-2-3-1 0,0 3 1 0,0-1 2 0,-1 0-1 16,3 1 5-16,-2-2 2 0,0 1-2 0,1 1 2 16,-1-2 0-16,1 0 2 0,1 0-3 0,-1-1 2 15,-2 3-4-15,4-2 0 0,-3-2 4 0,2 3-2 16,1-1 2-16,1-1 0 0,-1 0-2 0,2-1 1 15,-1 0-1-15,-2-1-1 0,4 2-3 0,-3-1 1 16,3 2-1-16,1-2-5 0,-5 1 3 0,6 1-3 16,-2-1 2-16,3 1-3 0,-3-3 0 0,1 2 0 15,2-3-1-15,-2 1 2 0,2 0-1 0,0 0 0 16,0 0-1-16,0 0 0 0,0-2 0 0,-2 3 0 16,5-1 1-16,-2 1 0 0,0-2-1 0,0 2 0 15,1 0 1-15,0-2 0 0,0 2 2 0,-1-1-3 16,-1 2 0-16,1-1 0 0,1 1 0 0,-1 0 0 15,0 2 0-15,1 0 0 0,1 2 1 0,-3 1 0 16,2-2 0-16,-1 2-1 0,0 2-1 0,-3-1 2 16,0 1 0-16,2 0-1 0,-2 1 0 0,1 2 0 0,-1-2 0 15,-2 1 1-15,3 1 0 0,0-1 2 0,-2 3-2 16,-4-3 2-16,1 3-3 0,1-1 5 0,-4 1-4 16,2 0 1-16,-2 0 2 0,0 1-3 0,-1-1 0 15,1 2 2-15,0-1 2 0,-2-1-2 0,3 1-1 0,-3 0 4 16,0 1-3-16,0-1 2 0,0 1-1 0,1 1-2 15,-1-1 2-15,0-1-2 0,0 4 1 0,1 1 0 0,-1 0 0 16,-1 1-2-16,1-2 1 0,-2-1 1 16,-2 2-1-16,1-2 0 0,0-1 1 0,-1 0-2 15,3-2 3-15,-5 2-1 0,6 0-1 0,-7 0 2 16,3 0-1-16,3 0 1 0,-5 0 0 0,0 0 0 16,0 0-2-16,0 0 2 0,-4 0 1 0,5-2-3 0,-2 0 0 15,-4 2 0-15,5 0 0 0,-4-2-1 0,5 0 2 16,-5-1-1-16,1 2 0 0,1-1 0 0,-1-1 1 15,1 0 0-15,0-1-1 0,1 1 2 0,1-2 0 16,-1 2-2-16,1-2 0 0,0 2 2 0,0 0 0 16,0-3-2-16,0 1 1 0,0 0-1 0,0-1 1 15,2-2 1-15,-1 1-2 0,1-1 0 0,1-1 1 16,-1 1 1-16,1-1-1 0,0 0 1 0,1 0-2 16,-1-1 1-16,1 1-1 0,0 1 1 0,1-2-1 15,-1 0-2-15,1 0 0 0,-2 0 0 0,1 1 0 16,0-1 0-16,-1 0-1 0,0 0 1 0,0 0 0 15,1 0 0-15,0 0 1 0,0 0-1 0,1 0 0 0,-2 1 1 16,1-1 1-16,1 1-2 0,0-1 0 0,0 0 1 0,-1 0 0 16,2 0-1-16,0 0 0 0,0-1 0 0,-1 1-1 15,1-1 1-15,0 1 0 0,0-1-1 0,-1 1 1 16,1 0 0-16,0 0-1 0,0 0 0 0,2 0 1 16,-2-2 0-16,3 1-2 0,0 0 2 0,2 0 0 15,-3-1 0-15,2 0-1 0,0 0 1 0,0 1 0 16,0-2 1-16,3 2-1 0,-4 1 0 0,2-1-2 15,0 0 2-15,-1 1 0 0,2-1-1 0,-1 1-1 16,-1 0 0-16,1 0 1 0,1 0-1 0,-2 0 3 16,1 0 0-16,-2 0-2 0,2 1 1 0,1 0 0 15,-2 0 2-15,-1-1-2 0,3 1 1 0,-2 2-1 16,2-1 0-16,-1 0 0 0,1 1 0 0,1 0-1 16,0 2 0-16,0-1 1 0,-1 1 0 0,1-2-2 15,0 2 2-15,2 3 0 0,-5-2 0 0,2-2 2 16,3 1-2-16,0 2 0 0,-1-2 0 0,-1 3 0 15,0-2 0-15,2 0 1 0,-1 2-2 0,-3-2 1 0,0 2 0 0,0 0 1 16,2 2 1-16,-3-4-1 0,-2 2 0 0,1 1-1 16,3-1 1-16,-3 2-1 0,3-1 0 15,-5 0 2-15,4 1-2 0,3-1 1 0,-5 1 1 0,4 0-1 16,-7-2 3-16,5 3-2 0,-1-1 2 16,-3-1-3-16,-1-2 3 0,3 1-3 0,-3-2 1 15,0 1 1-15,1-1-3 0,-1-1 2 0,1-1-1 0,2 0 1 16,-3 0-1-16,2-1 1 0,-2-1 0 0,-3-1-2 15,4 2 2-15,2-2 2 0,-2-1-1 0,-1 0-1 16,1 0-1-16,-1 0 3 0,2 0-2 16,2 0 2-16,-4 0 0 0,-1 0-2 0,0 0-1 0,1 0 1 15,0 0-1-15,1 0-3 0,-1-1-3 0,0 1-5 0,0-3-17 16,0 2-8-16,-1 0-8 0,0-2-9 0,-2 2-10 0,2 1-31 16,-4-1-12-16,6 1-10 0,1 0-4 0,-2 0-45 15,0 0-15-15,0 0 104 0,2 0-75 0,1 0-23 16</inkml:trace>
  <inkml:trace contextRef="#ctx0" brushRef="#br0" timeOffset="65133.45">12886 6096 634 0,'4'-3'286'0,"-2"1"-173"0,-2-1-66 0,3 0 36 15,-6 1-47-15,3-1-4 0,0 2-2 0,-1 1-3 16,2-1-5-16,-1-1-5 0,-3-1-13 0,3 1-3 15,0-2-2-15,1 2-1 0,-1-2 1 0,0 1 1 16,1 0 0-16,0 2 0 0,2-4 1 0,0 4 1 16,-3 0 1-16,0-1-2 0,0 1 1 0,-3-4-2 0,0 3 3 15,2-1 0-15,-5 1-2 0,5-2 1 0,-3 1-1 0,2 0 3 16,-2 2-1-16,2-1 1 0,-4-1-3 0,0 1 2 16,-1 0 1-16,2 1-2 0,2-1 1 0,-5 0-3 15,0-1 1-15,4 1 0 0,-4-1 2 0,2 2-2 16,-2-2-1-16,-2 0 0 0,3 1 1 0,-1 1 0 15,0-1-1-15,3 2 0 0,-2 0 0 0,2 0-3 16,0-1 3-16,-1 1 0 0,3 0-1 0,-3 1-1 16,2-1 1-16,-1 1 0 0,0 1-1 0,3-1 2 15,-4 0 0-15,4 2-1 0,-2-2 1 0,-1 0 0 16,2 1 0-16,-1 0-3 0,0 0 2 0,1 0 1 16,0 1 0-16,-1 1-2 0,1 0 0 0,1 1 0 15,0-1-1-15,0 1 3 0,-1-1-3 0,1 1 1 16,1 1-1-16,0 0 1 0,-1 0 0 0,1-2 1 15,1 2 0-15,0 0-1 0,-1 0 2 0,-1-1-1 16,2 0 0-16,0 0 0 0,0 0-2 0,0 0 3 16,0-2-1-16,0 4-1 0,0-5 0 0,3 2 1 0,-3-1 0 15,1 0 0-15,2 1 1 0,-2 0-2 0,1-1 2 16,-1-3 0-16,2 4 3 0,0 2-3 0,1-2 0 16,-2-1 1-16,1 3 0 0,0-3 1 0,0 3 1 15,2-2-1-15,-2-4-1 0,-1 2 4 0,1 1 1 16,1-1-2-16,-1-5 3 0,-1 3-1 0,0 0 2 0,1 4-1 15,-1-3 2-15,1 1-1 0,-1 1 1 16,1 2-1-16,0-1 0 0,0-2 0 0,0-1-1 16,1 0 0-16,-1 4-3 0,-1-4 2 0,1-1-3 0,1 1-1 15,-2 1 0-15,0 4 0 0,1-4-2 0,1 1 0 16,-2-1 2-16,-1 0-2 0,2 1 1 0,0 1 0 16,1-1 1-16,-1-2 0 0,-3 4-2 0,2-2 2 15,3 0-2-15,-3 3 1 0,2-3 1 0,-1 1-1 0,0 1 0 16,1-2 0-16,-1 0 2 0,0 1-2 0,0-1 2 15,-2 0 1-15,2 1-1 0,-1-1-1 0,0 1 0 16,1 0 2-16,0 0-1 0,-2 0 1 0,1 0-2 16,-2 0-1-16,2-1 1 0,2 4 1 0,-3-3-1 15,-1 2-2-15,2-2 1 0,-2 3-1 0,2-1 1 16,0 1 0-16,-2-2 0 0,0 1-1 0,0-1 2 16,1 2 1-16,2-3-2 0,-3 0 1 0,-1 1-2 15,1 0 2-15,0-1-1 0,-3-2 0 0,3 1 0 16,-3-1 0-16,6 0 0 0,-2 2 0 0,-1-2 1 15,0-2-1-15,0 0 0 0,2 2 1 0,-1-2-2 16,-4 0 0-16,0 0 0 0,3 0-3 0,1 0-8 16,0 0-4-16,2 1-6 0,-6-1-7 0,3 0-14 15,0-1-11-15,1 0-9 0,-1 0-11 0,-3-1-31 16,1 1-15-16,-2 0-17 0,2-2-19 0,0 2 95 16,-1 1-67-16,2-1-10 0</inkml:trace>
  <inkml:trace contextRef="#ctx0" brushRef="#br0" timeOffset="66282.88">12609 6370 45 0,'-1'-2'35'0,"0"-1"-15"16,0 0-10-16,0 0 7 0,1 1-6 0,0-1-6 0,0 0 0 15,0 1-2-15,0-1-2 0,0 2 1 0,1 0-2 16,1 0 0-16,-2-1 0 0,1-1-2 0,0 2 4 15,1 0 3-15,-1 0 13 0,-1-1 7 0,0 0 4 16,1 1 5-16,-1 1 10 0,0-3 5 0,0 2 1 0,0 0-2 16,-1 1-4-16,1 0-3 0,-1 0 0 0,1-1-4 15,-2 0 2-15,2 1 0 0,0 0 0 0,0 0 1 16,0-1-2-16,0 0 2 0,0 0 0 0,0 1-1 16,0-1-5-16,0 0-1 0,0-1-1 0,0 1 0 15,0 0-6-15,2 1-1 0,-1-1-3 0,1-1 0 16,0 1-4-16,0 0-2 0,0-1-2 0,2-2 0 15,-1 3-2-15,-1-2-2 0,1 3-2 0,1-2-1 16,-1 0 0-16,0-1-2 0,1 1-1 0,0 1 1 16,-2 0-2-16,0-2 2 0,0 2 2 0,1-2 2 15,0 2 4-15,-1-1 1 0,-1 1 0 0,1-1-1 16,1 2 4-16,0-2-1 0,-2 1-1 0,1-1 0 16,-1 2 0-16,1-1-1 0,1 0 2 0,-2 1 0 0,2-1-1 15,-3 1-5-15,2-2 2 0,-1 2-2 0,2 0-3 16,-2 0 0-16,2 0-2 0,-3-1-1 15,3 0 1-15,0 0 3 0,0 0-1 0,0 1 0 0,-1-3 0 16,0 2 1-16,1 0-1 0,0 0-1 0,-1-1-1 16,0 2 0-16,1-1-2 0,3-1 1 0,-3 1-3 15,1-2 1-15,-1 2 0 0,1-1-1 0,1 1 1 16,-1 0 1-16,-1 0-2 0,1-1 2 0,-1 0 0 16,-1 0 1-16,1 2 1 0,1-1 0 0,-2-1 0 15,0 2 0-15,0 0 1 0,0 1-3 0,1 1 3 16,-1-2-1-16,2 1-1 0,-4 0 1 0,4 1-3 15,0-1 2-15,-1-1-2 0,0 0 1 0,1 0 0 0,-3 0-2 0,0 0 0 16,4 0 1-16,-4-1 0 0,0 1-1 0,2 0 0 16,-2 1 1-16,2-1 0 0,-1 1 1 0,-1-1 0 15,1 0-2-15,2 0 2 0,1 0 0 0,-3 2 2 16,-2-2 0-16,3 0-3 0,0 0 1 0,-3 0-1 16,0 1 1-16,0-1-1 0,1-1 1 0,0 0-3 15,5 1 0-15,-4 0 1 0,3-2 0 0,2 2 0 16,-4-1 1-16,1 1 0 0,2 0-2 0,-2 0 0 15,-4-2 3-15,3 2-2 0,-3-2 1 0,3 1 0 16,-3 1-1-16,2 0 1 0,-2 0 2 0,-2-1 2 16,4 1-2-16,-1 0 3 0,-1 1-2 0,-3 0 2 15,5-1 0-15,-2 0-1 0,0 2 0 0,1 0-4 0,-1 1 1 16,1-1-1-16,0-1-1 0,0 1 1 0,-1 1-1 0,1-1 0 16,1 0-1-16,0 0 2 0,-2-1-1 0,2 0 0 15,-2 0 2-15,0 0-2 0,0 1 1 0,0-2-1 16,0 0 0-16,-3 0 3 0,4 0-1 0,-1 1 0 15,2-1-1-15,3 0 1 0,-5 0 1 0,0 0 0 16,3 0-1-16,-3-3-1 0,0 1 1 0,0 2-2 16,-4-2 2-16,4 2-1 0,0 0-1 0,-2-1-1 15,2 1 2-15,0-1-2 0,0 1 2 0,0 0 0 0,-1-2-2 16,0 1-4-16,-1-2-8 0,2 2-9 0,0 1-9 16,0-1-12-16,0 0-43 0,0 1-26 15,0 0-35-15,0 0-43 0,0 1 121 0,-1-1-111 0,1-1-44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2372" units="cm"/>
          <inkml:channel name="Y" type="integer" max="696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4-02-08T05:33:04.90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4-02-08T05:33:58.793"/>
    </inkml:context>
  </inkml:definitions>
  <inkml:trace contextRef="#ctx0" brushRef="#br0">9511 3492 0,'0'0'0,"0"0"15,0 0-15,0 0 16,-35 0-1,21-5-15,-5 5 16,5-5-16,-2 5 16,5 0-1,5 0-15,-2 0 16,0 0-16,5 5 16,-5 0-1,5 6-15</inkml:trace>
  <inkml:trace contextRef="#ctx1" brushRef="#br0">7329 14812 99 0,'0'0'48'0,"0"0"-26"0,0-1-15 0,0 1 10 15,0 0-8-15,0 3-5 0,0-2-1 0,0-2-2 0,1 1 0 16,0 1-1-16,1 0 0 0,-2 0-9 0,0 1 8 15,0-2-3-15,0 4-3 0</inkml:trace>
  <inkml:trace contextRef="#ctx1" brushRef="#br0" timeOffset="716.32">7298 14915 39 0,'-2'0'30'0,"2"0"-9"0,0 1-12 0,-1 0 5 16,-3-1-2-16,3 0-3 0,-1 0-3 0,2 1-4 15,0-1-3-15,-3-1 2 0,3 1-2 0,0-1-2 16,0 1-6-16,2 1 1 0,-1 0-6 0,-1-1-1 0,0 1 11 16,0-1-12-16,0 2-1 0</inkml:trace>
  <inkml:trace contextRef="#ctx1" brushRef="#br0" timeOffset="58957.87">7294 14954 76 0,'-9'1'63'0,"4"1"-13"0,0 0-16 16,-2 0 10-16,1-1 2 0,2 1-6 0,-2-1-7 15,4 0-3-15,-4 1-1 0,3-1-6 0,0 0-14 16,-2 1-1-16,3-1-4 0,2 1-1 0,-1-1-4 0,2 0-2 0,0 0-4 16,-1-1-4-16,4 1 3 0,-4-1-3 0,1 0 1 15,-1 0-1-15,-3 0 2 0,2-1 3 0,0 1 0 16,0 0 5-16,-1 0-1 0,2 0 1 0,0-1 1 15,0 1 7-15,0 1 0 0,0-1 0 0,0 0 5 16,1 0 1-16,0-1 6 0,-1 1 3 0,-1 0 2 16,0 1-1-16,1-1 1 0,0 0 0 0,0 0 1 15,-3 0 3-15,0 0-7 0,2 0 2 0,1 2 0 16,0-2-1-16,-2 0-1 0,2 0-1 0,0 2 0 16,5-2-3-16,-5 0 0 0,-2 0-3 0,1 2-3 15,1-2 2-15,0 0 0 0,0 0-2 0,0-2 2 16,-2 2 3-16,2 0 3 0,1 0-3 0,0-2 5 15,-2 2-1-15,1-1-3 0,-1 1 0 0,1 0 0 0,1 0 2 16,-1 0 0-16,-2 0 2 0,-2 0 1 0,4 1-1 16,0-1 2-16,0 0 0 0,-1 0-2 0,-4 0-7 15,6 0 0-15,-1 0-4 0,4 0-3 0,-4 1-4 16,2-1 2-16,-2 1-2 0,0-1 1 0,-1 0 1 16,0 2-3-16,1-2 8 0,0 0 0 0,-3 0 1 15,3 0 0-15,0 0 1 0,0 0 4 0,0 0 3 16,0 0 6-16,0 0-4 0,0 1 2 0,-2-1 2 15,0-3 2-15,4 5-1 0,-2-2-3 0,1 0-2 16,0 1-2-16,1-1-2 0,-2 0-2 0,1 1-4 16,-2-1-1-16,-1 0-1 0,2-1 0 0,-5 1-4 0,3 0-2 15,2-3 1-15,0 3-4 0,-1 0 1 16,0 0 0-16,1-1-1 0,-2 1 1 0,6 0 0 16,-4 0-1-16,0 0-1 0,0 0 2 0,2 0 0 0,-2 1-1 15,-3-1 1-15,3 0 0 0,0 2 1 16,1-2 3-16,-1 0 1 0,-1 0 0 0,1 0 3 0,-1 0-1 0,1-2 3 15,1 2-1-15,-2 0-2 0,2 0 0 0,2 0-1 16,-2 0 1-16,0 0-2 0,1 0-1 0,-1 3 0 16,2-3 2-16,-2 0-1 0,-1 0-1 0,-4 0 0 15,3 0-1-15,1 0-2 0,-3 0 2 0,3-1-2 16,0 1 0-16,-1 0 0 0,1 0 0 0,4 0 1 0,-1 0 0 16,-2 0 1-16,-1-2-1 0,0 1 1 0,0 0 0 15,2 1-1-15,-2-2 0 0,2 2 0 0,1-1-1 16,2 0 0-16,1 1-1 0,0-1 1 0,0 1-1 15,-1-2-1-15,-2-1 1 0,0 1 0 0,2 0-1 16,-1 0 1-16,1 0-1 0,1-2 0 0,-1 1 0 16,0 1 3-16,4 0-3 0,-1-2 0 0,0 1 3 15,-1-1-2-15,1 0-1 0,0 0 1 0,0 1 1 16,0-2-2-16,1 0 1 0,-1 1-2 0,2-1 0 16,-2 1 1-16,0 2 0 0,2-3 1 0,-2 0-1 15,1 2 0-15,0-2 1 0,2 0 0 0,-2 0 1 16,0 0-2-16,1-2 1 0,-1 2-1 0,-1 0 1 15,3 2-1-15,1-1 1 0,-3-1 0 0,2 2-1 16,-1 0 1-16,-2 1-1 0,2-2 2 0,-1 0-2 16,-1 1 1-16,-2-1 0 0,1 0 0 0,2 2 3 15,0 0 2-15,3 2 3 0,-3-5-4 0,0 4 4 16,1 0 1-16,-1-2-2 0,-3 1 0 0,2-3-2 0,-5 2 1 16,1-2-2-16,4 3 2 0,-1-2-2 0,0 1 0 15,0-2 1-15,0 3-1 0,-2-1 0 0,0 0-4 16,4-1 1-16,-4 1 0 0,0 0-2 15,2-1 0-15,0 2 1 0,-1-2 0 0,4-1-1 16,-3 2 1-16,1 1-1 0,1-4 0 0,-3 3 2 0,2-1-2 0,0-3 0 16,1 3 0-16,-1-1 1 0,0 0-1 0,1 1 0 15,0-2 0-15,0 1-1 0,2-1 1 0,-3 3 0 0,2-1 1 16,2-2-1-16,-1-1 0 0,1 2 0 0,0 1 0 16,2-2 0-16,-1 2 0 0,4-3 0 0,-1 2 0 15,-3-2 0-15,2 2 1 0,3-2-2 0,-1 1 2 16,1-1-1-16,-1 0 0 0,-1 1 0 0,1 0-1 15,3 0 1-15,-4 1 0 0,0 0 0 0,-1-2 1 16,-1 3 0-16,1-3-1 0,-2 2 0 0,2-1 1 16,-2 0-1-16,0 0 0 0,2 2-1 0,-3-1-1 15,0-1 2-15,0 1 0 0,3-1 0 0,-2-2-1 16,0 2 2-16,0-1-1 0,1 0 2 0,3-1 0 16,1 1-2-16,-1 0-1 0,0 0 2 0,-3 1 1 0,3-2-2 15,2 1 0-15,-3 0 0 0,0 1 0 0,2 1 0 16,-1-2 1-16,0 4-1 0,0-4 0 0,-2 3 0 15,0 0 0-15,-2-2 1 0,-1 1-1 0,-1 0 0 16,-1 0 0-16,1 0 0 0,-1 0-1 0,0 1 2 16,0-2-1-16,1 0 1 0,0 2 0 0,-3-1-1 15,2-1 0-15,0 2 1 0,1-3 0 0,-1 2-1 16,1-1 0-16,-2 2-1 0,2 0 1 0,1-2 0 16,-1 1 1-16,1-1-1 0,0 0 0 0,-1 2 1 0,1-1-2 15,2-2 1-15,1 0 0 0,-3 1 0 0,1 0 0 16,2-2 0-16,3 1-1 0,3 1 0 0,-2-1 1 15,-1 1 0-15,-1-1 0 0,1 1 0 0,1-2 0 0,4 1-1 16,-8 1 1-16,2-1 0 0,1 0 1 0,-1-1-1 16,-1 0-1-16,5 3 1 0,-5-3 1 0,0 0 1 15,1 1 0-15,3-2-2 0,-1 0-1 0,1 0 3 16,2 1-2-16,0-3 0 0,3 1 0 0,2 1-2 16,-4-1-1-16,3 0 3 0,-2 2 0 0,1-1 0 15,-2-1 0-15,0 1 1 0,0 1-1 0,-1 1 1 16,1-2 1-16,-5 2-1 0,-2-4-1 0,4 0 1 15,-1 2-1-15,-1-1-2 0,-2-1 2 0,1 6 0 0,1-7 0 16,3 2-1-16,-1 0-1 0,-3 2 2 0,3 1 0 0,2-2 0 16,1-3 0-16,0 0-1 0,-1 3 0 0,1 0 0 15,1 0 1-15,0 0 0 0,-1-1 0 0,-3 0 0 16,0 1-1-16,-2-1 1 0,0 3 0 0,1-1 0 16,-3 0 0-16,2 1 0 0,-3-1 0 0,2-1 1 15,1 1-1-15,-2 0 0 0,0 0-1 0,2 0 1 16,-3 2 0-16,2-1-1 0,0 1 1 0,1-1 0 15,0 1 0-15,1 0 1 0,2-1-1 0,-4 1 1 16,0-2-1-16,2 2 0 0,3-2-2 0,-4 0 2 16,0 1 0-16,0 1-2 0,-1-1 2 0,3 0 0 15,-1-1 0-15,-2 2 0 0,-4 0 1 0,6-1 0 16,-3-1-1-16,3-1 1 0,-4 0-1 0,3 0-1 16,-2 1 1-16,3-2 0 0,-2-1-1 0,5 1 1 15,-2 0-1-15,2 1 1 0,-1-1 1 0,2-1-1 16,4 1 0-16,-4-2-1 0,3 3 0 0,0-3 1 0,-2 1 0 15,0 1-2-15,-1 1 2 0,-1-1 0 0,0 0 1 16,-1 2-1-16,-1-3 1 0,-2 3-1 0,0-3 0 16,2 4 0-16,-1-4 0 0,-1 4 0 0,0 0 0 15,-2-3 1-15,3 3-1 0,-4 1 1 0,3 0-1 0,1-3 2 16,1 2-1-16,-2-1-1 0,1 1 1 0,0 1-1 16,4-2 1-16,-4-1-2 0,1 2 1 0,-1 0 0 15,0 0-1-15,1-2 1 0,0 1-1 0,0-1 1 0,-2 1 2 16,3-1 0-16,-2 0 0 0,1 1-2 0,1-1 2 15,0-1 0-15,1 1-2 0,-1 0 0 0,4-1 0 16,-1 1 0-16,1-4-1 0,2 4 1 0,1-1 0 16,-2 0 0-16,5 0 0 0,-1-2 0 0,-3 1-9 15,1 1-2-15,-1-3 1 0,0 1-3 0,-2 0-5 16,3-2-2-16,-2 1-2 0,2-3-7 0,4 3 3 16,0 0-7-16,10-1-6 0,-2 0 0 0,-3-2-1 15,3 1 5-15,-1-2-1 0,2 3 8 0,-1-1 7 16,-6 0 7-16,1-2-1 0,-2 2 5 0,4 1-37 15,-3 2 0-15,3 1 0 0,1-3-1 0,-1 1 3 16,3 2 1-16,1 2 5 0,0-4-1 0,0-1 40 16,-1 1-2-16,1-4-2 0,-4-1-31 0,0 4-63 15,0-4 13-15,2 4 8 0,0-2 8 0,-6 3 3 0,4 2 5 16,2-5 8-16,1 5 33 0,-2-3 61 16,-3 0-12-16,-4 1-5 0,8-2-1 0,-4 1-3 0,0 0 0 15,-6 2-5-15,3 1-1 0,6-2 1 0,4-1-1 16,-5-3-1-16,-1 5-7 0,3-1-13 0,1-2-2 15,0 3 2-15,0-4 3 0,-5 3 0 0,0 1 1 16,0 0 1-16,-1-1 3 0,3 0 29 0,-2 0 0 16,4 2-2-16,-2-1-3 0,0 1 3 0,3 0-2 15,-4 0-3-15,-1 0-3 0,0-1-12 0,-3-1-3 16,-3 0 1-16,4-3 1 0,-7 3-5 0,3-1 2 16,-2 2 0-16,3 0 1 0,-6 1 3 0,2 3 1 0,6-3 10 15,-4 1 1-15,-2 2 4 0,3-1-2 0,-1-1 2 16,2-2-1-16,0 1-4 0,-1-2 6 0,-6 2-8 15,3 1-1-15,2-1-3 0,-3 1 2 0,0 0-1 0,2 1-1 16,-2-2-2-16,2 2-5 0,-2-1-1 0,3 1 0 16,0-2 3-16,0 1-2 0,0 1 1 0,0-2 6 15,3 2 4-15,-3-1 1 0,-1 2-1 0,-1-3 0 16,-1 0-2-16,-1 3 2 0,0 0-1 0,0-2-4 16,-3 0-1-16,3 2-2 0,0-2 0 0,2 0-2 15,-2 1-1-15,2-1 0 0,4 3-1 0,-5-3-2 16,1 0 0-16,-2 1-2 0,1 0 2 0,-2 2-2 15,1-1 2-15,-3 0 0 0,0-2 1 0,0 3 2 16,0-3 0-16,-1 0-1 0,-1-1 1 0,4 1 3 16,-2 0-2-16,2 0-3 0,0-1 2 0,1 1-4 15,2 0 0-15,1-2 1 0,0 2-3 0,0-2 0 16,2 1 2-16,-2 1-1 0,1 0-2 0,-1-1 1 16,-3 1 0-16,-1 1 0 0,4-1 2 0,-6 1-2 0,-1-1 0 15,3 0 0-15,-1 0 1 0,-3 2 0 0,1 0 0 16,1 1 1-16,2-4-1 0,2 2 0 0,-2 0 1 15,-2 0 2-15,1 3 3 0,4-4 3 0,-2 1 1 16,1 1-1-16,-3 1 0 0,2-1 1 0,1 0 1 16,-2 0-3-16,-2-1-2 0,0 0-3 0,-2 0 1 15,-1 2 1-15,0-2-1 0,-2 0 1 0,1 1 0 16,-3 0 0-16,2 0 0 0,1 0-1 16,-4 2-2-16,3-3-1 0,-2 2 3 0,2 2-2 0,-1-2 0 15,2 2 2-15,-1-3 1 0,-2 2-1 0,2-1 1 16,1 2 1-16,1-1-2 0,-2 0 0 0,-1 3-2 0,2-3 1 15,-1 0-3-15,1 2 2 0,-5-2-2 0,3 0 0 0,-1 0 1 16,0 0 0-16,2-3-2 0,-4 3 0 0,4 0 1 16,-2-1 0-16,2 1 0 0,0-1 1 0,-4 1-2 15,5-2-1-15,-2 3 2 0,1-5-1 0,0 3 0 16,-1 0 0-16,0-2 0 0,3 2 0 0,-3 0 0 16,1-1 0-16,0 2 1 0,0 0 0 0,0-1 0 15,2 2 1-15,-2-1-1 0,-1-2-1 0,1 2-1 16,3 0 2-16,0-1 0 0,-2 1-1 0,-3 1 0 15,4-3 0-15,-3 3 1 0,3 1 1 0,-1-3 0 16,-6 1 0-16,-1 1-2 0,4-2 2 0,2 1-2 16,-4 1 0-16,-2 0 0 0,-2-2 2 0,3 2 0 0,1 1-2 15,1-2 1-15,-3 2 0 0,-1-1 1 0,2 1 0 16,-2 0-1-16,4-2-1 0,-4 2 0 0,1-1 2 16,-1 0-2-16,2-1 1 0,1 1 0 0,0 1 1 15,0-1-2-15,2 2 2 0,1 0-2 0,-3-2 3 16,2 1 2-16,3-2-1 0,-5 1 1 0,2-1-3 15,0-1 3-15,1 2 0 0,1-1-1 0,-1-1-3 16,-1 3 0-16,3-2-2 0,-1 1 1 0,1-1 0 16,-1-1 0-16,3-3 0 0,-4 3 0 0,0 0 0 0,0 2-1 0,-1-3 1 15,3-1 0-15,-1 2 0 0,-3 2 0 0,0-1 0 16,3-3 0-16,1 1 0 0,-1-1 0 0,0 1 2 16,0 2-1-16,-3-2 0 0,4 2 0 0,2 0-1 15,-5 2 0-15,4-5 0 0,-1 3 1 0,3-3-1 16,-2 2 0-16,-1 0-1 0,0 0 1 0,0-1 0 15,0 2 2-15,-1 0-2 0,-1 1 0 0,0-1-1 16,0 0 2-16,0-1 0 0,-1 0 0 0,0 1-1 16,1-1 0-16,-2 1 0 0,1-1 0 0,2 1 0 15,-4-1 0-15,2 0-1 0,-1 1 1 0,1 1 0 16,-2 0 1-16,0 0 0 0,-1 0-1 0,2 1 1 16,2-2 0-16,-4 3-1 0,0-1 0 0,1-2 0 0,1 3 0 15,0 0-2-15,0-1 3 0,-1 2-1 0,-2 1 1 0,3-2-1 16,-2-1 1-16,0 2 2 0,0-1-2 0,-2 1-1 15,1 0 0-15,-4-2 0 0,4 1 0 0,-1 1 0 16,1 0 0-16,-2-1 0 0,-1 1 0 0,2 0 0 16,1 1 0-16,0-1 0 0,-1-2 0 0,-3 1 1 15,1-1 0-15,1 3-2 0,0-1 1 0,-2-3 1 16,2 3 0-16,-6-1 0 0,5 1 0 0,-1 2 0 16,0-3-1-16,-1 1 2 0,1 0-1 0,-2 0-1 15,0-2 0-15,2 2 0 0,1 1 0 0,-4-2 0 16,2 0 0-16,1 0 0 0,-1 1 0 0,2 1 0 15,-1-1 0-15,1 1 0 0,-2-1 0 0,2-1 0 16,0 0 0-16,-2 0 0 0,2 1 0 0,-1-2 0 16,1 2 1-16,-1-1-2 0,0-1 1 0,0 2-1 15,1 0 1-15,-1 0 0 0,1-1 1 0,1 1 0 16,-2-1-1-16,2 2 1 0,-3-2 1 0,3 2-1 0,-1-1-1 16,-2-2 0-16,2 2 1 0,-2 1-1 0,1-1 1 15,0 1 0-15,-2-1-1 0,-1 1 1 0,3 1 1 16,-1-4-1-16,-2 4 0 0,1-1 2 0,-1 0-3 0,-1 0 1 15,2 1 1-15,-2-3 0 0,1 3-2 0,-3-2 1 16,4 0 0-16,-3 1-1 0,3 0 1 0,-1-1 1 16,-5 0 1-16,2 1-3 0,0 1 2 0,7 3 0 15,-5-3-1-15,-2-1 1 0,0 1 0 0,0 0-1 0,4 1 1 16,1-1 3-16,-5 0-3 0,-1-2 3 0,-1 2-2 16,4 0 2-16,-2-1-2 0,-2 1 2 0,4 0-1 15,-6-1-1-15,2 1 2 0,2 0-3 0,4 0 4 16,-4 0-5-16,2 0 2 0,-1 0 0 0,-2 0-1 15,1 0-2-15,0-1 3 0,-3 0 1 0,3 1-2 16,-1 0 2-16,-2 0-2 0,3 0 0 0,0 0 0 16,1 0 2-16,1 0-3 0,2 1-2 0,-7-2 1 15,2-1 0-15,2 2 1 0,-1-1 0 0,-1 0-1 0,1 1 0 16,0 0 0-16,0 0 0 0,1 0 2 0,2 0-2 16,-3 0 1-16,0 0-1 0,0 0 1 0,0 0 0 15,2 1 0-15,-2-2-1 0,1 1 0 0,-2 0 1 16,1 0-1-16,3 0-1 0,-2 0-1 0,-2-1 2 15,1 1-1-15,1 1 1 0,-1-2 0 0,3 1 0 16,-2-1 0-16,-5 1 1 0,4 0 0 0,0-1 1 16,0 1-1-16,2 0-1 0,-1 1 0 0,-1 0 0 0,-3-1 0 15,6-1-1-15,-3 1 1 0,0 0 0 0,-3 0 0 16,3 0 0-16,-3-1 2 0,2 1-3 0,1 0 1 16,-1 0 0-16,1 0 0 0,0 0 0 0,0-1-1 15,-1 0 1-15,1 1-1 0,1 0 0 0,-1-1 1 16,3 1 0-16,-2 0 0 0,0 0 0 0,3 0 0 15,2 0 0-15,-5 0 0 0,2 0 1 0,-3 0-1 0,1-3 0 16,0 2-1-16,2 1 1 0,-3-2 1 0,1 2 0 16,0-1 0-16,3 0 0 0,0 1-1 0,-4-1 0 15,1 0 0-15,3 0 1 0,1-1 0 0,-3-4-1 16,-1 5-1-16,2-2 1 0,4 1-1 0,0 0 1 16,-2 1 1-16,-4-2-2 0,6 3 1 0,-2 0 0 0,2-2 1 15,-3 0-1-15,0 2 0 0,0-3 0 0,-1 0 0 16,2 1 1-16,-1 1-1 0,2-2-1 0,1 0 0 15,-4 2 0-15,2-3 1 0,1 2 0 0,0-2 0 16,0 1 0-16,0 0 0 0,0 2 0 0,-1-2 0 0,2-2-1 16,-1 4 0-16,1-1 1 0,0 0-2 0,-2-1 2 15,2 0 0-15,-1-1 2 0,0 1-2 0,1-1 1 16,-3 1 0-16,2 1 0 0,-1-2-1 0,2 0 0 16,-1 3 0-16,0-2-2 0,0-1 3 0,0 1-2 15,-2-1 1-15,1 0 0 0,2 2 0 0,-3-3 0 16,2 2 0-16,-3 0 3 0,3 0-2 0,0 1-1 15,0 0 1-15,-2-1 0 0,0 0-1 0,2 1-1 16,-4-1 1-16,3 1-1 0,-2-1 0 0,-1 1 1 16,1 0 0-16,-1 1 0 0,2 0 0 0,0 0 2 15,-1 1-2-15,1-2 0 0,-1 0 1 0,0 0-1 16,2 1 0-16,-2-1 0 0,0 0 2 0,2 0-2 16,-3 0 0-16,2-1 1 0,1 2-1 0,-1-1-1 15,-1 1 2-15,2 0-1 0,-3-1 0 0,3 0 0 0,0 1 0 16,-1 1 0-16,-1-2 0 0,-1 2 2 0,0-5-3 0,0 5 1 15,0-1 0-15,-2-3 1 0,0 3 0 0,0-1 0 16,2 1 0-16,-2 1 0 0,1 1 0 0,0-1 0 16,0-1 1-16,1 0-2 0,-2 0 0 0,0 1 0 15,0 0 1-15,2-1-1 0,-2 0 1 0,2 1-1 16,-2 0 1-16,0 1 0 0,0-1 0 0,0 0 0 16,0 0 0-16,1 1 1 0,-1-1-1 0,-1 0-1 15,1 0 1-15,0-1-1 0,0 1 1 0,0-1 0 16,0 1 0-16,0 0-1 0,1 0 1 0,-2 0-1 0,1 0 0 15,1 0 1-15,-1 1-1 0,-1-1 0 0,1 0 0 16,0 0-2-16,0 0 1 0,0 0 0 0,0 0-1 16,0-1-1-16,0-1-2 0,0 4-7 0,0-2-5 15,0 0-6-15,0 1-9 0,2 0-10 0,-2-1-26 16,1 1-20-16,1 0-21 0,3-2-26 0,2 1 84 16,1-3-60-16,2 0-15 0</inkml:trace>
  <inkml:trace contextRef="#ctx1" brushRef="#br0" timeOffset="81383.89">20940 9832 51 0,'-2'0'44'16,"-1"0"-10"-16,3 0-17 0,-1 1 14 0,1-1-6 0,0 0 8 16,-3 0-4-16,3-1-4 0,-3 1 1 0,2-1-2 0,0 0 3 15,0 1-6-15,-1-1 1 0,0 0-7 0,2 0-1 16,0 1-2-16,0 0-3 0,0 0-1 0,0 0-4 16,0-1 4-16,0 1 5 0,0 0-2 0,0 0 4 15,0 0 1-15,0 0 8 0,0 0 1 0,0 0 4 16,0 0-3-16,0 0-3 0,0 0-2 0,0 0-4 15,0 0 0-15,0 0-6 0,0 0-4 0,0-2-2 16,0 2 1-16,0-1 0 0,0 1-1 0,0-1 4 16,0 1 2-16,-1 0-1 0,1 0 4 0,0 1 2 15,0-1 3-15,0 0 2 0,-1 0 0 0,1 1-3 16,1-1 1-16,-1 0-3 0,-1 2 2 0,1-2-3 16,0 0-3-16,0 0-3 0,0 0-3 0,0-2 0 15,0 2-5-15,0 0 3 0,0 0-5 0,1 0 0 16,-1 0-2-16,0 2 2 0,1 0 1 0,-1-1-1 15,0-1 2-15,2 1 1 0,-1 0 0 0,1 0 3 16,4 0-1-16,-2-1 0 0,0 0 1 0,0 0 0 0,2 0 0 16,1 1-2-16,1 0 2 0,-1 0-4 0,-2-1 3 15,0 3-4-15,-2-3 0 0,4 1 1 0,0 1 1 16,-2-1-3-16,2 1 1 0,-2-1-1 0,-1-1 0 16,4 0 1-16,0 3 0 0,1 0-1 0,-2-3 1 15,0 2-2-15,2 0 0 0,-1-1 2 0,2 3 0 16,-3-2 1-16,1 0-2 0,-1 0 2 0,0 0-1 15,0-1 0-15,1 3 0 0,-4-2 0 0,4 0 1 16,-1 4-1-16,-1-4 0 0,2 0 0 0,-1 1-1 16,2 2 2-16,0-2-1 0,-1 1 0 0,-1 1-2 15,2-2 1-15,0 0 1 0,0 3 0 0,-1-2 0 16,1 2 0-16,1-2 1 0,0 1-1 0,1 1 0 16,0-1 0-16,-1 2 0 0,-1-2 0 0,2 4-1 0,1-2 0 15,3 1-1-15,-3-1 3 0,1 1 0 0,-2-2-1 0,4 5 1 16,1-2-1-16,1 0 2 0,-4-3 1 0,-1 2-1 15,2 0-2-15,2 0 0 0,-1 3 0 0,-1-2-1 16,-2-1 1-16,3 3 0 0,-1-1 0 0,-2 1 0 16,1-2 0-16,-3 0 0 0,3 2 1 0,-1-2-1 15,-2 0 0-15,1 0 0 0,1 1 0 0,-1 0 0 16,3 1 0-16,-2 0 0 0,1-2 0 0,0 2 2 16,0 0-2-16,2-1 0 0,-1-1 1 0,0 2-1 15,-1-2 0-15,2 2 2 0,-1-1-1 0,1 1-1 16,0-1 1-16,3 1-1 0,-4 0 1 0,0-1 1 15,4 0-2-15,-3 3 0 0,5 0 1 0,-8-2 1 16,2 2 0-16,-3-2 1 0,2 1 0 0,-2 3 0 16,-2-2 1-16,0 1-1 0,-4-2 0 0,1 1 0 15,-2 2 1-15,2 0-1 0,-4-1-1 0,2 0 0 16,-3 0 2-16,1-1-2 0,0 0 2 0,2 0 0 16,-4-1-1-16,2-1 0 0,-1 5 18 0,-1-6 7 15,0 3-1-15,0 0 1 0,0-1-2 0,0 0 2 0,-1-1-2 16,0 2 0-16,0-2-13 0,1-1-10 0,-2 1 2 15,0 0 0-15,0 1 1 0,1 1 0 0,1-1 1 16,-3 1-1-16,0 2-1 0,3-1 0 0,-1 3-1 0,-5-5 1 16,3 5-2-16,-3-1-1 0,2-2 2 15,1 4-3-15,-2-5 2 0,-2 0 0 0,3 2-1 0,2 2 0 16,-1-3 1-16,0 0 2 0,-1 0-2 16,0 0 2-16,3 1-2 0,1 0 0 0,-3-2 1 0,-1 1-1 15,-2 2-2-15,5-1 1 0,-3 3-1 0,3-2 2 16,-3 2-2-16,-3-2 2 0,3 1-1 0,1 2-2 15,-1-1 2-15,1-1 1 0,-2 3-2 0,-1 0 0 16,3-1 0-16,-3 2 0 0,-1-2-1 0,1 0 2 16,0 1-1-16,1 0 1 0,-3-1-2 0,0 0 2 15,2 0 0-15,-1-1 0 0,0 3-1 0,1-1 0 16,-5-2 0-16,4 3 0 0,2-1 0 0,-3 0 0 16,1-1 1-16,2 1-1 0,-2-2 1 0,1 1-2 15,0 1 1-15,2 0 0 0,-4-2 0 0,3 2-1 16,0-4 2-16,1 3-3 0,0 1 1 0,-1 0 1 0,2-4-2 15,2 1 1-15,-2 3 0 0,-1-1 0 0,4-2-3 16,-1 1 3-16,0-2 0 0,0 0 0 0,0 0 0 16,1-1 0-16,1 1-1 0,-1-1 1 0,0 2 0 15,0-1 1-15,0 2-2 0,0-1 1 0,0 0 0 16,0 0 0-16,-1 1 1 0,1 0 1 0,0-1 0 16,0 1-2-16,-2-3 3 0,2 5-3 0,-1-1 1 15,0-2-1-15,-1 1 1 0,1-2-1 0,-1 0 0 16,1 2 1-16,-1 4 0 0,2-7-1 0,-3 2 1 15,-1 0 0-15,2 1-1 0,0-1 2 0,-1 0 0 16,-1-1 0-16,1 0-2 0,-1 1 0 0,2-3 3 0,-2 1-2 0,-1 2 0 16,2-2 1-16,-1-1-2 0,1 1 0 0,-1 0 2 15,-1 0 0-15,1 1-2 0,1-1 1 0,0-2-1 16,1 1 0-16,0 2 2 0,-1-2-2 0,-1 2 0 16,3 1 0-16,-2-2 0 0,1 3 0 0,0-1 0 15,-2 2 0-15,2-2 0 0,0 1-1 0,0-2 1 16,0 2-1-16,0-1 1 0,0 1 0 0,2-2 0 15,-1 1 1-15,0-1 3 0,0-1 2 0,-1 1-1 16,1-1 1-16,1 0 1 0,-1 1-1 0,1-2 0 16,0-1-1-16,0 1-1 0,1-2-1 0,0 1 0 0,1-3-1 15,-1 1 0-15,2-1-1 0,-2-1 0 0,2 0-1 16,0-1 0-16,0-4 0 0,-1 2-1 0,2 0 1 16,-1-3-2-16,1 4 1 0,1-2-2 0,0-1 2 15,1 3 0-15,0-2-3 0,2 1 2 0,-3-2-1 16,3 0 1-16,-1 1 0 0,3-2 2 0,-2 0-1 15,1 1-1-15,0-2 2 0,4 1 0 0,-4 1 0 16,3-4 0-16,-1 2 0 0,2-1 0 0,-3-1 0 16,3 2 0-16,1-1-2 0,-1 0 1 0,-1 0 1 15,0 1-1-15,5-2 1 0,-1 2-1 0,2-1 0 16,-2 1-1-16,0-1 3 0,-2 1-1 0,3 1-1 16,-3-3-1-16,0 2 1 0,-4-1 0 0,2 0 1 15,-2-1 0-15,1 1-3 0,1-1 3 0,-2 2 0 16,1 0 0-16,-1-1-1 0,1 1 1 0,-4 1-2 15,1-1 2-15,1 0 1 0,0 4 0 0,-2-5-1 16,2 3 0-16,-2-1 0 0,3 0 1 0,-2 0 1 16,0 0-1-16,2 1-1 0,-4-1 1 0,1 0 0 15,1 0-1-15,-2 1 2 0,0 1 0 0,0-2-1 0,0 1 2 16,-3-4 2-16,1 1-1 0,0 1 1 0,-1 0-2 0,0 0 4 16,0-1-3-16,-2-1 0 0,1 5 1 0,-2-2 1 15,3 0 6-15,-3-3 6 0,0 3 3 0,0-1 1 16,0 0 2-16,0 0 3 0,-1 0 0 0,-1 3-1 15,2-4-5-15,-1 3-2 0,-1-2-3 0,-3 2-1 0,3 0 0 16,-1 0 0-16,-1 0-1 0,0-2 1 0,0 2-1 16,-1 1-2-16,2-1 0 0,0 0 0 0,-2 1 0 15,1-2-2-15,2 1-1 0,-5 1 1 0,5-1-1 16,-4 0-4-16,2 0 1 0,-1 0 0 0,-1 0-3 16,0 0 0-16,-1 0 0 0,2 3-1 0,-4-3 0 15,4 1 2-15,0-1-4 0,-3 0 3 0,2 3-1 16,-1-2 0-16,1 0-1 0,-1-2-1 0,-1 4 0 15,2-1 0-15,-1 0 2 0,2-1-2 0,-1 1 1 0,-1-1-1 16,1 2 0-16,0-1 3 0,0 0-3 0,-2 0 1 16,1 0 1-16,-2 0-2 0,0 1 0 0,0 0 0 15,0-1 0-15,1 3 0 0,-3-3-1 0,2 2 1 16,0 0-1-16,-1-2 1 0,3 4 0 0,-1 0 0 16,2 0 0-16,-3-4 0 0,1 5 0 0,0-1 0 15,-1 0 0-15,2 2-1 0,1-1 1 0,-2 0 0 16,1 1-1-16,-2 2 1 0,0-2 2 0,3-1-2 0,-1 2 0 15,0-1 0-15,-3-1 0 0,1 1 0 0,4-2 0 16,0 2-1-16,-2 0-1 0,0 0 2 0,1 1-1 16,0-1 1-16,2 0 1 0,-2 1-1 0,1 0 0 15,0-2 0-15,0 0 0 0,1 1-2 0,-1 0 2 16,2-2-3-16,1 2 3 0,-4-2 0 0,3 2 0 16,-1-1-1-16,0 2 1 0,1-1-1 0,0 0 1 15,-1 2 0-15,-1-1-2 0,1 3 1 0,1 0 0 16,-1-1-1-16,1-2 2 0,0 5 0 0,-1-3 0 0,3 3 0 15,0-2 2-15,-1 0-1 0,0 1-1 0,1 2 1 16,-1-2-2-16,0-3 1 0,1 0 0 0,-2 1 0 16,2-1-2-16,1-1 0 0,-2 0 2 0,1-1-2 0,0 4 3 15,-1-2-2-15,1 0 1 0,1-2 0 0,-1 0 0 16,1 1 0-16,-1 2 0 0,0 0 1 0,0-3-1 16,-1 0 0-16,2 1 1 0,-1 0-2 0,-1 2 0 0,0-2 1 15,2 1 0-15,-1 0-1 0,0 0 1 0,0 1 0 16,0-2 0-16,0 2 0 0,1-1 1 0,0 1 0 15,-2-1-1-15,2 1 1 0,0 2-2 0,0-2 1 16,0 0 0-16,2 1-1 0,-2-2 0 0,0 0 0 16,0-2-1-16,0 1 2 0,0-1 0 0,0 0-2 15,1 0 2-15,0 2 0 0,0 0 0 0,-1-3 0 16,1 0 0-16,0 2-1 0,-1-1 2 0,0 0-1 16,2-2 0-16,-2 0 0 0,1 1 0 0,-1-1 0 15,0 3 2-15,0-5-1 0,0 3 0 0,0-1 0 16,0 1-1-16,0 2 0 0,0 0 0 0,0-3 1 15,1 2-1-15,-1-1 0 16,0 1 1-16,0 1-1 0,0-2 0 0,0 2 1 0,0-3 0 0,-1 3 0 16,0-1-1-16,1 2 0 0,-2-2 0 0,2 2 0 15,-1-2 1-15,1 1 0 0,-2-1 0 0,1 2-1 16,0-1 2-16,-1 2 1 0,0-2-4 0,-1 0 0 16,1-1 1-16,0 0 0 0,0 2-1 0,1-1 1 0,0 0-1 15,-2 0 1-15,2 0 0 0,0 0 2 16,1-2-3-16,-2 2 0 0,2-1 0 0,-1-1 1 0,1-1-1 15,0 1-2-15,0 0 3 0,0 0 0 0,-2 3 0 16,2-4 0-16,0 1 0 0,-1 1 0 0,1 2 2 16,0-2-1-16,0 0-2 0,0 0 1 0,0 2 0 15,0-3 1-15,0 2-1 0,0 0 0 0,1-1 0 16,-1 2 0-16,0-3 1 0,0 2-1 0,0-1 0 16,-1 0 0-16,1 0 0 0,0-1 0 0,0 1-1 0,0-1 2 15,0 0-1-15,0 0 0 0,0-2 0 0,1 0 1 0,1 4 0 16,-2-3-1-16,0 1 2 0,0-1-2 0,0 1 0 15,0 0 0-15,0-2 0 0,0 1-2 0,0-1 2 16,0-1 0-16,0 1 0 0,0-2-1 0,0 0 1 16,0 0 0-16,0 2 0 0,0-3 2 0,0 2-2 15,0 0 1-15,0-1 0 0,-2 3 0 0,2-1-1 16,-1 1 0-16,1-1 1 0,-1 0-1 0,-1 1 0 16,1-1 0-16,1 1-1 0,-1-3 1 0,1 3 0 15,-1-1 0-15,-1-2-1 0,0 0 1 0,1 0 0 16,1 0 0-16,-1 1 1 0,0 0-1 0,1-4 0 15,0 2 0-15,0 2-1 0,0-1 1 0,-2-3 0 16,1 3-1-16,1-2 1 0,0 2 0 0,0 1 0 16,0-2 0-16,0 2 0 0,0 0 0 0,0 0 0 15,0 0 2-15,-1 1-2 0,1-3 0 0,0 3 0 16,0-2 0-16,-1-2-1 0,1 2 2 0,-1-2-1 0,0 0 1 16,1 0-1-16,0-1 0 0,-2 0-1 0,2 0 1 15,0 2 2-15,0-3-2 0,0 0-1 0,0 0 1 16,0 1-1-16,0-1 0 0,0 0 2 0,0-2-1 15,2 3-1-15,-2-3-1 0,0 0 2 0,0 0 0 0,0-1 0 16,0 1 1-16,0 1-1 0,-2-1 0 0,2-1 0 0,-1 2 1 16,1-2-1-16,0 3-2 0,0-2 3 0,-1-1-1 15,1 1 0-15,0 0 0 0,0-1 0 0,-2 1 0 16,1 1 0-16,1-1 2 0,0 1-3 0,0 1 0 16,-1-2 1-16,1 1-1 0,0 0 1 0,0 1 0 15,0-1 0-15,-1 1 0 0,1 0 0 0,0-1 0 16,0 3 0-16,1-2 1 0,-1 0 1 0,-1-1-3 15,0 1 2-15,-1 0-1 0,2-1 1 0,-3 0-1 16,0 0 0-16,2 1 0 0,-1-1 0 0,1 0 0 16,-2-1 0-16,3 1-2 0,0 2 2 0,-1-2 0 15,0 0 0-15,1 0 0 0,0-1 0 0,0 1 0 16,0 0 0-16,-2 0-1 0,1-1 1 0,1 0 0 0,0 0 0 16,1 1 0-16,-1-2 0 0,-1 4 0 0,1-2 1 15,0-1 1-15,-1 2-3 0,0 0 1 0,0-2 0 16,0 3 0-16,1 0-1 0,0-3 1 0,-1 4 0 15,1-3 0-15,1-1 0 0,-2 0 0 0,1 3 0 16,0-1 1-16,0-3-1 0,0 2 0 0,0-1 0 16,-2 2 1-16,0 0-1 0,2 0 0 0,-2-2-1 15,2 2 1-15,0-1 1 0,-2 1-1 0,2 1 0 16,-1 0 0-16,0-3 0 0,0 0 0 0,-1 3 1 0,2-4-2 16,0 2 1-16,0 2 0 0,-1-4 0 0,1 1-1 15,1 3 1-15,-1-2 0 0,0 1-3 0,0 0 2 0,0-1 1 16,0-2-1-16,0 3-1 0,-1-3 1 15,1 0-1-15,0 1 1 0,0-1 1 0,0 0 0 16,0 0-1-16,0 0 1 0,0 1 0 0,-1 0 1 0,-1-1 0 16,1 0 0-16,1 2 0 0,0-2-1 0,0 0 2 15,0 1-1-15,-1-2-1 0,0 0 0 0,1 2 0 16,0-1 0-16,0 0 0 0,0 1 2 0,0-1-2 16,-2 0 0-16,2 1 1 0,-1-1-1 0,-1 0 1 15,-3 0 1-15,2 0-1 0,3 1-2 0,-4 1 3 16,2-1-1-16,0-1-1 0,2 2 0 0,-4-2 0 0,4 1 0 15,-3-1-1-15,-2 0 1 0,2 0 0 0,0 0 0 0,-2 0 0 16,2 1 1-16,2 3 0 0,-2-4-1 0,-2 1 1 16,2 3 1-16,0-3-3 0,0 0 1 0,-1 2 0 15,1-3 0-15,-5 0-1 0,6 1 2 0,-1 0 0 16,-2 2-1-16,0-3 0 0,-2 2 2 0,1-1-2 16,3 1 0-16,-1-2 0 0,-1 1 0 0,-1-1-1 15,2 0 1-15,1 0 0 0,2 0-2 0,-3 0 3 16,1 1-1-16,0 0-1 0,-1-1-1 0,1 1 2 15,1-1 0-15,-2 0-1 0,-2 0 1 0,3 0 0 16,-2 0-2-16,1-1 2 0,-1 1 1 0,1 0-1 16,1 0 0-16,1 0 0 0,-1-1 0 0,-1 1 0 15,1-1 2-15,-1 1-1 0,1 0 1 0,0 0-2 16,-1 0 0-16,-2 0 1 0,3 1-1 0,0 0 0 16,-2 0 0-16,2-1-1 0,0 2 0 0,-2-2 1 15,3 0-1-15,-2 0 1 0,0-2 0 0,1 2 0 0,1-1-1 16,-2 0 1-16,1 0 0 0,0 1-1 0,1 0 0 15,-1 0 1-15,-1 0 0 0,2 0-2 0,0 0 1 16,1 0 1-16,-2 0 0 0,-1 0 0 0,3 0 0 16,0 0 0-16,-1 1 1 0,0-1 0 0,1 0-1 15,0 0 1-15,-2 0-1 0,2 2 1 0,-1-2-1 16,0 0-1-16,2 0-1 0,-3 0 2 0,3 2-1 16,-3-1 1-16,1-1-1 0,1 1 1 0,1 0 0 15,-2-1 0-15,0 1 0 0,1-1 0 0,0 0 1 16,-2 0-2-16,2 0 1 0,0 0 0 0,-1 0-1 15,1 0 0-15,-1 0 1 0,1 0 0 0,-2-2-2 0,2 3 2 16,-1-1-1-16,1 0 0 0,0 0 1 0,1 0 0 16,-2 0-2-16,2-1 0 0,0 1 1 0,-1-1-2 15,1-2 2-15,0 3-1 0,0-2-1 0,-1 2 3 16,1 0-2-16,0-1 0 0,-1 0 1 0,1 1 1 16,-2-1 0-16,1 1 1 0,0 0 0 0,1-1-1 15,-1 0 1-15,1 1-1 0,0-1-7 0,0 0-33 16,-1 1-21-16,0 0-27 0,1-1-44 0,0-4 91 15,0 1-74-15,0-2-27 0</inkml:trace>
  <inkml:trace contextRef="#ctx1" brushRef="#br0" timeOffset="92345.7">22377 12153 86 0,'-1'0'64'0,"1"-3"-26"0,0 3-17 15,0-1 20-15,-3-1-3 0,2 1-2 0,1 0 1 16,0-2-6-16,0 2-4 0,0 0 0 0,0 1-5 0,2-1-6 16,-2 1-8-16,0-1-6 0,0 0 0 0,3 1 0 15,-3-1 5-15,0 1-1 0,0 0 4 16,-1-1-1-16,1 1 8 0,1-1 2 0,-1 1 3 15,0-2 1-15,-1 1 1 0,1-1 1 0,0 2 0 16,0-1 3-16,4 0-3 0,-4-1 4 0,1 2-3 0,-2-1 0 16,1 0 3-16,1 0 0 0,-1 1-2 0,0 0 2 15,-2-3-3-15,2 3-2 0,0-1-2 0,1 2-2 16,-1-1-2-16,1 0 0 0,0 1-5 0,-2 1 1 16,1 1-2-16,-2-2-1 0,2 1 1 0,-2-2 0 15,1 1 0-15,1-1 3 0,-3 3 1 0,3 0-3 16,0-2 6-16,0 2 0 0,0-2 2 0,0 1 2 15,0 2 0-15,1-3 1 0,-1 0-2 0,-1 0 2 16,1 0-5-16,0 1-2 0,0 0-1 0,1 2-3 16,-1-3-4-16,0 2-3 0,2 1 0 0,-1 1-3 0,-1-3 1 15,2 1-1-15,1 2 0 0,-1-1 1 0,-1 0 0 16,0 2 1-16,-1-3 3 0,2 0-1 0,-1 3-1 16,1-2 2-16,4 2 1 0,-4-2-1 0,-1 1 3 15,3 0 0-15,-1 0-1 0,1 3 3 0,3 0 2 16,-4 1 1-16,0-3 2 0,-1 2-4 0,4 1 0 15,-3-2-2-15,1 3 2 0,-1-1 0 0,-2-3-3 16,2 4 0-16,0 0-2 0,2 0 3 0,-2-1 5 16,0 0 0-16,-3 0-1 0,4 0 0 0,-2-1 2 15,-2-2-1-15,0 2 0 0,0-1 0 0,0-1-4 16,0-1-1-16,0 0 0 0,1 0-2 0,-1 1 0 0,3-1-3 16,0 2 1-16,-3-2 0 0,1 0-2 0,2 0-1 15,0-1-1-15,-3 1 1 0,0-1-2 0,0 0 0 16,0 0 2-16,1 1-4 0,-2-3 1 0,1 2 0 0,1 0 2 15,-1 0-2-15,0 0-1 0,1-1 2 0,-1 1-3 16,1-1 2-16,3 0-2 0,-4-2 2 0,1 2 0 16,1-1 0-16,-2 0-1 0,3-1 0 0,-1 2 1 15,0-3-1-15,-2 2 3 0,2 0-4 0,0 0-8 16,0-1-26-16,-2 0-16 0,1-1-21 0,3 0-25 16,-2-1-118-16,1 0 153 0,0-1-102 0,1-1-52 0</inkml:trace>
  <inkml:trace contextRef="#ctx1" brushRef="#br0" timeOffset="93479.83">22234 12182 477 0,'-4'1'241'0,"1"-1"-129"15,2-2-67-15,-3 2 38 0,1 0-22 0,2 0-8 16,-1-1-6-16,2 1 4 0,-1 0-9 0,1-2-4 15,0 1-3-15,0 0-4 0,0 0-9 0,0 0-4 0,1 0-1 16,-1-1-1-16,1 1-3 0,0 0 2 0,-1 0 3 0,1-1 1 16,-1 1 3-16,1-1-3 0,1 1 2 0,-1 0-2 15,0-1 3-15,-1 1 0 0,2-2-2 0,-2 1 1 16,1 0-4-16,0-1 2 0,0 1-2 0,0-2 0 16,0 1-7-16,0 1-1 0,2-1-2 0,-2-2-3 15,2 3-2-15,-2 0 1 0,1 0-4 0,2-2-1 16,-2 2 3-16,3 1 0 0,0-1-2 0,-1 2 0 15,0-2 1-15,1-1-2 0,2 2 3 0,-1-1 1 16,2 1-2-16,-2-1 0 0,3 2 0 0,-4 0 0 16,4-1 0-16,0 0 0 0,-1 0 0 0,0 1-1 15,0-1 1-15,3 2 0 0,0-1 0 0,-1 0 2 16,-3 0-1-16,3 1 0 0,1 1 0 0,0 1 1 16,-4-3-2-16,0 1 1 0,0 1-1 0,0 3 1 15,1-1-1-15,-2 1-1 0,-3-2 0 0,1 1 0 16,4 3 1-16,-3-3 0 0,0 1 0 0,-3 0 1 0,3-1 2 15,0 3-2-15,4-1 1 0,-6-1 1 16,1 0-3-16,2 2 3 0,-2 0-3 0,2-2 0 16,0-1 1-16,-2 3 0 0,-1-1-1 0,1-1 0 0,1-1 1 15,-1 1 1-15,0-1 0 0,1 0 0 0,-2 1-1 16,3 0 1-16,-2 0 0 0,-1 0 0 0,2 1 1 16,-3-2-3-16,3 2 0 0,-3-2 2 0,1-1 0 15,-3 2-1-15,1 1 0 0,1-3 1 0,-2 3 1 16,0 0 0-16,0 0 0 0,0-1-1 0,-2 2 1 15,1 0 0-15,1-2 0 0,-3 1-1 0,1-1 0 16,-1 2 0-16,1-2 1 0,-1 3-2 0,-1-3 1 16,2 2 0-16,-1-1 1 0,-1 1 0 0,2-2 0 15,0 3 1-15,-1-4-3 0,0 2 1 0,-1-2-1 16,1 1 1-16,-1-2-2 0,1 0 1 0,-2-1-2 0,-1 1 1 16,4-1 2-16,-1-1 1 0,0 0-1 0,3 1 0 0,-5 0 1 15,3-2-3-15,1 0 3 0,-3 0-2 0,1-1 0 16,3 1-1-16,-3-3 2 0,-1 1-1 0,1 0 0 15,1-1 0-15,2 0-1 0,2 1 0 0,0 1 0 16,-3-2 0-16,2 1-1 0,0-1 1 0,1 0-1 16,-1 2 0-16,-1-3 0 0,2 3 1 0,-2 0 0 15,2-1 0-15,0 2 0 0,-2 0 0 0,2-1-2 16,-2 1 2-16,2-1-1 0,-2 1-2 0,0-1 2 16,0 1-1-16,0 0 1 0,3-1 0 0,-2 1 2 15,3 0 0-15,1 0-1 0,-2 0 1 0,2 0 0 16,0 1 3-16,-3 0-3 0,1 1 2 0,1-1-1 15,-3 1 2-15,2 2 2 0,1-2-2 0,-2-1 1 16,2 1 0-16,-1 3 0 0,3-2-1 0,-3-1 0 16,2 1-1-16,-3-2-2 0,3 4 2 0,0-1-1 15,-2-1 0-15,1 2-1 0,1-3 1 0,-1 1 1 16,0 2-1-16,2-2 4 0,-3-1 1 0,3 1 2 16,-2 0 3-16,0-1 0 0,2 0 2 0,-4 0-4 0,1 0 1 15,2 1-1-15,-2-1 0 0,-1-1-5 0,2 0-1 16,0 0 1-16,-1 0-2 0,2-1 1 0,-3 1-1 15,1 0 1-15,0 0-2 0,2 1 1 0,-3-1-1 16,0-1 0-16,-1 1 3 0,0 0-3 0,1 0 1 16,1 0 0-16,-2-1 1 0,-1 0-1 0,3 0 1 15,-2 2 1-15,0-2-2 0,0 1 2 0,0-1-1 0,-1-1 0 16,0 1-4-16,2 0-9 0,-2 0-10 16,0-1-11-16,0 1-40 0,-2-1-24 0,2 1-29 15,0 0-38-15,-1 0 101 0,1-1-79 0,0 0-20 0</inkml:trace>
  <inkml:trace contextRef="#ctx1" brushRef="#br0" timeOffset="94845.31">22868 12136 177 0,'0'-2'128'0,"-3"0"-31"0,4 0-38 15,1 2 30-15,2 0-5 0,-4-1-4 0,0 0 6 16,0 0-4-16,0 1 3 0,3-2-18 0,-1 1-1 0,-3-3-7 16,2 2-6-16,3 0-3 0,-4-1-8 0,4 1-1 15,-4-2-3-15,0 1-2 0,-1 1-2 0,1 0 0 16,1-1 0-16,-1 1-6 0,1 0-5 0,0-1-1 16,-1 1-2-16,-3 2-2 0,3-2-6 0,-2 0 1 15,-2 1-4-15,-1 1 0 0,2 0-1 0,-4 0-2 16,5 0 1-16,0-1-3 0,-3-1 2 0,2 2-3 15,3-1-1-15,0 1 2 0,-1 0-2 0,1-1 3 16,-1 1-5-16,-3 0 4 0,1 0 0 0,0 0-1 16,3 2 0-16,-4-2-1 0,-1 0-1 0,3 0-1 15,0 2 2-15,0-1-1 0,1 0-1 0,-4 0 0 16,-1 0 1-16,4 2-1 0,-2-1 1 0,1 0-1 16,-3 0 0-16,3 0 1 0,-1 3 2 0,2-2-2 15,-3 1 1-15,3 0 1 0,-3 1-1 0,0 0 0 16,3-2 0-16,-2 3 0 0,-1-1 0 0,0-1 0 0,1 3 2 15,0-2 1-15,1 1-1 0,0-1 0 0,-1 1 2 0,1 0 0 16,1 0-2-16,0-1 0 0,-2 0 0 0,2-1-3 16,0 1 2-16,2 1-1 0,0-2-2 0,-2 1 2 15,2-1-1-15,0 0 1 0,2 1-2 0,-1 0 0 16,2-1 0-16,-1 0 1 0,2-1 0 0,-1-1-1 16,-1 2 0-16,2-2 0 0,1 0 0 0,-1-1 0 0,1-1 2 15,0 0-2-15,1 2 1 0,-2-2 1 0,3 0 0 16,-1-1-1-16,0-1 0 0,-1 1 0 0,1 1 1 15,-1-1-1-15,0 0 2 0,1-1-2 0,-3 1 0 16,4-1-1-16,-1 2 2 0,-2 0-1 0,2-2 0 16,-3 0 0-16,-1 1-1 0,0 1 0 0,1-1 1 15,-3 0 0-15,-1 0-1 0,2-2 1 0,5 5-1 16,-5-1 0-16,3-1 2 0,-2 0-2 0,-1 1 1 16,2-1 0-16,-2 0 1 0,1 2-1 0,-4-2 0 15,2 0 0-15,2 1-1 0,-2 0 2 0,0 1-2 16,0 1 0-16,1-1 0 0,-1 0 1 0,-1 0 0 15,-1 0 0-15,0 0 1 0,2 2-2 0,-2 0 1 16,0 1 1-16,-3-1 0 0,3-1-2 0,0 2 0 16,0 0 1-16,0 1-1 0,0-2 0 0,-1-1 1 15,0 3-1-15,1-2 0 0,1 2 0 0,0-3 1 0,-3 0-2 0,-1 4 0 16,3-3 1-16,0 2 0 0,0-1 1 0,-2 2-1 16,0-1 0-16,4 2 0 0,-1 1 2 0,-1-4-2 15,2 5-1-15,-1-2 1 0,1-1 0 0,0 1-2 16,0-2 2-16,0 2-1 0,0-1 0 0,0 0 1 15,1-3 0-15,1 1 0 0,0-1-2 0,1 3 2 16,3-1-2-16,-3-2 2 0,2 0 0 0,-1 2-1 16,-1-2 1-16,2 2 0 0,-2-2 1 0,1 0 1 15,1 1 0-15,-1-1-3 0,2-2 1 0,-1 2 0 16,2-1 1-16,1 1-1 0,-2-2-1 0,-1 1-1 0,1-1 1 16,-1 0 2-16,0 0 0 0,-1 0 1 15,-1-1-2-15,-1 1 1 0,1-1 1 0,1-1 0 16,-1 1 1-16,1-1-1 0,1-1-1 0,-1 1 1 0,2 0-1 15,-3-1 2-15,3-1-2 0,-3 1 1 0,2 0-2 16,-1 0 1-16,0 0 0 0,1 0 1 0,0-1 0 16,0 0 0-16,1-2 1 0,0 1 0 0,0 2 1 15,-1-2-2-15,2 1 1 0,-2-3-1 0,1 3 1 16,-1-1-3-16,0-1-15 0,2 1-13 0,-3 0-16 16,0-2-20-16,-2 1-27 0,3 0-117 0,-2-1 151 15,1 2-105-15,0-1-38 0</inkml:trace>
  <inkml:trace contextRef="#ctx1" brushRef="#br0" timeOffset="95431.17">23025 12113 300 0,'-1'0'180'0,"-1"0"-68"0,-1 0-42 15,0 0 40-15,2 0-2 0,-2 0-32 0,3 0-1 0,-3 0 2 16,3-1-4-16,-2 0-2 0,3 1-20 0,-1-2-5 16,-1 1-4-16,-1 1-7 0,2 0-3 0,0 0-6 15,0 0 1-15,3 0-4 0,-4 0 1 0,2 3-2 16,0-3 0-16,1 2 1 0,-2-2-3 0,1 1-2 15,-1-1-4-15,-3 0 1 0,5 0-3 0,0 0-4 16,-1 0 0-16,1-1-3 0,1 1 2 0,0 0-1 16,1 0-1-16,0-1-1 0,0 1 0 0,-1-1 1 15,2-1-2-15,-1 1 0 0,0-1-1 0,3 0 1 0,-2 2-1 16,2-2 1-16,-2 0-1 0,1-2 1 0,1 2-1 0,-4 0 2 16,6 0-1-16,-3-3-2 0,0 1 1 15,-1 2 1-15,1-1-1 0,-1-1-2 0,2 0 1 16,-2 0 0-16,-2 0 2 0,2 1-1 0,-1-1 0 15,-1 1-2-15,2 0 1 0,-2 0 1 0,1 1 1 16,2 1-2-16,-2-3 1 0,2 2-1 0,-1 0-1 0,1-1-5 16,-2-1-13-16,2 3-31 0,-2-2-19 15,-2 1-22-15,4 1-32 0,-2 0 77 0,0-1-67 0,1 2-15 16</inkml:trace>
  <inkml:trace contextRef="#ctx1" brushRef="#br0" timeOffset="95851.16">23196 12082 371 0,'-1'-1'220'0,"1"1"-93"0,-2 0-66 0,1 0 45 16,1 2 1-16,0-1-13 0,0 1-10 0,0 0-13 0,-1-1-3 15,1 0 0-15,0 2-4 0,-2-2-19 0,2 1-7 16,-1 2-6-16,1-1 2 0,0 1-1 16,1 2-1-16,-1-2-2 0,2 2-2 0,-2-1 2 15,1 2-2-15,0-2 2 0,-1 2-7 0,0-1-1 0,0 2-1 16,2-1-4-16,-2-1 0 0,0 2-3 0,1-2-1 16,0 1-3-16,-1-1 0 0,1 1-4 0,0 0 0 15,0-1-2-15,0 2 0 0,1-2 0 0,-1 2-1 16,2-1-1-16,-3 0 1 0,2 1-2 0,-1-1 0 15,0 0 0-15,0 0 1 0,1-2-2 0,-1 3 0 16,-1 0 0-16,2-1 1 0,-2-1 1 0,0-3 0 0,3 2-1 16,-2 1-1-16,0-2 2 0,1 1-1 0,0-2 1 0,2 0 0 15,-3 2-2-15,2 0 2 0,0-2 1 0,-1 0-1 16,-1 1-6-16,3-1-9 0,-1 2-12 0,1-1-12 16,0-1-54-16,-1 3-28 0,1-6-45 15,-1 2-63-15,1 2 148 0,1-1-111 0,-7-2-32 0</inkml:trace>
  <inkml:trace contextRef="#ctx1" brushRef="#br0" timeOffset="96684.32">23367 12117 453 0,'0'0'250'0,"0"-1"-116"0,0-1-72 15,2 1 23-15,-4 1 1 0,2 0-9 0,0 0-22 16,-2 1-7-16,-2 0-6 0,3 0-5 0,-4 2-10 0,4-2-8 0,2 3-3 15,-1-1-3-15,2-2-4 0,2 1 1 0,0-1 0 16,-2 3 3-16,3-2 4 0,0 1-1 0,-2-2 1 16,0 0 1-16,-3 2 1 0,1 0 2 0,3 0 0 15,-4-1-3-15,0-1 1 0,1 3 1 0,0-3-3 16,-1 3 0-16,0-1-2 0,0 1-2 0,0 0 1 16,2-1-3-16,0 2-4 0,0 0 0 0,-3 0 0 15,3-1-2-15,0 0-1 0,0 1-1 0,1 0-2 16,-2 1 2-16,1-2-2 0,4 2 1 0,-2-1-2 15,-2 0 1-15,1 1-1 0,-1-2 0 0,1 2 0 0,0-2 0 16,-2 2 2-16,3-1-1 0,-1 1-1 0,1-3 0 16,0 1 0-16,1 1 0 0,0 0 2 0,-3 2-2 15,2-4-1-15,-1 1 1 0,2 0 0 0,-1 1 0 16,-1 0 0-16,0-1 2 0,-1 0-2 0,3 0 0 16,0-2 2-16,-2 1-1 0,-2-2 2 0,1 0 0 15,3 1-1-15,-3-2 0 0,2 2 0 0,-3-4-1 16,0 2 2-16,0 0-1 0,5 0-1 0,-3-1 1 15,-3 0 1-15,3-2 0 0,0 1 2 0,1-2-2 16,2 3 1-16,-3 0-1 0,-1 0 1 0,1-3 0 16,1 2 0-16,0-2-3 0,0-1 1 0,0 0 0 15,0 1 0-15,0-2 1 0,1 0 0 0,-2 2-1 16,1-3 0-16,0 3 1 0,-3-2-1 0,4 2 2 16,-3-2-2-16,2 1 0 0,-2-1-1 0,-2 2 1 15,1-1 2-15,1-1-1 0,0 3-1 0,-2-3 2 16,2 3 0-16,-1-2-2 0,-1 1 1 0,1-1 0 0,-1-2 1 15,0 4-1-15,0-4 1 0,0 2-1 0,0-1 1 16,-1 1 1-16,0 0 0 0,-1-1 3 16,1-1 1-16,-1 1 2 0,1-1-1 0,0 2 2 0,-1-1-2 0,0 0 1 15,-1-1-1-15,1 2-2 0,1-1-2 0,0 2-3 16,-1-3 1-16,1 2-1 0,0-1 0 0,0 2-1 16,-2-3 0-16,2 2-1 0,-1 0-1 0,1 0 0 0,-1 1 0 15,1-1 0-15,-3 0-1 0,4 2 0 0,-1-1 1 16,0 1 0-16,-1 1 0 0,2 0 2 0,-2-2 0 15,2 2-1-15,0 1 0 0,0 0 1 0,0 0-2 16,0 1-4-16,-1 0-5 0,1 0-8 16,0 1-10-16,0 0-35 0,0 0-19 0,1 4-26 15,-1-3-32-15,3 1 87 0,-2 0-70 0,2 4-18 16</inkml:trace>
  <inkml:trace contextRef="#ctx1" brushRef="#br0" timeOffset="97318.82">23713 12064 312 0,'0'-4'237'0,"0"3"-78"16,0 0-74-16,0 0 47 0,0 1-5 0,0 0-32 15,0 0-10-15,0 0-10 0,0 0-10 0,0 0-20 16,0-1-9-16,0 1-10 0,0 0-6 0,0 1-14 15,0-1-2-15,2 5-2 0,-2-3 2 0,2 1 4 16,-1 1 0-16,1 1 2 0,1 1 0 0,0 0 1 16,-3 1-3-16,2-1 4 0,1 1 2 0,0 1-5 15,-1 1 2-15,2-2-1 0,-2 3 2 0,1-1-1 16,1 0 1-16,-3 1-1 0,1-4-1 0,0 4 2 16,1-1-4-16,-1-1 0 0,0-2-2 0,0 3-1 15,-1-3 1-15,3 2-3 0,0 0 0 0,-2-3-2 16,1 2 2-16,1-1 2 0,-3 2-3 0,4-2 2 15,-1-1-2-15,-2 2 2 0,0-3 0 0,-1 1-2 16,1 1 0-16,-1-4-1 0,3 1 1 0,-4 2 0 16,1-4 1-16,0-1-3 0,2 2-2 0,-3-1-20 15,1 2-12-15,-1 0-14 0,2-3-14 0,-2 0-22 0,0-1-26 0,3-1-101 16,-2 0 143-16,0-1-82 0,1 0-36 0</inkml:trace>
  <inkml:trace contextRef="#ctx1" brushRef="#br0" timeOffset="98254.82">23704 12080 282 0,'-1'-3'195'0,"1"0"-67"0,-3-1-65 15,0 2 27-15,3-1 1 0,-1-2 1 0,1 3-13 16,-1 0-23-16,1-1-6 0,0-2-3 0,1 3-4 15,2-1-5-15,-2-1-3 0,0 2-14 0,-1 1-4 0,2-2-1 16,-1 1 3-16,0-2 0 0,0 2 0 0,0-1 6 16,-1 2-1-16,3-2-3 0,0-2 0 0,-3 1-1 15,3 0-4-15,0 2-1 0,0-1-3 0,-1 1-7 16,0 0 0-16,0 1-1 0,0-1-1 0,2 1-3 16,-2 1 1-16,0 0-1 0,1 0 0 0,-1 0 1 15,2 0-1-15,-1 0 0 0,0 0 0 0,2 0 0 16,-2 0 0-16,-1 3 0 0,3-2 0 0,-1 1 0 15,1 1 0-15,-2-1 2 0,1 3-1 0,-1-2 1 0,2 2-3 16,0 1 2-16,-2-1-1 0,0-1 0 0,-1 1 1 16,7 1 0-16,-4 0-1 0,-1-1 1 15,1 0 0-15,0-1 1 0,-1 1-2 0,1 0 2 0,-4 0-2 16,3-1 0-16,-2 0 0 0,2 1 1 0,-3-2 1 0,1 4-1 16,-1-4 2-16,3 0-1 0,-4 0 2 0,-1 0 0 15,1 1-2-15,-2 2 0 0,2-2 1 0,-2-2 0 16,2 2 0-16,-3 2 0 0,3-3-2 0,1 2 1 15,-2-1 1-15,-2-2-2 0,-1 0 1 0,3 2 0 16,1 0 0-16,0-1-1 0,0 2 2 16,-6-3-1-16,2 2 0 0,4 1 1 0,-4-4-2 0,4 3 0 15,-5-1 2-15,-1 0-1 0,5 0 0 0,-3 0 0 0,1-2 1 16,-1 0-1-16,4 4 0 0,-4-4 1 0,4 1-2 16,-5-2 1-16,4 1 0 0,-1-1-2 0,1 1 3 0,1 0-3 15,-4-1 1-15,-1 0 0 0,0 0-1 0,3 0 0 16,-3 0 0-16,3-1 1 0,0 1-2 0,-3 0 2 15,4 0-1-15,0-1 0 0,0 0 2 0,0 1-2 16,-1 0 0-16,2 0 1 0,0 0-1 0,0-1-1 16,0 1 0-16,0 0 1 0,0 0-1 0,0-1 0 15,0 1 0-15,0 0 0 0,2 0 1 0,-2-1 0 16,1 1 0-16,1 0-2 0,-1-1 1 0,0 1-1 16,1-1 2-16,-1-1 0 0,2 2 0 0,-1 0 0 15,0 0 0-15,-1 0 1 0,2 0 1 0,-1 0 0 16,1 0-2-16,1 2-1 0,-2-2 1 0,-2-2-1 15,2 2 1-15,2 0-1 0,0 0 1 0,2 2-2 16,-1-2 2-16,1 1 0 0,-4 0 0 0,5 0 0 16,-4 0 0-16,4 0 1 0,-5 0 0 0,-1 1 0 15,5 1 0-15,1 0-1 0,-6-1 1 0,2-1 1 16,1 2-1-16,-2-2-1 0,2 3 0 0,-1-2 2 0,3 0 0 16,-6 1 0-16,4 0 1 0,0-1-2 0,4 1 1 0,-1 4 0 15,0-5 0-15,-4 1 1 0,4 0-3 0,2 2 1 16,-2 1 1-16,-2 0 0 0,0-1-1 0,-1 0 2 15,0 0-2-15,1 1 1 0,-1-3 0 0,-3-1-1 16,5 4-1-16,-4-4 0 0,0 1 2 0,0 0-1 16,0 0 0-16,0 0 0 0,-1 0 0 0,2 3 0 15,-2-5 2-15,0 3-1 0,1-1-1 0,-1 2 1 16,1-2-2-16,2 1 2 0,-4 2 0 0,0-2-1 0,2-2 0 16,0 3-1-16,0-2-8 0,1 3-7 0,-2-3-6 15,1-1-31-15,-2 1-18 0,2-2-23 0,-1 5-33 16,0-4-40-16,-1-2 104 0,4 1-98 0,-2 0-43 15</inkml:trace>
  <inkml:trace contextRef="#ctx1" brushRef="#br0" timeOffset="99773.4">24074 12320 430 0,'-2'-1'225'0,"2"1"-113"0,0-1-66 16,-2-1 32-16,0 2-11 0,2 0-10 0,-2 0-7 15,2 0-2-15,0 2-8 0,-1 1-1 0,1-2 1 16,0 0 2-16,0 0-6 0,0 0-1 0,0 0 0 16,0-1-2-16,0 0 1 0,0 0 0 0,0 0-5 15,0 1-2-15,0-1-7 0,0 0-2 0,0-1-4 16,0 0 0-16,0 1-6 0,-1-1-1 0,0 1 2 15,1-2-1-15,-1 0 0 0,1 2-1 0,0-1 1 0,0 0-2 16,0-2 1-16,1 1-1 0,-1 0-2 0,0 0-1 0,0-2 1 16,0 1-1-16,0 0 0 0,0-3-2 0,-1 0 1 15,1 1 1-15,-1-2-2 0,1 0 2 0,0 0-3 16,-2-3 2-16,2 2-2 0,0-1 1 0,0 1-1 16,2-1 1-16,-1-2 0 0,-1 1 1 15,1 1 1-15,-1-2 1 0,0 0 3 0,0-1 2 0,1 1 6 16,-1 0-1-16,1 2 5 0,-1-2-1 0,1 0 7 15,-1 1 0-15,0-1 0 0,2 1-1 0,0 1-1 16,0-1-1-16,-2 2-1 0,1-2-2 0,1 2-5 0,-1 2-2 16,0-1-1-16,-1-1-1 0,2 3-6 15,-2 0 1-15,1 1-2 0,0-1-1 0,-1 1-1 0,0 0-1 16,1 0 0-16,-1-1 0 0,0 3 1 16,0-1-1-16,0 0 0 0,0 3-2 0,0 0 1 0,0 0 1 15,0 0-2-15,0 4 1 0,0-3-1 0,0 0 1 16,2 3-2-16,-2-3 3 0,1 3 0 0,0 0-1 15,-1 0 1-15,1 0 0 0,1 1 0 0,0 0-1 16,0 1 1-16,-2 0 0 0,2 0-1 0,-1 1 0 16,2 0 1-16,-2 0-2 0,0 1 2 0,1-2 0 15,-1 1 0-15,0 1-1 0,1-2 1 0,-2 0 0 0,0 1 0 16,1 2 1-16,0-1-2 0,0 0 1 0,1-1 0 16,1 2 0-16,0 2 0 0,-1-3 0 0,0 1 0 15,2-1 0-15,-2-2 1 0,1 2 0 0,0 1-1 16,0-3 0-16,1 1 0 0,-2 1 0 0,1-2 0 15,1 4-1-15,-3-3-1 0,3-1 2 0,-1-3 0 0,0 4 0 16,-1-3 0-16,1 0 0 0,-1-2 0 0,0 2 2 16,1-2-1-16,0 3-1 0,0 0 1 0,-1-2-1 15,1 0 0-15,1 1 0 0,-2-2 0 0,0-1 0 16,1 2 0-16,-1-3 0 0,0 1 1 0,0 0 1 16,0-2-1-16,1 1-1 0,-1-1 0 0,-1 1 1 15,1-1 1-15,0-2-2 0,1 1 1 0,0-1-1 16,0 1 1-16,-2-2 0 0,1 3 1 0,2-2-1 15,-1 0-1-15,-1-1 1 0,0 1 1 0,-1-1-1 0,0-1 0 16,0 0 1-16,1 1 0 0,-2-2 0 0,0 2 0 16,1 0 0-16,0 0-2 0,1 1 2 0,-2 0-2 15,0-1 0-15,0 0 1 0,1-1 0 0,-1 1 0 16,0-1 1-16,0 0-2 0,0-1 2 0,0-1 0 16,-1 1 0-16,-2-4 0 0,-1 1 0 0,2-1 0 15,-2-1-1-15,3 1 1 0,-3-1 0 0,2 0-1 16,1 0-1-16,-1 2 1 0,-1-2-2 0,0 3 1 0,0-2-1 0,-1-1 2 15,4 1-1-15,-3 0 2 0,0 2 0 0,2-2-1 16,-1 0 0-16,1 0-1 0,-1 0 1 0,1 1 0 16,-2 3 1-16,2-3-1 0,0 1-1 0,1 2 0 15,-1-3 0-15,1 3 2 0,-1-1-1 0,1 0 0 16,-1 0-2-16,1 1 1 0,0 1 0 0,1-1 0 16,-1 2 0-16,0-1-1 0,1 0 0 0,-1 5-2 15,0-4 3-15,1 2-1 0,-1 2-7 0,1-4-9 16,2 4-7-16,-2 0-27 0,0-1-14 0,1-3-18 15,-1 5-21-15,1-1-81 0,-1 1-48 0,2 0 153 16,-1 0-111-16,-1 1-57 0</inkml:trace>
  <inkml:trace contextRef="#ctx1" brushRef="#br0" timeOffset="105743.24">24548 12195 23 0,'0'0'15'0,"0"-2"-7"0,0 1-5 16,0 0 5-16,1-2-5 0,0 3 0 0,-1-1-2 15,0 0 0-15,2 1 1 0,-2-1 3 0,0 1 7 16,0-1 2-16,0 1 7 0,0-1 0 0,0-1 2 0,0 1 5 16,0 1 2-16,-2 0-2 0,2 0-4 0,0 0 1 15,0 0-3-15,0 0-1 0,0 0 1 0,-1 0 0 16,1 0-1-16,-1-3 1 0,1 2-4 0,-1 0 0 16,1 0-2-16,0 0-2 0,0 1 1 0,0-1 0 15,1 1 3-15,0-1 0 0,-1 0 5 0,0 0 4 16,0 1 0-16,0-1 3 0,0-1 1 0,-1 1-3 15,1 1-2-15,0-1-1 0,0 1-3 0,0 0-5 0,0-1-2 16,-1 1 1-16,0 1-1 0,1-1-6 0,-1 0-1 16,1 0-1-16,0 0-2 0,0 0-1 0,-2 2-2 15,2-2 1-15,0 0-3 0,-1 0 2 0,-2 2 1 16,3 0 1-16,-2-1-1 0,2 1 3 0,-1-2 1 16,0 2-4-16,-2 0 2 0,3 1 0 0,0-1 0 0,-3-2 0 15,0 2 2-15,2-1-3 0,-2 0 1 16,3 1 3-16,-2 1-1 0,0-2-1 0,2 2 3 15,-2 1-1-15,1-3 0 0,0 3-1 0,0-2-1 16,-1 0 0-16,0 0-1 0,2 2 1 0,0-1-3 0,-1-1 3 16,1 2-2-16,-1 0 3 0,1 0 0 0,0-1 0 15,0 1 1-15,0-1-1 0,0-1 0 0,0 2-2 16,0 0 0-16,0-1-1 0,1 1-2 0,0 1 0 0,-1-2-1 16,2 3-1-16,-2-1 0 0,2-2 1 0,0 3-1 15,2-3 0-15,-1 1 1 0,-3 0-1 0,3-2 0 16,1 1 1-16,-1-1 1 0,1-1-2 0,1-1 3 15,-1 0-2-15,-2 0 2 0,1 0 1 0,2-1 1 16,-1-2 0-16,-1 1 0 0,1-1 0 0,-1 0 1 16,0 2 0-16,1-2-1 0,0 1-1 0,-2-1-2 15,1-1 3-15,1 2-1 0,-1-1 0 0,1 0 0 16,0-2-2-16,-1 1 0 0,1-1 2 0,0 1-2 16,0 1 1-16,-3-2-2 0,2 2 0 0,-2-1 2 15,3 1 2-15,-4-1-3 0,0 1 2 0,2 0 2 16,-1 0-1-16,-1 0 1 0,0 2 2 0,0-2 0 15,-1 1 0-15,-1-1 1 0,0 1-1 0,-1-1 2 16,2 0-3-16,-1 0 1 0,0 0-2 0,0 0-4 16,0 0 2-16,-1-2-1 0,1 2 2 0,-2 0-5 15,3 0 0-15,0 0 2 0,-2 1-1 0,1 0 0 16,0 1 0-16,2 0-1 0,-1 1-2 0,-1-2 1 0,0 0-3 0,-2 2-6 16,2-1-4-16,1 0-5 0,-1 1-7 0,0-1-7 15,-1 1-18-15,2 0-13 0,-1 1 2 0,2 0-29 16,-1 0 59-16,0 0-38 0,-1 3-7 0</inkml:trace>
  <inkml:trace contextRef="#ctx1" brushRef="#br0" timeOffset="107232.99">24673 12171 147 0,'0'1'94'16,"0"-1"-38"-16,-1 0-24 0,1 0 18 0,0 0 3 16,0 1 0-16,0 0 0 0,0-1 2 0,0 0-3 15,0 2 0-15,0-1-6 0,0 0-3 0,0-1-9 16,0 2-7-16,0 0-3 0,0-1 1 0,0 1 3 0,0-1 1 16,0 0-2-16,1 3-2 0,0-2-2 0,0 1 2 15,-1-2-5-15,1 2-4 0,2 0-3 0,-2 1-1 16,1-2-4-16,-2 1 3 0,2 2-2 0,-1-3 1 15,0 1 0-15,-1-2-3 0,2 4 2 0,-1-2-2 16,-1 0 1-16,2 1-1 0,-1-2 1 0,0 1 0 16,1-1-3-16,-2 3 1 0,0-3-1 0,1 0 0 0,1 1 0 15,-1 1-1-15,0 0-1 0,2 0 0 0,-2 1 0 16,0-1 1-16,1 0-3 0,0 2 2 0,-2-3-3 16,2 1 2-16,-1 0 0 0,-1-2 0 0,2 2 0 15,-2 0-1-15,1 0 1 0,0-2-2 0,1 3 2 16,-1-2-1-16,-1-3 0 0,1 4-1 0,1-3 0 15,-2 1 2-15,0-1-1 0,1 1 2 0,-1-2-1 16,0 0 2-16,-2 0-3 0,2 0 3 0,0 0 0 16,0 0-1-16,0-2 2 0,1 2-1 0,-1-1 0 0,0-1 1 15,1 2 1-15,2 0-2 0,-3-1 1 0,1 0-2 16,-1-1-2-16,0-1 2 0,1-2-1 0,-1 1 0 16,2 0-2-16,-1-2 2 0,-1 2-2 0,0-1 2 15,1 0 1-15,-1-2-2 0,3 2-1 0,-1-2 1 16,-2 1 1-16,0-1-2 0,2 1-1 0,0 0 1 15,-2 0-1-15,2 0 0 0,-2 1 0 0,3-1 1 16,-2 1-1-16,-1-1 1 0,2 1 2 0,-1-1-2 16,0 2 0-16,1 1 0 0,-2-3 0 0,2 4-1 15,1-2 1-15,1 1 0 0,-4 0 0 0,2 1-1 16,0 0 0-16,-1 0-1 0,0-2 3 0,3 3-3 16,-3 1 2-16,0-2-2 0,3 1 2 0,-3 0 0 15,3 1 2-15,0 0-1 0,-2-1 0 0,1 1 1 16,-4-1-2-16,2 1 1 0,0 0-1 0,-1 1 2 0,3 0-2 15,-3 0 0-15,0 2 0 0,1-2 1 0,2 1-1 16,-2 1 1-16,0 0-1 0,1-2 0 0,0 1 0 16,-1 1 0-16,-1 1-1 0,1-1 0 0,-1-1 0 15,0 0 1-15,4 1 0 0,-3 1 0 0,0-1 3 16,0-1-2-16,0 2 1 0,-1-2 2 0,6 1 0 16,-6 2-2-16,0-2 2 0,1 0 2 0,1-1-1 0,-2 1 6 15,0-1-1-15,0-1 1 0,0 0 2 0,0-1 2 16,0 1 0-16,-2 0-2 0,2-1 0 0,0 1-5 15,1 0 1-15,2 0-2 0,-1 0 0 0,-1 1-2 16,1-2 1-16,-2 0-1 0,0-2 2 0,0 2 0 16,0-2 1-16,0 2 0 0,0-2-1 0,0 0-1 15,3 1 1-15,3 1-2 0,-5-2-2 0,-1 1 1 16,3-2-1-16,-3-1 1 0,2 3-1 0,-1-2 0 0,0 2-2 16,3-3 3-16,-2 2 0 0,-2 0-3 0,2 1 0 15,-2-1 2-15,2-1-1 0,-2 1-1 0,2 0 2 16,-2 0-3-16,-1 0 0 0,2-1 2 0,0 3-1 15,5-2-2-15,-6 1 0 0,1 0 1 0,-1 0 1 0,2 0 0 16,0 0 1-16,3 1-1 0,-5 0-1 0,0-1 2 16,0 1-1-16,0 0 0 0,0-1-1 0,3 1 0 15,-2 0 1-15,-1-2-1 0,3 2 0 0,-3 0 0 16,0 0 1-16,3 0 0 0,-4 0 0 0,-2 0 0 16,3 0-1-16,-4-1 2 0,2 1 1 0,2 0 0 15,2 0-2-15,-2 0 1 0,2 1 3 0,0 1 0 16,-2-2 6-16,3 2 0 0,-5-2 0 0,2 0 2 15,0 0 1-15,-2-1 0 0,0 0-1 0,1-2-3 0,-1 2-3 16,2 1-1-16,0-1 0 0,2 1-4 0,-4 0 2 16,2-1-3-16,0 1 0 0,0-3 1 0,0 2-2 15,0-1 2-15,0-1-1 0,2-1 1 0,-2 0-2 16,2-1 2-16,-1 2-1 0,0-1 2 0,0-4-1 16,2 1-1-16,-2 1 0 0,2-2-1 0,-2-1 1 15,-1 1 0-15,1-1 0 0,2 0 1 0,-3 2-2 16,2-2 0-16,-2 2 1 0,-2 0 1 0,4 0 0 15,0 1-1-15,-2 0 0 0,-1-3 0 0,1 4 0 16,0-2 1-16,1 0-2 0,-1 0 2 0,0 1-2 16,2 0 0-16,1 2 0 0,-1-2-1 0,0-2 1 15,-1 4 0-15,2-1-1 0,-1 2 1 0,0-1 0 16,-1-1 0-16,0 0-2 0,2 2-3 0,-2 0-23 16,-1-1-14-16,4 3-15 0,-1-1-18 0,0 1-61 15,0 1-41-15,-3 1 114 0,3 0-89 0,3 4-44 16</inkml:trace>
  <inkml:trace contextRef="#ctx1" brushRef="#br0" timeOffset="110744.78">22578 13510 467 0,'-5'0'207'0,"3"0"-128"0,2 2-48 0,-1-1 24 0,1 2 5 16,0 0-10-16,0-1 2 0,0-2 13 0,1 3 4 15,-1-2-2-15,0 0 2 0,0 0-6 0,0 0-6 16,0 1-3-16,0-1-7 0,0 1-9 0,0-2-3 15,2 0-4-15,-1 3-4 0,-1-2-6 0,0 1-1 16,2 2-4-16,-1-1 2 0,0-1-2 0,1 3-1 16,-1-2 1-16,0-2-3 0,1 2 3 0,-1-1 1 15,0 2 2-15,-1-3 1 0,1 0 0 0,-1 1 0 16,1-1-1-16,-1 0 2 0,0 0 0 0,3-1-2 0,-3 0 3 16,0 0-5-16,2 0 1 0,-2 0-1 0,0 0 1 0,0 0 4 15,0-1-6-15,-1 1 3 0,1-2-5 0,0 0 1 16,-1 0-3-16,1 0 1 0,1-2-4 0,0-1-3 15,0 1 1-15,-1-1-4 0,0 1 3 0,2-4-2 16,0 2-1-16,-2 0 0 0,1-2 1 0,-1 2-1 16,1-2 0-16,-1-1 0 0,1 2-2 0,1-2 0 15,-2 0 2-15,1-1-1 0,0 1 0 0,1-2 1 16,-2-1-1-16,0-1 1 0,1-1 0 0,-1 0-1 16,0 0 3-16,-1-2-4 0,1 2 1 0,-3-2 0 15,2 1 0-15,-1-2 0 0,1-1 0 0,1 4 0 16,-2-2-2-16,1-1 0 0,0 1 1 0,-1 3 8 15,0 0 4-15,1 2 1 0,-2 0 1 0,1 0 0 16,0 1 2-16,2 0-1 0,0 0-1 0,0 0-8 16,0 2-4-16,0-2-1 0,0 0-2 0,1 0 1 15,0 1-1-15,0 3-1 0,1-3 0 0,1 1 1 16,-2 2-2-16,0 0 0 0,2 2 2 0,0-1-1 0,-2 3-2 16,2-2 0-16,0 3 3 0,-2-1-1 0,1 0 0 15,2 2 1-15,-3 0-2 0,1 0 1 0,2 0 1 16,-2 2 0-16,2-1-1 0,-1 1 0 0,0-1-1 15,1 2-1-15,-1-1 3 0,0 2-3 0,1-1 2 16,2 4-1-16,-2-2 0 0,1 2 0 0,0 0 1 16,1 0 1-16,-1 3 0 0,1-2-2 0,-2 1 2 15,0 0 0-15,1 1-1 0,0 1 1 0,-2 0 0 0,1 0 0 16,1 1-2-16,0-1 2 0,-1 1 0 0,-1 1 0 16,1 1 0-16,0-1-1 0,-2 3 1 0,0-4 0 15,2 2 1-15,-2 0 0 0,0 0 0 0,1 2-1 16,1-1 0-16,-3-4 0 0,2 1-1 0,0 1 1 0,-1-2 0 15,2-1-1-15,-1-1 0 0,-1-2 1 0,1 1 1 16,0 0-1-16,1-2 2 0,-4 0-1 0,2-2 0 16,0-1 2-16,1 3 1 0,-1-4-4 0,0 0 1 0,-2-1 1 15,2 0-1-15,3 0 1 0,-3-1-1 0,0 0-1 16,0 0 2-16,-1-1 0 0,3 0 0 0,-1 0 0 16,1-1-1-16,-1 0 1 0,0 0 1 0,0-1-2 15,-1 0 1-15,1-1-1 0,0 1 0 0,-1-2 1 16,1 1-1-16,1-2 2 0,-1 1-3 0,0-1 1 15,0 1 1-15,0-1-2 0,0-1 0 0,-3 1 1 16,1 1-2-16,-1-6 1 0,0 3 1 0,5 2 0 16,-1-2-1-16,-4-1 3 0,0 0-3 0,4 0 0 15,-2-1 2-15,4 3-2 0,-1-2 0 0,-6-3 0 16,4 1 0-16,1 0 0 0,-1 3 2 0,0-4-1 16,-2 2 1-16,-2-3-2 0,1 2 1 0,2 1 1 15,0 0-2-15,1 0 0 0,-3-1 1 0,0 0-1 16,3 1 0-16,-1 1 0 0,-1-2 0 0,-1 0 1 15,1 1-1-15,0 1 0 0,-1-1 0 0,0 0 1 16,0 0-1-16,-1 3 0 0,1-2 0 0,0 1 1 16,0 1-1-16,-3-2 0 0,4 1 1 0,0 3-1 15,3-1 0-15,-2-1-1 0,-1 2 1 0,-1-1 0 0,0-1-1 16,6 4 1-16,-5-2 0 0,-1 2-1 16,2 0-1-16,2 1 3 0,-4 0-1 0,3 0 0 0,-2 2-1 15,0 0-2-15,1-1 0 0,-2 1 1 0,1 1 1 16,0 1-4-16,-1-1 2 0,1 0-1 0,-1 1 3 15,0 0-2-15,2 2 2 0,-2-2-1 0,-2 0 2 16,2 2 0-16,0 1 0 0,0 0-1 0,3 0-1 16,-3 1 2-16,2 0 0 0,2 0 0 0,0 2-2 0,-2-1-1 15,0 2 3-15,-1-2-1 0,1 0 1 0,1 3-1 16,1 1-1-16,-1 0 0 0,1 2 3 0,-1-1 0 16,-2 1-1-16,5 2 1 0,-5-4-2 0,2 3 0 0,-3-1 1 15,1-1 1-15,1 0-1 0,0 1 0 0,2 0 0 16,-2 0 0-16,2 2 2 0,-3-7-1 0,3 6 0 15,-1-3-1-15,0 2 3 0,1-2-3 0,-2-3 0 16,0 3 0-16,-2-4 0 0,1 4 0 0,2-1 0 16,-2-3 1-16,2-2 0 0,-3-1-1 0,2 2 2 15,-2-2-2-15,0 1 1 0,0 1-1 0,0-5 1 16,2 4-2-16,-4 0 1 0,2 0 1 0,0 0-1 16,2-1 1-16,-1-1-1 0,0 1-8 0,1-1-10 15,-2 0 7-15,5-1-26 0,-1 0-44 0,-2-2-25 0,3 1-31 16,-2 0-39-16,2-1 113 0,0-1-88 0,0 0-29 15</inkml:trace>
  <inkml:trace contextRef="#ctx1" brushRef="#br0" timeOffset="111601.08">23127 13435 685 0,'-1'0'266'0,"-1"-1"-189"0,1 1-51 0,0 0 9 16,1 0-1-16,0 1 1 0,0-1 6 0,0 0 0 15,0 0 3-15,0 0-1 0,0-1-5 0,0 0-5 16,0-1-5-16,0 1-5 0,0 0-6 0,0 0-2 15,0-1-3-15,0-1 3 0,0 1-3 0,1-1-1 16,-1 0-3-16,0-1 1 0,0 0-3 0,0 0 0 16,0-2-3-16,0 0 0 0,0 0 0 0,0-2 0 15,3 0 1-15,-2-3-2 0,0-1 0 0,0 0 0 16,0-3 1-16,3 2-2 0,-2-2 0 0,0 0 0 16,0-2 0-16,1 3 0 0,0-1-1 0,0 0 0 15,1 3 1-15,0-2 0 0,0 0 0 0,-1 2 0 16,1 1 0-16,0-1 1 0,-1 2 0 0,2 0-1 15,-3-1 2-15,2 2-1 0,-2 2 0 0,2-1-1 0,-1 0 5 16,-2 0 2-16,1 0 0 0,-1 2 5 0,0 0-2 0,2 0 5 16,-2 0-2-16,-1 0 1 0,1 2-2 0,-1 1-3 15,2-2 2-15,-2 2-3 0,1-2 1 0,-1 2-4 16,0 0 0-16,0 0 2 0,1 2-3 0,0-4 0 16,-1 4-1-16,1 0-1 0,0 1-3 0,-1-1 1 15,2 1 1-15,-1 0-2 0,-1-1 1 0,1 1 0 16,0 0-1-16,-1 0-1 0,0 2 1 0,0-1-1 0,3 0 0 15,-2 3-1-15,-1-1 1 0,0 0 0 0,2 2 1 16,-1-1 0-16,1 1 0 0,-1 1 0 0,0-2 2 16,1 5-1-16,-1 0-1 0,0-3 0 0,1 3 0 15,-1 0 0-15,2 1 2 0,-2 2-2 0,0-2-1 16,1 1 2-16,-1-2 1 0,1 2-2 0,-1 1 1 16,2 0-1-16,-2-1 0 0,2 1 0 0,-1 2 2 15,0-1-2-15,2-1 0 0,-2 1 0 0,1 0 0 16,0 0 0-16,2-2 0 0,-2 2 0 0,1-1 0 15,0 1 1-15,1-2-1 0,1 0 0 0,-1 0 0 16,1 0 2-16,-2 0 0 0,1-1 1 0,1-3-3 16,-3 0 0-16,2 0 4 0,-3-2-3 0,1 2 0 15,-1-4 0-15,-2 2 1 0,4-3-2 0,0 2 1 16,-2-2-8-16,4 3-12 0,-4-2-13 0,4 0-18 0,-2 1-21 0,0-2-77 16,-2 2-52-16,3-1 136 0,-5 0-103 15,2-1-43-15</inkml:trace>
  <inkml:trace contextRef="#ctx1" brushRef="#br0" timeOffset="112065.46">23157 13368 459 0,'-5'-3'227'0,"3"1"-124"0,-1 0-60 0,2-2 38 16,0 1-13-16,-1 2-6 0,1-2-2 0,1 0 0 15,0 1-3-15,0-1 0 0,0 2-3 0,-1 1-17 16,1 0 0-16,0-1-4 0,0 0-8 0,0 1-11 0,1-2-3 16,-1 1 1-16,1 1-2 0,1-4-1 0,-1 3 0 15,-1 1 0-15,1 0 4 0,1-2-4 0,-1 2 2 16,0-1-3-16,1 0 2 0,0 0-3 0,1-1 0 16,0 0 0-16,0 2-2 0,-1 0 2 0,2 1-3 15,-2 0 1-15,2-1-2 0,0 0 2 0,-2 0-2 16,2 2-1-16,1-3-2 0,-1 0 2 0,0 1 0 15,1 0-1-15,0-1 1 0,0 0-2 0,1-1 2 0,1 0 1 16,-1 0-14-16,1 0-12 0,0-3-14 0,3 1-17 16,-2 0-48-16,1 2-35 0,1-1-44 0,-1-2 111 15,1 2-104-15,0-2-42 0</inkml:trace>
  <inkml:trace contextRef="#ctx1" brushRef="#br0" timeOffset="112431.87">23454 13086 471 0,'-1'1'199'0,"-1"1"-130"0,1 0-39 0,1 2 27 16,0 0-3-16,0 0 0 0,-1 0 5 0,1 1 6 16,0 1 1-16,0 2-4 0,1-2-6 0,-1 0-11 15,0 2-7-15,0 1-4 0,2 1-4 0,-3-1-6 16,1-1-1-16,0 1-2 0,0 0 1 0,1 0-8 0,0-3-1 16,0 5 1-16,2-2-6 0,-1-1-2 0,0-1-1 0,-2 1-1 15,2 1 0-15,0 0-1 0,1-1-2 16,-3-1-1-16,1-1 4 0,-1 2-1 0,1-2 0 0,1-2 0 15,-1 1-3-15,-1 1 1 0,1-1 3 0,1 0-2 16,-2-2-1-16,2 3-1 0,1-2-8 0,-2 1-11 16,1-4-12-16,-1 3-48 0,0-2-29 0,0 0-41 15,1 3 99-15,1-4-102 0,0 1-42 0</inkml:trace>
  <inkml:trace contextRef="#ctx1" brushRef="#br0" timeOffset="113366.46">23367 13149 421 0,'-3'-4'202'16,"-2"1"-115"-16,3 0-53 0,2-1 27 0,-2 2-18 15,2-2-4-15,2-1 12 0,0 0 1 0,-2 1-3 16,1-2 2-16,3 2 1 0,-1-2 12 0,0 1-16 16,-1 0-3-16,2 2-16 0,-4-2-3 0,6 0-1 15,-6 1-3-15,2 1-3 0,1-2-17 0,-2 2 11 16,3-1 0-16,-4 1-4 0,4 1 0 0,-1-1-2 16,-2 1 0-16,-1-3-2 0,3 3 2 0,-2 0-1 15,3-1-1-15,0 0 2 0,-1 0-2 0,1 1-3 0,3 1 0 16,-2 0 2-16,-2-1-2 0,2 1-2 0,1-1 1 15,-1 0-1-15,1 1 0 0,-3 0 2 0,1 0-2 16,-1 1 0-16,3-1-2 0,-1 0 2 0,0 1 0 16,-1-1 0-16,2 0 0 0,-2 1 0 0,3 0-1 0,-1-2 2 15,0 1-1-15,-2 1 0 0,3 0 0 0,-1-1 1 0,1 1 0 16,-1 1-1-16,-1-1 1 0,1 3-1 0,0-2 0 16,0 0 1-16,0 1 0 0,-2 0-1 0,2 0-1 15,-1 2 1-15,-2-2 0 0,4 0 1 0,-6 2 1 16,2 0-3-16,1 1 2 0,-2 1 1 0,0-1 2 15,0 1-2-15,-2 0 1 0,0 0 0 0,0 1-1 16,0 0 2-16,0 1-1 0,-2-2 0 0,0 2-2 16,2-1 3-16,-1 2-3 0,-1-1 2 0,-1 2-1 15,0-3-1-15,0 2 1 0,-2-1 1 0,2-1-1 16,-1 1 1-16,-1-1 0 0,2 0 0 0,-1-2 0 16,0 1 1-16,1-1-2 0,0-1 1 0,0 0 1 15,-1 0-2-15,1-3 1 0,-3 1-1 0,3-1 0 16,-1 0 1-16,-2 0 1 0,4 1-1 0,-2-2-2 15,0 0 2-15,1 2 0 0,1-2 2 0,-2 1 2 16,-1-1 2-16,5 1 0 0,-3-2 2 0,1 1 1 16,1-1 2-16,0-1 0 0,-1 0 0 0,2 1-3 0,-1 1-1 15,0-3 0-15,0 2-5 0,1 0 0 0,0 0 0 16,0 0-4-16,-1-1 0 0,1 1-1 0,1 0 0 16,-1 1 1-16,3 0 1 0,-1 0-2 0,0 0 0 15,-2-1 1-15,3 1-1 0,-2 0 0 0,2 0 0 16,0-1-1-16,-2 0-1 0,1 1 2 0,1 0 0 15,2 1-1-15,-3 0 1 0,1 0 0 0,-1 1 0 16,2 2-1-16,-1-2 1 0,0 1 0 0,1 0-1 16,-1 1-1-16,0-1 2 0,1 0-1 0,0 2 0 15,-2-1 1-15,3 3-1 0,-3-4 1 0,4 4 0 0,-4 1 0 16,3-1 0-16,-2-1-1 0,1 2 0 16,2 1 1-16,-3-2 0 0,0 1 0 0,2 0-2 0,0 2 1 15,-1 0 0-15,2-2 2 0,-4 2-1 0,1-1 0 0,2 0 0 16,-1-3 1-16,1 2 1 0,-1-3 1 0,-3 1-2 15,3-2-1-15,0 0 0 0,-3 0-1 0,2 0 0 16,0 1 0-16,1-1 1 0,-1-3-1 0,-2 2 1 16,0 1 0-16,1-2 1 0,0 0 1 0,0 1 0 15,-1-2 0-15,0 2 0 0,-1 0 1 0,2-2 0 16,-2 1-2-16,0-1 1 0,0 1-2 0,0-2 2 0,0 2-23 16,0-1-16-16,1 0-14 0,-1-1-18 0,1 1-64 15,0-1-49-15,-1 1 121 0,1-1-97 0,0-1-49 16</inkml:trace>
  <inkml:trace contextRef="#ctx1" brushRef="#br0" timeOffset="114798.86">23762 13062 550 0,'0'0'257'0,"0"-1"-152"16,0 0-62-16,0 1 20 0,0-1-11 0,1 1-8 15,-1 0-10-15,1 0-1 0,1-1 1 0,0 1-2 16,-2 2-3-16,1 0-5 0,0 0-3 0,1 3-2 16,-1-1 2-16,-1 1 3 0,3 1-2 0,-2 1 1 15,3-3-3-15,-4 1-1 0,3 4 4 0,-2-2-3 16,2-1-5-16,-2 1 0 0,-1 0-3 0,2 3 3 15,-2-1-3-15,2 0 3 0,-2-1-4 0,2 0 3 16,-2 2-1-16,1-1-2 0,0 0 0 0,0 1-2 16,1-1-1-16,2 3 0 0,-3-2-3 0,2-1 0 15,-2 2-1-15,0-1 0 0,0-1 2 0,-1 2-2 16,0-5 2-16,1 2-1 0,-1-2 1 0,0 3-1 16,0-3 4-16,0-1-1 0,6 3 0 0,-6-4 0 0,0 3 0 15,3-3 1-15,-2 2-1 0,-1-3 1 0,4 3-4 16,-4-2 1-16,-4-1-2 0,4 0 0 0,-2 1 0 15,2-1-1-15,0 0 0 0,0-1-2 0,0-1 3 16,1 3-3-16,1-1 2 0,-1-2 0 0,2 0 1 16,-4 0-2-16,1 0 1 0,0 0 1 0,-2-1 1 15,1 2 4-15,1-2 1 0,-3 0 3 0,3 1 2 16,-1-2 0-16,0-1 0 0,1 1 0 0,0-1-1 16,0-1-4-16,0 2-3 0,-2-4-1 0,2 2-3 15,2 2 0-15,-2-2-2 0,0-1-1 0,0 1 0 16,0 1 1-16,1-2 1 0,0 0-2 0,0-1 0 0,1 0 0 15,1 0 0-15,-2 1 0 0,0-3 1 0,2 2 1 0,1-3 0 16,1 0-3-16,0 1 1 0,-5 0 0 0,5-2 0 16,0 3 1-16,-3-3-1 0,3 0-1 0,-4 0 1 15,1 2 0-15,1-4 1 0,3 1 1 0,0 3-1 16,-1-3-1-16,0 3 0 0,-4-3 1 0,8 2-1 16,-1 2 0-16,-2-3-1 0,2 1-1 0,-3-2 2 15,0 3 0-15,5-1 0 0,-3-1-1 0,2 1 1 16,-2-2 0-16,0 1 0 0,-1-3 1 0,0 4-1 15,2-2 0-15,-1 3 0 0,1 0 0 0,-3 0 0 16,0-1 0-16,2 2 0 0,-2 2 0 0,0-1 0 16,-1-1 1-16,-1 2-3 0,1-1 2 0,0 2 1 15,-3 1-1-15,1 2 0 0,2-1-1 0,-3 0 0 16,1 0 1-16,-2 1 0 0,2 0 1 0,0 1-2 16,-1-1 0-16,0 0 2 0,0 0 0 0,1 1 0 15,-1-1-1-15,-1 0 0 0,0 0-1 0,0 0 1 16,0 0 0-16,0 0-2 0,0 0 2 0,0 0 0 0,1 0 0 15,-1 0 0-15,0 1 0 0,0 0 0 0,0 0 0 16,0 0-1-16,-1 2 0 0,-2 0-2 0,1 0 2 16,1 0 1-16,-3 2-1 0,3-1-1 0,-4 1 2 15,2 1 0-15,0-1-2 0,-2 2 2 0,2 1 0 16,-5-4-2-16,3 3 2 0,1 0 1 0,-2 0-2 16,0 0 1-16,-1 1 0 0,0 0-2 0,3 2 2 15,-1-1 1-15,-4 0-2 0,3 0 1 0,2 1 0 16,-5-3 0-16,1 3 0 0,2-1 0 0,-2-1 0 0,0 1 0 15,4-1 0-15,-6-1 0 0,4 2 0 0,3-3 0 16,-4 1 0-16,3-2 0 0,-2 0 1 0,3-1-1 16,-4-2 0-16,4 0 0 0,-1 1 0 0,-5 0 1 0,6-2 1 15,-2 2-1-15,0-2-2 0,0 0 1 0,-1 2 0 16,2-1 2-16,2 0 0 0,-1-1-2 0,0 0 0 16,2-1 0-16,1 0 1 0,2 1-1 0,-4-1 0 15,0 0-1-15,2 0 1 0,-1 0 0 0,0 0-1 0,0 0 1 16,-1 0 0-16,-1 0-1 0,1 0 2 0,2 1-1 15,-2-1 0-15,4 1-1 0,-2-1 1 16,-3 0 0-16,3 0 0 0,-2 0 0 0,3 0-1 16,-1 0 1-16,-1 0-1 0,0 0 1 0,2 2 1 0,0-1 1 15,-1-1-1-15,5 3 1 0,-5-3 1 0,3 1-3 16,0 1 2-16,0 0-2 0,-1 2 0 0,0-2 0 16,4 2-2-16,-2-2 2 0,-2 5-1 0,1-4 1 15,-1 2 0-15,3 1 0 0,-2-1 0 0,4 1 0 16,-5 0 1-16,1-1-2 0,1-2 0 0,3 5 0 15,-6-4 1-15,3 2 0 0,0-1 0 0,-1 2-1 16,1-2 1-16,0 1 0 0,-1 1 0 0,2-1 1 16,-1 0-1-16,1 0 0 0,0 0-1 0,-1-1 2 15,3 1-1-15,-2 0 2 0,-1-2-3 0,3 2 1 16,-5-3 1-16,5 3 2 0,-4-3-2 0,-1 0-1 16,3-1 0-16,-1 1 0 0,-2-1 2 0,0 0 0 0,-1 1-2 0,-1-3 1 15,3 1 1-15,-3 1 0 0,0-2 0 0,1 1 2 16,0-1-4-16,1 0 1 0,-1-1 3 0,0 1-4 15,1 0 0-15,2 0-9 0,-1 0-4 0,-1-2-9 16,-2 1-6-16,1 0-28 0,2 1-15 0,-3-2-21 16,0 0-23-16,2 0-95 0,-1-2 146 0,-1 1-93 15,3 1-44-15</inkml:trace>
  <inkml:trace contextRef="#ctx1" brushRef="#br0" timeOffset="115933.86">24232 13105 390 0,'0'-1'194'0,"0"-2"-105"15,0 0-51-15,0 3 29 0,2 0 3 0,-2-2-6 16,1 1 0-16,0-1-4 0,-1 1 2 0,0 1 0 16,0-1-2-16,-1-2-12 0,0 3-6 0,1-2-5 15,-2 0-5-15,1 1 0 0,0-2-1 0,0 0 0 16,-1 0-2-16,1 1 0 0,-1 0-2 0,0 1 6 15,0-2-2-15,0 1-12 0,-1 2 0 0,0 0-2 0,0-1-2 16,1 0-3-16,-1 0-1 0,1 0-8 0,0 2 0 0,-2-1 3 16,1-1-3-16,1 1-2 0,-1 0 1 0,0 0 1 15,1 1-1-15,-2-1-1 0,1 0-1 0,0 2 0 16,-1 1 0-16,0-1 1 0,1 1-1 0,-2 1 1 16,1 1 0-16,1 0-1 0,-1 1 3 0,-1-2-1 15,2 1-1-15,-2 2 0 0,3-2-1 0,-2 2 1 16,0-2-1-16,0 0 2 0,0 1-1 0,0 1 2 15,0 0 1-15,1-2 1 0,-2 2 2 0,2-2-1 16,2 1 0-16,-5 2 2 0,4-2-3 0,0-1-1 0,-1 2 1 16,1-2 0-16,1 3-3 0,-2-1 1 0,2-2-1 15,0-1-1-15,0 1 3 0,1 0-1 0,0 1-1 16,0-2 0-16,0 0 3 0,0 1-1 0,2-1 2 16,-1-2 1-16,2 2-2 0,-2-2 1 0,1-1 1 15,2 2-1-15,-1-3-1 0,1 0 0 0,0 0-2 16,0-1-1-16,2-1-1 0,-1 0 2 0,1-1-3 15,-1-2 1-15,2 2 0 0,-2 0-1 0,2-1 1 16,-3 1-1-16,1 1 3 0,0-4-2 0,0 3 1 16,-3-2-1-16,3 1 2 0,-1 2-1 0,0-1 0 15,-2 1 0-15,0-4 0 0,2 5 1 0,-3-2-2 0,0 1 2 16,1-2-1-16,-2 2-2 0,1-1 1 0,-1 0 2 0,0 1-1 16,0 1-3-16,0 0 2 0,0 1 0 15,0 0-2-15,0 0 1 0,0 0 1 0,0 1-2 0,-1 0 0 16,-1 2 1-16,2-2 0 0,-2 1-2 0,-1 0 2 15,2-1-1-15,-1 2-1 0,0 2 1 0,-1 0-1 16,0-1 1-16,2 0-1 0,-2 1 2 0,0 1-3 16,0-1 3-16,-1 2-1 0,1 0 0 0,0-1 1 15,-2 1 0-15,2-1 0 0,-1 1 0 0,-1-1 0 16,3 2 0-16,-1-1 0 0,1 0-2 0,-2-1 2 16,1 1 0-16,2 4-2 0,-2-3 2 0,0 0-1 15,1-1 1-15,0 0 0 0,-1 1 1 0,3-1-2 16,-1 0 1-16,-2-5-1 0,2 5 0 0,1-3 1 15,0 0 0-15,1 3 0 0,-1-3 0 0,2-1 0 16,0 1-1-16,2 1 2 0,-2-1-1 0,1 0 0 16,-1-2 0-16,0-1-1 0,0 1-1 0,1 1 2 15,1-3-1-15,-1 0 1 0,1 1 0 0,0 0 0 16,1-1 0-16,1 0-1 0,-1 1 1 0,-1 1 1 0,1-1 0 16,-1-1-1-16,2 0 0 0,-2 0 0 0,-1 0 0 15,2 0 1-15,-1 0 0 0,2-1-1 0,-2 0 1 16,0 0-1-16,1 1 1 0,0-1-1 0,0-1 0 15,-1-1 0-15,0 2 0 0,1 0-2 0,-1 0-3 16,0-2-8-16,3 1-20 0,-1 1-11 0,-1-2-17 16,2 3-18-16,-3-2-59 0,2-1-39 0,1 2-45 15,-1 1 137-15,1 0-119 0,-1-1-50 0</inkml:trace>
  <inkml:trace contextRef="#ctx1" brushRef="#br0" timeOffset="116465.9">24356 13111 601 0,'-2'-1'271'0,"2"-2"-156"16,3 1-65-16,-4 0 28 0,1-1-8 15,0 1-6-15,-2-2-5 0,5 3-6 0,-3-1-7 0,1-1 3 16,-1 1-16-16,1 0-5 0,1 2-13 0,0 0-1 16,-1 0-1-16,0 0 2 0,0 0-3 0,-1 0-11 0,4 1 14 15,-2 0-1-15,-1-1 0 0,3 0-1 0,1 0 1 16,-2 0-1-16,4 0-2 0,-3 1-1 0,-2-1-2 16,3 0-3-16,1 0 0 0,0-1 0 0,0-1-4 15,0 1 0-15,-1 0 1 0,4-3 3 0,1 2-3 16,-3 1 5-16,1-3-2 0,0 1 0 0,2-1 2 15,-3 0-1-15,3-1-1 0,-2 0 0 0,1 2 0 16,-1-3-1-16,0 2 0 0,0-1-2 0,-1 2 1 16,1 1 1-16,0 0-1 0,-2-1-1 0,0 1-1 15,-1 0-1-15,2 2-8 0,-2-2-8 0,1 2-11 0,-2-1-11 16,-1 1-11-16,0 0-18 0,1 0-44 0,-1 0-35 16,-2 2-31-16,1-2 113 0,0 1-82 0,-1 4-54 15</inkml:trace>
  <inkml:trace contextRef="#ctx1" brushRef="#br0" timeOffset="116875.08">24488 13154 660 0,'-7'4'282'0,"2"1"-162"0,3-1-86 16,0 1 24-16,-1 0-13 0,3 0-1 0,0 1 2 0,0 1 2 15,0 0 4-15,-1 1-21 0,1 0 19 0,-1-1-2 16,0 1-9-16,0 2-13 0,0-2-1 0,2 3-2 15,-1-2-1-15,0 0-1 0,1 0 0 0,0 1 0 16,0-4-1-16,-1 3 5 0,-1-4-10 0,1 3-2 16,1 0 2-16,-1-2-10 0,1 3-3 0,-1-4-1 15,0 4 2-15,1-2-8 0,-1-1 6 0,0 2 1 0,0-2-3 16,0-2 2-16,0 1 1 0,2 1 0 0,-2-1 1 16,1 1-3-16,-1-1-8 0,1 0-6 0,1 0-31 15,-2-1-19-15,0 1-21 0,0-1-29 0,2 0 71 16,1 0-60-16,-1-1-17 0</inkml:trace>
  <inkml:trace contextRef="#ctx1" brushRef="#br0" timeOffset="119585.09">22609 13994 442 0,'-2'-2'236'15,"-1"1"-109"-15,0 1-96 0,1-2 47 0,2 1-49 16,0 0-10-16,0 0-1 0,0 1 6 0,0 0 12 16,0-1-20-16,0 1 30 0,0-1 3 0,0 1 7 15,0 0 0-15,0 0-3 0,0 0-2 0,0 0-11 0,0 0-3 16,-2 0 6-16,2 0-6 0,0 0-10 0,-3 0-2 16,3 0-1-16,0 0-1 0,-1 0-3 0,0-1-1 15,1 1-8-15,-1 0 1 0,1 0 1 0,-3 1-3 16,1-1 1-16,2 2-4 0,-1-1 2 0,0 0-1 15,-2 0-3-15,2-1 0 0,-1 3-2 0,1-2 0 16,1 1-2-16,-2 0 2 0,1-2-3 0,0 1 1 16,-1 1 0-16,1 2 2 0,1-3-3 0,-2 0 1 15,-3 0 1-15,1 0 1 0,3 2 0 0,-3-2 1 16,3 2 1-16,-1 0 2 0,-2 0 2 0,3 0 1 16,-4 0 1-16,3 1 1 0,-1-1-1 0,1 1-2 0,-1 0 0 15,0-1-2-15,1 1-1 0,2-1-1 0,-3 1-3 0,2 1 0 16,-3 0 0-16,2 1-2 0,-1-3 2 0,0 1-1 15,-2 3 0-15,1-2-1 0,0 1 3 0,0-1-1 16,1 2-1-16,-2-1 2 0,2 1-1 0,-2-1 1 16,4 2 1-16,-3 0 2 0,3-1 0 0,-3 2 0 15,-1-2 2-15,2 0 2 0,-2 3-1 0,2-3 1 16,0 3 0-16,-1-2-2 0,-2 1 2 0,3-2 0 0,-1 2-3 16,0-1-1-16,3 2 0 0,-4 0-1 0,2-2 0 15,0 3 0-15,-1-1-2 0,1-1 0 0,0 2 1 16,-1-4-2-16,2 2 2 0,2 0 0 15,-3 0-3-15,3-1 1 0,-3 0 0 0,3 1 0 16,-2 1-1-16,2 1 2 0,0-2-1 0,1 0-1 0,2 2 2 16,2 0-1-16,-4 1-1 0,1-2 1 0,4 3-1 15,-3-1 1-15,0 0-1 0,1 0 1 0,-4 0 1 16,4-1-1-16,-2 0 1 0,4 0 0 0,-1-1 1 16,1 1-2-16,-2 1 0 0,0-1 1 0,3-2-1 15,-4 1 0-15,2 1 0 0,0 0-1 0,-1-1 1 16,3 0 0-16,0-1 0 0,-3-1-1 0,3 1 1 15,-1-1 1-15,0-1 0 0,-2 1 1 0,0-1 2 16,-1-2 1-16,-2 1 2 0,2-1 0 0,-1-1 0 0,-1-1 0 0,1 1 2 16,1-1-1-16,-2 0-3 0,0 0 0 0,-1-3-1 15,2 1 1-15,-1 2-2 0,1 0 1 0,-2-1-1 16,4 0-1-16,-4-1 2 0,2 2-1 0,0-1 1 16,-1-1 0-16,0-1-2 0,1 2 1 0,0-2-1 15,0 1 1-15,0-1-1 0,-2 0-1 0,2 1 0 16,-1-1 0-16,1 1-1 0,-2-1 0 0,0 0 2 15,0-1-3-15,0 1 0 0,-1-2 0 0,1-1-2 0,-1 2-12 16,0-1-1-16,1 0-6 0,0 0-5 16,0 1-14-16,0-1-3 0,1 1-4 0,-1 1-2 15,1 0-9-15,1-1-9 0,-1 0-15 0,1 1-13 0,-2-1-49 16,1 1-39-16,0 0-60 0,0 0 154 0,3-1-136 16,-1 1-57-16</inkml:trace>
  <inkml:trace contextRef="#ctx1" brushRef="#br0" timeOffset="120635.67">22754 14298 290 0,'0'-5'245'0,"0"-1"-78"15,0 4-80-15,0 1 70 0,-1-2-48 0,1-3-20 16,0 4-5-16,0-1-5 0,1-2-3 0,0 1-11 16,1-2-6-16,-1 2-6 0,0 1-3 0,0 0-12 0,0 3-6 0,0-4 2 15,1 2-6-15,-1 1-7 0,-1 0-5 0,0 0 1 16,2 1 0-16,-2 0-3 0,0-1 1 16,2 1-4-16,-2 0 1 0,1 0 1 0,0 1 2 0,-1-1-1 15,1 2-2-15,-1 2 4 0,0-3 0 0,1 5-2 16,0-1-1-16,1 0-1 0,-1 1-3 0,-1 1 1 15,1-2-3-15,1 0-1 0,-2 0 0 0,1 4-1 16,0-2 1-16,0-3-2 0,3 3 1 0,-4-2-1 16,3 4 1-16,-3-1-1 0,3-1-1 0,-1-1-2 15,2 0 1-15,-2 3 1 0,1 0 0 0,-2-2-1 16,2 0 2-16,-1-2-1 0,1 2 1 0,0 2 4 16,-1-3 0-16,0 1 1 0,2-1 0 0,-1 2 2 0,-1 1-1 15,3-2 0-15,-3 1 1 0,1-1-1 0,-2-1 1 0,0 1-1 16,1-2 1-16,-2 3-2 0,3-3 0 0,-3 2-1 15,-1-2 0-15,2 2-3 0,2 0-1 0,-3 1 0 16,1 0-2-16,3-1 0 0,-1 0 1 0,-1 1-2 16,0-1 0-16,-2 0 1 0,2 1-1 0,1-2 0 15,-1 1 0-15,2 1 1 0,-1-1-2 0,-1 1 2 16,3 0-1-16,-2-2 0 0,-1 0-1 0,4 1 1 16,-5 0 0-16,1-2 0 0,-2 1 0 0,2-2 1 15,0 1-1-15,1-1 2 0,-3-1 0 0,0 1-2 0,0-1 1 16,1 0-2-16,0 0 0 0,-1 0 0 0,2-1 2 15,0 0-2-15,0 0 0 0,-2-1 0 0,1-1 0 16,1 1 3-16,-2 0-1 0,1 1 0 0,-2-1 0 16,-1 2 0-16,0-3 0 0,3 1 0 0,-1 2 0 15,1-2-1-15,2 1 0 0,-4-1 0 0,1 0 0 16,0-2 0-16,2 1-1 0,-1 1 1 0,-1-1 0 16,2 0-1-16,-2 0 1 0,1 0-1 0,0 0 0 15,-1 1 1-15,-1-1-1 0,0 0-18 0,1 1-12 16,0 0-12-16,-2-1-16 0,0 0-53 0,2 0-35 15,-1-1-49-15,1 1-76 0,-2-4 181 0,1-1-123 16,-6-4-36-16</inkml:trace>
  <inkml:trace contextRef="#ctx1" brushRef="#br0" timeOffset="122502.03">22656 14311 529 0,'-2'0'228'0,"1"-1"-136"0,1 0-48 15,0-2 14-15,0 0-1 0,0 3 5 0,0-2 8 16,-2-1 1-16,2 2-4 0,-1 0-1 0,1-1-6 15,0 2-4-15,0-3-8 0,-1-1-5 0,1 1-15 16,0 2-3-16,1-2-5 0,0 0-3 0,-1 1-5 16,2 0-1-16,-1 0 0 0,0-1-2 0,2 0 0 15,-1 0 0-15,0 1 0 0,-1-1 1 0,2 0 0 16,0 0 0-16,1-1 0 0,0-1-2 0,-1 1 1 16,2 0-2-16,-2 0-1 0,0 0-1 0,3-3 0 15,-3 3-1-15,1 0-2 0,0-1 1 0,0 0 1 16,0-2 1-16,2-1 1 0,-2 2 1 0,1 2 1 15,0-3 0-15,2-1 5 0,-2 2 1 0,1-2-3 16,0 2 2-16,0 0-2 0,1-2 0 0,1 3-3 16,0-1 0-16,-4 1-3 0,4-1-3 0,2 2 1 0,-3-1-2 15,1 0 1-15,0 1-2 0,-1-1 0 0,3 2 0 16,2 1 0-16,-3-2 0 0,-1 0 1 0,1 2-1 16,2 0 0-16,-2-1 0 0,-1-1 1 0,-1 2-1 15,0 0 0-15,1 1 1 0,0 0-1 0,-1 0 0 16,-1-1 0-16,1 2 0 0,0 1 0 0,-1 0 0 15,-1 1 1-15,0-1 0 0,1 0 2 0,-1 1 0 16,-2 3-1-16,0-3 2 0,1 1 2 0,3 0-2 16,-2 1 0-16,0 0 1 0,-1 2-2 0,1-3 1 15,1 2 1-15,0 1-1 0,-2-1 0 0,1 1-1 16,-2 1 1-16,0-1 1 0,-1 2-1 0,1 0-1 16,-2-2-1-16,2 4 1 0,-3-2-1 0,0 1 1 15,1 0-1-15,2-1 0 0,-3 0 1 0,1 3-1 16,-1-1 2-16,0-1 0 0,0 1-1 0,0 2 1 15,-2-5-1-15,0 2 1 0,1 1-1 0,-1-1 1 16,0-1-2-16,0 0 0 0,0-2 1 0,-2 1-1 0,2 3 1 16,0-2-1-16,-4-3-1 0,3 1 1 0,-1 0 0 0,-1 3-1 15,0-2 2-15,1 0-1 0,-1 1-2 0,2-1 1 16,-3 1 1-16,3 2-1 0,-1-2 1 0,-1 0 0 16,0-3-2-16,1 3 1 0,-1-3-1 0,-1 2 1 15,-1-2-1-15,2 0 0 0,-4-1-2 0,4 2 1 16,-2-4 0-16,0 1 0 0,2-2 1 0,-1 1-1 15,3-2 1-15,0 2-2 0,-3-2 4 0,2 0-2 16,1 0 1-16,0 0-1 0,0 0 2 0,0 0 0 0,-1 0-1 16,-1 0-1-16,3 0 0 0,0-1 0 0,-2 0 0 15,3 1 0-15,-2-1 0 0,-3 0-2 0,3 0 0 16,0 0 3-16,0 0-1 0,2 1 0 0,-5-1 0 16,-1 0 1-16,4 0-1 0,2-1 0 0,-1 2 2 15,-2 0-2-15,4 0 2 0,-4 0-2 0,3 0 0 16,0-1-1-16,1 1 2 0,-1 0-2 0,1 0 1 15,0 0-2-15,-2-1 1 0,2 1 0 0,0 0 0 16,0 0 1-16,0 0 0 0,0-1 0 0,0 1 0 16,0 0 0-16,0 0-1 0,0 0 1 0,0 0-1 15,2 0 0-15,-1-1 0 0,-1 1 1 0,1 0 0 0,0 0-1 16,0-1 1-16,4 0 0 0,-3 0 0 0,-2 1 0 0,4 0 0 16,1 0-1-16,-2 0 1 0,1 0 0 15,1 0 0-15,-2 2 0 0,2-2-1 0,-5 0 1 0,3 0 1 16,2 1-1-16,-2 0 1 0,0 0 0 0,-1-1 1 15,2 1-1-15,2 0 0 0,1 1-1 0,-3-1 3 16,-2 0-1-16,3 0 0 0,1 0 0 0,-3 0 0 16,0 1 1-16,0-1 0 0,0 3 0 0,-1-2 1 15,1 0-1-15,-2 0 0 0,3 2 0 0,-4-1 1 16,3 0-1-16,-3 1 0 0,2-1 1 0,3 0-1 16,-3 0 1-16,-1-2 0 0,1 1 1 0,3 2-1 15,1-2 1-15,-4 1-1 0,-2-1 0 0,3 2 1 16,2-1-1-16,-1 0-2 0,1-1 2 0,-5 1-2 0,4-1 1 15,-1 1 0-15,3 0 0 0,-5 0-2 0,2-1 2 16,-1 0 0-16,2 2-2 0,0 0 2 0,-1-1-3 16,-1 0 2-16,2 0-1 0,-1 0 1 0,0 1-2 15,2-2 0-15,-1 0 1 0,-1 3-1 0,2-3 2 16,-2 2-2-16,0-1 0 0,1 1 0 0,-2-1 3 16,1 0-2-16,-1 3 0 0,1-5-1 0,1 3 0 15,-2 0 2-15,1-1 0 0,1-1 0 0,-1 3-2 16,2-3 0-16,-1-1 1 0,0 3-1 0,-2-2 2 0,0-1-1 0,1 2-1 15,0 0 1-15,-1-2 2 0,0 1-2 0,0 0 1 16,1 0 1-16,-1 0-2 0,0 0 0 0,0-1 0 16,0 1 0-16,-1-2-1 0,2 2 0 0,-1 2 0 15,-2-2 0-15,3-1 0 0,-2 1 1 0,1 0-1 16,-1-1 1-16,1 3 0 0,-1-3-1 0,0-1 3 16,1 2-2-16,-2 0-1 0,0-1 1 0,1 0 0 15,0 2 1-15,-1-1-1 0,1 0 2 0,0 0-3 16,0-1 1-16,0 0 0 0,-1 0 1 0,2 3-3 15,-2-2 1-15,1-1 0 0,-1 0 2 0,0-1 0 16,0 2-1-16,0 0 1 0,0 2-2 0,0-3 3 16,0 0-1-16,1 1 0 0,-1 0-2 0,0-1 0 15,0 2 0-15,0-3 0 0,2-1 1 0,0 1-1 16,-2 0-1-16,1 0 1 0,-1-2 0 0,1 2 0 16,2 0 0-16,-2 0 1 0,-1 0-1 0,0 2 0 0,1-2 0 15,-1 0 0-15,2 3 1 0,-1-2-1 0,-1 0 0 16,2 1 1-16,-2 1-1 0,2-3 1 0,-1 0 0 15,-1 0-1-15,3 0 0 0,-3 0 0 0,0 2 0 16,1-1 0-16,1-2 0 0,-1 2 0 0,1 0-1 16,-1 1 1-16,-1-1 0 0,1-1-1 0,-1 1 1 15,0 2 0-15,2 1 1 0,-2-3 0 0,0 1-1 16,0-2 2-16,1 1-2 0,-1 1 2 0,0-2-2 16,0 0 2-16,0-1-1 0,0 1-5 0,0 0-13 15,0-1-10-15,0 1-9 0,0 0-10 0,0 0-37 16,1 2-26-16,-1-2-33 0,0 1-44 0,0 3 123 15,0-3-83-15,-1 0-24 0</inkml:trace>
  <inkml:trace contextRef="#ctx1" brushRef="#br0" timeOffset="126312.4">23251 14387 309 0,'0'0'199'0,"2"0"-99"0,-2 0 10 0,0-2-48 16,1 2 27-16,-1-3-5 0,1 0-5 0,0 3-9 15,0-2-1-15,0 0-2 0,-1 1 0 0,2 1-8 16,-1-2-4-16,1 2-2 0,0 0-3 0,-2 0-6 16,0 0-6-16,0-2-3 0,1 2-5 0,0 0-11 15,-1-1 0-15,0 0-3 0,0 1-2 0,2 1-4 16,1 0 1-16,-2-1 0 0,2 4 1 0,-3-2 1 16,1 2 2-16,0-2-2 0,1 2 0 0,-1-1 4 15,1 0 1-15,-2 0-1 0,1-1-1 0,0 1-1 16,-1-1-1-16,1 4-1 0,2-2-2 0,-2 2-3 15,0-2-1-15,1 1-2 0,0 2 1 0,0 0-1 16,0-2 1-16,-2 2-1 0,1-1 2 0,-1 1 1 16,1-2-3-16,1 3 4 0,-2-2-2 0,0 1 0 15,1 0-1-15,0 0 1 0,1 1-2 0,-1-2-3 16,0 1 2-16,-1-2-4 0,2 2 4 0,0-1-3 0,-1-2 0 16,0 2 2-16,0-1-1 0,2 0 0 0,0 0 0 15,-3-1 0-15,0 0-1 0,2 0 2 0,-1-1 1 16,0-2-2-16,1 1 2 0,-3 1 0 0,2-2 2 15,-1-1-2-15,4 2 1 0,-4-1-1 0,2 1-1 16,-4 0 1-16,2 0-1 0,0 0 0 0,2 0-1 16,-2 1 1-16,0-1-1 0,-3-1-1 0,3 0 0 15,-1-1-1-15,-1 2 0 0,2 1 2 0,0-1-1 0,2 0 1 16,-2-1-1-16,1 0 0 0,0 2 1 0,-1-2 1 16,2-1 0-16,-2 0-3 0,0 0 1 0,-2 0-1 15,2-1 2-15,-4-1 0 0,4 1-1 0,2 2 0 16,-2 2 2-16,0-3 3 0,-2 0-4 0,2 0 2 15,2 0-2-15,-2 0 2 0,-2 0-1 0,2 0 0 16,-1-4-1-16,1 3-1 0,0 0 2 0,0 0-3 16,-1-1 2-16,1 1-1 0,0-1 0 0,-2-2-1 15,2 3 0-15,0-1 1 0,-1 0 0 0,1 1 0 16,0-3 0-16,-1 3-1 0,1 0 0 0,0-1 2 16,-2 1-1-16,2 0-3 0,-1-1 2 0,1 1-1 15,-1-2 1-15,1 3 0 0,-2-2 1 0,2 0-1 16,-1-1 0-16,1 1 0 0,-1 0 2 0,0-2-1 0,0 2-1 15,0-1 0-15,1-1-1 0,0 2 1 0,1 0 0 16,-1-1 0-16,0 0 0 0,0 1 0 0,2-2 1 16,-1 2-1-16,2-4 1 0,-3 3-1 0,1 0-2 15,2-2 2-15,-2 1-2 0,0 1 0 0,0-3 1 16,0 4 1-16,0-1 0 0,2-3 0 0,-3 2 0 16,1-1 0-16,0 2 2 0,3 0 0 0,-3-3-2 15,1 3 1-15,1-1-1 0,2 0 2 0,-2 1-2 0,-2 1 0 16,1 0 0-16,-1-4 0 0,3 5-2 0,-4-2 2 15,4 2-1-15,-4 0 1 0,5-3-1 0,-3 1 0 16,1 1 1-16,2 1 0 0,-1-1 1 0,0 0-1 0,-4 0 0 16,3-1 0-16,-2 1 0 0,3 1 0 0,-1-1 0 15,-3-1 0-15,1 2-1 0,5-2 1 0,-2 1-1 16,-1 0 0-16,0 1 1 0,2-2 0 0,-4 2-2 16,3-1 2-16,-1 1 0 0,-1 0 0 0,-1-1 0 15,3 2 0-15,-3 0-1 0,1-1 1 0,1 1 0 16,3 0 0-16,-5 0-1 0,2 0 0 0,0 1 1 15,2-1 0-15,-3 1 0 0,0 0-1 0,-1-1 1 16,-1 2-1-16,2-1 0 0,-2-1 0 0,2 2 2 0,1 1-2 16,-2-1-1-16,1-2 2 0,0 3-1 0,1-1 1 15,-2 2 0-15,-1-3 0 0,0 2 0 0,0 0 0 16,0 1 0-16,2-1 0 0,-2 1 0 0,0-2 0 0,1 4 0 16,-1-3 0-16,0 2 0 0,0-3 0 0,0 2 0 15,0-1 0-15,0 1 0 0,0 0 0 0,0-1 0 16,0 2 0-16,-3-3 0 0,3 3 1 15,-1 1 0-15,-1-1-1 0,3 0 0 0,-2-1 1 0,1 0-1 16,2 2 1-16,-4-2-1 0,1 1-1 0,1-2 1 16,0 0 0-16,-2 2 1 0,2-1-1 0,-4-2 0 15,4 3 0-15,4-2 0 0,-4 0 1 0,0 0 0 16,0 2-1-16,0-3 0 0,0 0 0 0,0 0 0 16,0-1 0-16,-2 2 0 0,0-3 0 0,0 2 0 15,2-1 0-15,2 0 0 0,2 0 1 0,-4 0 0 16,0 0-1-16,2 0 2 0,-1-1-2 0,1 0 2 15,-2 0-1-15,0-1 0 0,1 1 1 0,-1-1-2 16,2 0 2-16,-2-1-1 0,1 2 0 0,-1-2-1 0,0 0 1 16,1-2 0-16,-2 2 0 0,1-1 0 15,0-2-1-15,1 3 0 0,-1-1 0 0,0 0 1 0,2 0-1 16,-2 1-1-16,0 0 0 0,1 0 1 0,-1-1 0 0,-1-1 0 16,1 2 1-16,0 0-1 0,0 0 1 0,0-2-1 15,1 1 0-15,-1 1 0 0,0 0 0 0,1 0 0 16,-1-1 0-16,1-1 0 0,0 2-1 0,-1-1 0 15,3-1 2-15,-3 2 0 0,2-1 1 0,-2 1-3 0,3-2 1 16,-3 3 0-16,0 0 1 0,1 0-1 0,-1 0-2 16,0-1 1-16,0 0 1 0,0 2 0 0,0-3 0 15,1 1 0-15,0 0-1 0,0 1 1 0,-1-1 0 16,0 1 1-16,1 0-2 0,2-1 1 0,-3 1-1 16,0-1 1-16,1 0 1 0,1 0 0 15,-1 1-1-15,1 0 0 0,-1 0 0 0,-1-3 0 0,1 2 0 16,2 1 0-16,-3-1-1 0,-1 2 0 0,2-4 1 15,-1 2-1-15,1 0 0 0,1 1 1 0,-1 1-1 0,0-1 0 16,1 0 1-16,3 0 0 0,-4-1 0 0,1 2 0 16,0-3 2-16,0 1-2 0,-1-1-1 0,2 1 1 15,-2 1 0-15,0-2-1 0,3 2 1 0,-3-2 0 16,1 1-1-16,2 1 1 0,-2 0 0 0,0-2 2 16,0 1-1-16,2 2-1 0,-2-2 0 0,1 2 0 15,0 0 0-15,0-1 0 0,-1 0 0 0,0 1-2 16,-1-1 2-16,1 1-1 0,0 0 1 0,1 0 0 0,-1 0-1 15,0 0 1-15,-1 0-1 0,1 1 1 0,-1-1 0 16,0 2 0-16,1-1 0 0,-2 0-2 0,1 0 2 16,-1 2 0-16,1-2-1 0,1 1-1 0,-2-2 2 15,2 1 0-15,-1 1 0 0,0-1 1 0,2 1 1 16,-3 1-2-16,1-1 1 0,0 0 0 0,-1 1-1 16,1-1 0-16,-1 1 0 0,0-1 0 0,0 0 0 15,3 2-1-15,-1-1 0 0,-1-1-1 0,0 1 2 0,2 0 0 16,0 1 0-16,-3-1 0 0,1-1-1 0,0 1 0 15,-1 1 1-15,1-1 0 0,0 1 0 0,-1 0 0 16,1 0-2-16,-1 1 1 0,1-1 0 0,3 1 1 16,-2 1 0-16,-1-2 0 0,1 3 0 0,0-1-1 15,2 0 2-15,-1-1-1 0,-2 0-2 0,0 1 1 0,0-2 0 16,0 2 1-16,0-2 0 0,3 1 1 0,-4-1-1 16,0 2 1-16,2-2 0 0,-1 0 2 0,1 1-2 15,-1-1-1-15,-1-1 0 0,0 1 1 0,3 0-1 16,-3-1 0-16,1 1 0 0,0-2 0 0,-1 0 0 15,2-1-5-15,-1 2-18 0,-1-3-2 16,1 1-9-16,0 1-8 0,-1-2-10 0,1 0-29 16,-1 0-9-16,1 0-11 0,-1 0-18 0,0 0-73 15,1 0 131-15,-1-2-83 0,2 2-28 0</inkml:trace>
  <inkml:trace contextRef="#ctx1" brushRef="#br0" timeOffset="128112.98">23430 13889 241 0,'-2'-3'152'0,"2"2"-72"0,0 0 12 0,-2-1-2 15,2 0-30-15,0 1 25 0,2 1 2 0,-2-1-6 16,0-1-5-16,0 2-7 0,0 0-7 0,3 1-18 0,-3-1-7 16,3 0-3-16,-3 0-6 0,2 0-10 0,0 0 0 15,-1 0 0-15,0-1 3 0,0 1-2 0,1 0 1 16,0-2 0-16,-1 2 1 0,-1 0 3 0,0 0 0 16,3 0 0-16,-3 0 0 0,2 0 1 0,-1 0 0 15,4 0-4-15,-1 0 0 0,0 2-3 0,1-1 0 16,-2 1-3-16,1-1-1 0,1 0 1 0,-3 1-2 15,3 1-1-15,-2-1 0 0,2 0-3 0,-2 0 1 16,2 0 0-16,-2 0-1 0,4 1-1 0,-2 0-1 16,2-1 2-16,-3 0-2 0,2 0 0 0,-1 1-1 15,0 1-1-15,1-1 0 0,-3-1 0 0,2 1-1 0,-1 0-2 16,3 1 2-16,-3 1-1 0,1-3 1 0,0 1-1 0,0 2 1 16,1-2-3-16,-1 0 2 0,0 0 0 0,0 2-1 15,-1-1 1-15,2 1 0 0,-2-1-1 0,2 0 0 0,-2 1 5 16,2 0 0-16,-3-2 2 0,2 2 1 15,0-1 0-15,-2 1 1 0,0-1 3 0,1 1-1 16,0 1 2-16,-1 0-1 0,-1 0-2 0,2-1-1 16,-1 1 0-16,1-1 0 0,0 0-2 0,-1 0-1 15,0 0-4-15,2 0-2 0,1 1 1 0,-1-1 1 0,-1 2-3 16,1-1-1-16,1 0 2 0,-3-1-2 0,3 3 1 16,-1-2 2-16,1 1-2 0,-2-2-1 0,2 1 0 15,-3-2 0-15,3 5 0 0,-1-1 1 0,-1-5 1 16,1 5-2-16,-2-2 0 0,2 3 0 0,1-1 1 15,-1 1 1-15,-3-2-2 0,5 2 3 0,-4 1-2 16,3-3 1-16,-2 0 0 0,-1 1-1 0,2-1 1 16,-1-1-1-16,3 1 2 0,-4-1-2 0,-1-1-1 15,1 3 3-15,3-1-2 0,-4-1 2 0,1 1-1 16,0-1 0-16,-3 0 0 0,2 1 0 0,0-1 2 16,-1 0-2-16,-1 2 0 0,0 0 1 0,0-2-2 15,0 1 1-15,1-1-1 0,0 1 1 0,0 1-3 16,2-2 2-16,-1 1-1 0,2-1 1 0,-2 2 1 15,-1-1-2-15,2-1 2 0,-2 1 0 0,2-1 1 0,-2 1-3 16,0-2 1-16,-1 1 0 0,0-1 1 0,0 3-2 16,1-3 2-16,-1 1-2 0,0 0 1 0,1-1 0 15,0 0 1-15,-1 1-2 0,2-3 1 0,-2 1 1 16,0 2-1-16,0-2 1 0,-3 1-1 0,2-1-1 16,1-1 3-16,-1 3-3 0,1-3 1 0,1-1 0 15,-1 2 0-15,2-1 0 0,0-1-1 0,-2 1 1 16,0 1-1-16,0-3 1 0,-2 2-1 0,1-1 0 0,0 2 0 15,1-1 0-15,-2-1 2 0,2 0-1 0,0 0 0 0,1 2-1 16,-1-2 2-16,1 1-1 0,-1 0-1 0,0 0 0 16,0 0 1-16,-1 0-1 0,0 0-3 0,1 1 3 15,1 0 0-15,-1 1 0 0,0-2 1 0,0 1-1 16,-1 1-1-16,0-2 2 0,1 0 1 0,-3 1-2 16,1-1 0-16,0 1 0 0,1 0 0 0,0 0 1 15,1 2 1-15,-3-1-1 0,3 0-1 0,0 0 2 16,-4-1-1-16,0 1-1 0,3 1 0 0,1-2 0 15,0 3-1-15,3-1-1 0,-7-2 2 0,5 1 0 16,-2 0-1-16,1 0 1 0,-1-2 0 0,-3-1 2 16,3 3-2-16,-5-1 0 0,6 2 2 0,-1-2-2 15,-1-1 0-15,2 0 0 0,0 1 0 0,-4 0 0 16,3-1 1-16,0 1-1 0,1-2 0 0,0 1 0 16,0 0 0-16,-5 1 1 0,5 0 0 0,0 0-1 15,-1-2-1-15,1 1 1 0,-2-1 0 0,-1 3-1 0,4-2 1 16,4 0 0-16,-5 2 0 0,2-3 0 0,-1 1 1 15,-2 0-1-15,1 2 0 0,0-2 0 0,-2 0 0 16,-5 1 0-16,4-2 1 0,3 3-1 0,0-1 0 16,0 0 1-16,-2 0 1 0,0 1-1 0,2-1-2 15,0 0-1-15,-3 1-1 0,-1 0-2 0,1 0-3 16,-1-2-3-16,2 2-13 0,-1 0-3 0,-3 1-3 16,1 0-4-16,4-1-7 0,-2 2-14 0,-3-2-11 15,1 2-12-15,-1-2-54 0,3 1-49 0,1-1 126 16,0 1-94-16,-5-1-59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08T05:39:15.98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22517 15082 162 0,'-4'0'68'0,"3"0"-32"0,0-1-5 0,1 1 17 16,-1 0 5-16,-2 0-12 0,2 0 15 0,0 0 6 15,0 0 1-15,1 1-7 0,0 0-3 0,-1-1-10 16,1 0 0-16,1-2-2 0,0 1 1 0,0 0-2 16,-1-1-3-16,0-1 0 0,-1 2-5 0,1-1-5 15,0 1-5-15,0 0-3 0,0 0-3 0,0 0-3 16,1 0-2-16,3 2-4 0,-3-1 0 0,-1 0 0 15,1 0 0-15,0 0 2 0,2 0 0 0,-2 0-3 0,-3-1 1 0,-1 0 3 16,4 1 1-16,-1 0-4 0,0-1 2 0,0 1 0 16,0 0-1-16,2 0-1 0,0 2-1 0,0-2-1 15,-1 0-1-15,2 0 2 0,-3 0-3 0,3 0-1 16,-2 1-1-16,-1-1 2 0,3 1 2 0,-1 0-3 16,2 1 3-16,-1-2-2 0,-2 0 6 0,1 1 0 15,1-1 1-15,1 0 0 0,-1 0 2 0,-2 0-2 16,3 0 0-16,-2 0 2 0,2 0-4 0,-2 0 1 15,3 0 0-15,-4 0 0 0,4 0-1 0,1 0 0 16,-3-1 1-16,0 1-1 0,2 0-1 0,-1 0 1 16,-1 0 0-16,2 0 0 0,-2 0 0 0,0 0 2 0,1 0-4 15,-2 0 2-15,2-1-3 0,-1 1 2 16,1 0-1-16,-1-1 1 0,0 1-2 0,1 0-2 0,0 0 3 16,-1-1-3-16,2 1 2 0,-1 0-1 0,0 0-2 15,1 0-1-15,-1 1 0 0,1 1 1 0,-1-2-1 16,1 2-1-16,0 1 2 0,-2-2-2 0,1 0 0 15,2 1 2-15,-2 0-1 0,1 1 0 0,-1-3 1 16,0 1 0-16,2 1-2 0,-2-1 1 0,1 0 0 16,-1-1-1-16,0 0 0 0,0-2 0 0,0 2 1 15,0 0 0-15,2 0 1 0,-2 1 0 0,2-1 1 16,-2 1 1-16,3 1 0 0,-2-2-2 0,2 2 1 16,-1-1 0-16,-1-1 1 0,0 1-1 0,1-1-3 15,-1 0 2-15,1 0 0 0,2 3-1 0,-3-3 1 16,2 0 0-16,-1 0 0 0,0 0 0 0,1 0 2 15,-1-2-2-15,1 2 0 0,0-1 1 0,-1 0-1 16,2 1 0-16,-3 0-1 0,2 0 0 0,1-2 1 16,-2 2-1-16,3-3 1 0,-5 2-2 0,3-2 1 15,2 1 2-15,2 0-2 0,-4 0 0 0,0 1-1 0,-3-2 0 0,2 3 1 16,3-3 0-16,-5 1-1 0,-1 2 0 0,2-1 0 16,-1-1 1-16,3 2-1 0,-3 0 1 0,2-1 1 15,-2 1-1-15,1-2 1 0,0 2-1 0,-3-1 0 16,4 1 3-16,-3-2-2 0,-2 1 1 0,2 1 0 15,1 0 0-15,0 0 2 0,0 1 0 0,3-1 1 16,-3 0-2-16,0 0 1 0,1 0 1 0,-1 0-2 0,0-2 1 16,2 2-1-16,-2-1 0 0,0 0-1 15,2-1 0-15,0 2 0 0,-1-1-3 0,2-3 2 0,-1 4-1 16,2-2-1-16,-3 0 0 0,0 2 1 0,2 0-1 16,0-1 0-16,1 1 1 0,-1 2-1 0,0-1 0 15,-1 0 1-15,2-1-1 0,0 1 1 0,-2-1-1 16,1 2 1-16,-2-2 0 0,2 1 2 0,-2-1-1 15,1 1 0-15,-4-1 0 0,4 1 0 0,-2-1 2 16,0 1 0-16,0 0 0 0,-1-1-2 0,0 0 2 16,1 0-1-16,2 1 0 0,-3-1 0 0,4 0-1 15,-3 0-1-15,0 0-1 0,1 1 2 0,-1-1 0 16,-1 0-2-16,0-1 2 0,1 1-2 0,-2 0 3 16,1-1-2-16,3 1-1 0,-2 0 0 0,0 0 0 15,-1 0 0-15,0 0 1 0,1 0-1 0,5 0 0 16,-4 0 1-16,-3 0 0 0,5 0 0 0,-1 0-1 15,0 1 1-15,3 0 0 0,-4 0-2 0,-2 0 0 16,3 1 1-16,0-2 0 0,1 0 1 0,-3 0-1 0,2-2 0 16,0 1 0-16,-2 0 1 0,2-1-1 15,-2 2 1-15,3 0-1 0,-1 0-1 0,-3 0 1 0,1 1 0 16,2 1-1-16,1-1-1 0,-1 1 2 0,-2-1-1 16,1-1 1-16,1 1 0 0,2-1 0 0,-4 1 1 15,2-1-1-15,-3 0 1 0,5 0-1 0,-4 0 1 16,2 2-1-16,-2-2 0 0,-1 0 0 0,1 1 0 15,-1 0 1-15,0 0 0 0,1 1-1 0,-1-2 0 16,0 0 0-16,0 3 3 0,-1-3-3 0,3 0-1 16,-3 0 0-16,0 0 0 0,1 0 1 0,0 0 2 15,1 0-2-15,-2 0 0 0,0 0 0 0,1-1 1 16,-1 1 1-16,0 0 1 0,0 0-2 0,1 0 0 0,-1 0 0 16,0 0 0-16,0 0 0 0,-1 0 1 15,0 0-1-15,1 0-1 0,-1-2 0 0,0 2 0 0,1-1 1 16,0 0 0-16,-2 1-1 0,0-1 2 0,0 0-2 0,2 1 0 15,-2 0 1-15,0 0-1 0,1 0 0 0,-1 0 1 16,0 0 1-16,1 0-2 0,0 0 2 0,0 0-1 16,0 0-25-16,1 0-21 0,0 2-28 0,0-1-124 15,0 0 153-15,2 2-96 0,-1-2-73 0</inkml:trace>
  <inkml:trace contextRef="#ctx0" brushRef="#br0" timeOffset="6986.46">18973 10470 16 0,'-2'0'9'15,"2"0"-3"-15,-1 0-3 0,1-2 3 0,-1 1 0 16,1 0 3-16,0-1 3 0,-3 0 0 0,3 2 0 0,0-3 0 15,0 3 1-15,0-1 1 0,0-1 0 0,0 1-4 16,-1 0 1-16,1 1 3 0,0 1-2 0,0-1 1 16,0 0 0-16,0-1 0 0,0 3 0 0,0-2 2 15,-1 0-1-15,-1-2-2 0,2 1 4 0,-2 1 2 16,1 0-1-16,-1 0-1 0,0 0 4 0,2 0 2 16,-1 2 0-16,0-1 2 0,1 0-3 0,-1 0 1 0,0 0-1 15,0 1 0-15,1-1-3 0,0 0-4 16,0-1-1-16,-2 1-1 0,2 0 0 0,0 1-1 15,0-2 0-15,0 0 0 0,0 0 0 0,0 0 0 0,0 0 1 16,0 0 0-16,-1-1-2 0,1 1 1 0,0 1 1 16,0 0-1-16,0 0-1 0,1-1-3 0,2 0 3 15,-1 1-3-15,2 1-1 0,-1-2-1 0,0 0-3 0,3 0 0 16,-2 0 0-16,-1 2 2 0,2-2-3 0,0 0 0 16,1 0 2-16,2 0-2 0,-2 2 1 0,3-2 2 15,-1 2 1-15,1-1 1 0,1 0 2 0,-5 1 3 16,2 0 1-16,1-1 1 0,-1 0 0 0,-1 0 2 15,1 0-1-15,0 1-1 0,-2-2-1 0,2 2-3 16,-1-1 0-16,-1 1 1 0,3-1-1 0,-1 3-1 16,-3-3 0-16,2 3-2 0,0 1 1 0,1-1-1 15,1 1 0-15,-1-2-2 0,-3 1 2 0,2-3-2 16,2 3 2-16,2-2 0 0,-1 0 0 0,0-1 2 16,-2 1 3-16,3-1-1 0,-1 2 6 0,2-1 5 15,-2-1-1-15,0 1-2 0,-1-2 2 0,0 1 0 16,-1-1-4-16,1 0 0 0,0 0-5 0,-2 0-4 15,2-1-1-15,-5 0 0 0,4 1 0 0,-1 0-2 16,1 0-1-16,-3 3 1 0,2-3-2 0,1 2 1 16,0 1 0-16,0 0 0 0,-2 0-1 0,2-1 0 0,-3 2-1 15,5 0 1-15,-2 0-1 0,-3 1 0 0,2-1 0 16,2 2-1-16,-1-1 2 0,1 1 0 0,0-1 0 16,-1-1 1-16,-2 1 0 0,3 0 1 0,-3 1-1 0,2-1 0 15,-3 0 0-15,0 1 2 0,2 0 1 0,-3-1-1 16,2 2 3-16,-1-1-2 0,0 0 2 0,-1-1 1 15,-1 3-1-15,1-1-1 0,-2-1 1 0,2 2-1 16,1-1-3-16,-4 1 5 0,4 0-1 0,-2-1 0 16,-1-1 0-16,3 2 2 0,-3-3 1 0,1 3-1 15,-2-3 1-15,0 1-3 0,-2 0 2 0,2 4-2 16,2-2 1-16,-2-2-3 0,0 1-3 0,0 1 2 16,0-1 0-16,0 2-1 0,0-4-3 0,2 3 2 0,-2 1-1 15,0-1-2-15,1 0 3 0,-1 1-3 0,0 2 0 16,2-2 2-16,-2-1 1 0,-1 2-2 0,-1 0 1 15,2 1 0-15,-1 0 0 0,1 0 0 0,-1-2 0 16,1 0 0-16,0-2-1 0,0 2 1 0,0-2 0 16,1-1-1-16,0 1 1 0,-3 0-2 0,2 0 3 15,0 1-2-15,0-3 1 0,-3-1 2 0,3 4-1 16,-4 0 2-16,4-4-1 0,0 2 1 0,3 0-1 16,-6 1 0-16,3-1 0 0,-1 2 0 0,1-3-2 15,-2 2 2-15,-1 2 0 0,3-2 0 0,-2 0 1 16,-2 1 4-16,0-1-3 0,0 1 1 0,0 2 2 15,1-1 1-15,0-2-2 0,-2 1 3 0,2 1-2 16,2-1 0-16,-3 0-3 0,0 0 0 0,2-1-2 16,-2 1 1-16,0 0 0 0,2 1 1 0,-1-2-4 15,1 2 1-15,2 2 0 0,-2-1 0 0,-1 0 1 16,2 1-3-16,0-2-1 0,0 1 0 0,-2-1 3 0,3 0-3 0,-3 3 1 16,1-2 1-16,0-3-2 0,1 3 0 0,-1 0 2 15,2 1-2-15,-3-1-1 0,0 0 1 0,1-3 0 16,0 3 1-16,1-1 0 0,-2 1 0 0,1-1-1 15,-1-2 0-15,2 3 1 0,-1-1 1 0,1 1-1 16,1-3-1-16,-3 2 0 0,2 0 0 0,-1-1 0 16,1 0 0-16,0 2 2 0,0-1-2 0,0 2 0 15,1-2 1-15,0 1 0 0,0 2-1 0,0-5 1 16,0 5-1-16,0-1 0 0,0 0 0 0,0 0 0 16,0 2-1-16,0-1 1 0,0 3 0 0,0 1 1 15,0-2 0-15,0-2 0 0,0 4 0 0,3 0-1 16,-3 0 0-16,0-2-1 0,1 0 1 0,1 0 0 0,-1 4 0 15,-1-3-1-15,0-1 1 0,0 0 0 0,0 0 0 0,0 2 2 16,1 0-1-16,1 0-1 0,-2-3 1 0,0 1 1 16,0 1 0-16,0-1-1 0,0-1 2 0,0-1-1 15,0 0 0-15,0 1 1 0,0-1-1 0,0 1 1 16,2 0-1-16,-1-1 1 0,0 4-1 0,0-2 0 16,1-1 0-16,0-1 1 0,-1 2-2 0,-1-2 0 15,2 0 2-15,-2 0-2 0,1-1 1 0,1 1-2 16,-1-1 1-16,2 5-1 0,-2-3 2 0,2-2-2 15,-1 2 1-15,3 1 0 0,-2-1-1 0,-1 0 0 16,1-3 1-16,-2 3 1 0,6 0-3 0,-5-2 1 16,1 1 0-16,1-1 0 0,-1-1 0 0,1 3 1 15,3-3 0-15,-6 1-1 0,1-1 2 0,1 2-1 16,0-2 2-16,0 1-3 0,-2-1 0 0,1-1 0 0,2-1 1 16,0 2 0-16,0 0 0 0,0-1 0 0,-2-2 0 15,0 0 0-15,-1 1 1 0,0 0-1 0,-2-2 1 16,2-2-2-16,1 2 2 0,-2-1 0 0,5 0-1 15,-3 0 2-15,1-1 0 0,3 0-2 16,-3 0 0-16,0-2 2 0,1 3-1 0,-2-3-2 0,-1 1 1 0,3 0-1 16,1 1-1-16,0-1 2 0,1 1-1 0,-3-1 0 0,-1-1 0 15,2 0 0-15,4 1 0 0,-5-2 1 0,1 2 1 16,-2-3-3-16,1 2 1 0,0-1 0 0,1 1 0 16,0 0 1-16,-2-1-1 0,2 0 1 0,-1 2-1 15,2-1 2-15,0 0-2 0,-2-2 2 0,2 1-2 16,-2-1 1-16,-1 0-1 0,2 1 0 0,-3-1-1 15,1 0 1-15,-2 0 0 0,3 1 0 0,0-1 0 16,-3 1 0-16,3 0 0 0,2-1 2 0,-4 0-1 16,4 3-1-16,-2-3 0 0,3 1 0 0,-3-1 0 15,0-1 1-15,1 0-1 0,-1-1 0 0,4 1 0 16,-5 0 1-16,2 0-1 0,-3 1 0 0,3-1 0 16,0 0 1-16,-1 1 0 0,-1 0 0 0,0-1-1 15,0 1 0-15,-1 0 1 0,2-1 0 0,-2 1-1 16,1 0 0-16,-1 0 0 0,1 0 2 0,-1 1-2 15,2-1 2-15,-3 1-1 0,1-1-1 0,-1 1 1 16,0-1 3-16,0 1-3 0,0 0 0 0,1-1 3 0,-1 0-2 16,0 1 1-16,0 0-1 0,0 1 0 0,0-2-1 15,0 2 1-15,0-1 0 0,-1 0-2 0,0 0 0 16,1-1 1-16,0 2-1 0,-2-2 1 0,2 0 0 16,-1 0 1-16,-2 1 0 0,3 0 0 0,0 2-1 15,-2-3 0-15,0 0 3 0,1 2-2 0,-1-1 1 16,1 0-1-16,1 0-1 0,-2 0 2 0,0 0 0 15,1-1 1-15,-1 2-2 0,1-2 1 0,0 2 0 16,-1-2-1-16,0 0 1 0,-1 0-1 0,2 0 1 16,-1 1-2-16,-1-1 1 0,2 0 0 0,0 0 0 15,0 0 0-15,-3 0 0 0,1 0 1 0,1 0-2 16,0 0 1-16,-2 0 2 0,1 1-1 0,2-1-1 0,-7 2 0 16,7-2 1-16,-1 2-1 0,-1-1 1 0,2 0-1 15,-2 0 0-15,1 0 0 0,0 3 1 0,1-3-1 0,1 0 0 16,-4 0 0-16,0 1-1 0,-1 0 1 0,0 2-1 15,2-2-1-15,-1-1 1 0,-3 3-1 0,2-1 0 16,0 1 1-16,2-1 0 0,-5 1-1 0,4-1 1 16,-1 1 1-16,0-1-1 0,3 1-1 0,-4 0 0 15,1-1 0-15,3 2 1 0,-3-1-1 0,1 2-1 16,3-1 0-16,-3 2 1 0,-5-3 0 0,6 3-1 16,-4-1 0-16,1 0 0 0,2 4 1 0,-1-5 0 15,-2 2 0-15,4 0-1 0,1 1 1 0,-3-2 0 0,2 2 0 16,0-2 0-16,-3 0 0 0,4 2 0 0,-1 0-1 15,-1-1 0-15,1 0 1 0,1-1 0 0,-4 3 0 16,3-1 0-16,1-1-1 0,0 1 0 0,0 0 1 16,-3-2 0-16,2 4 0 0,1-1 0 0,1 0 0 15,-2-2 2-15,0 4-2 0,-1-3 0 0,2 2 0 16,-1-1-1-16,2 2 1 0,-2-1 0 0,0 1-2 16,1 0 0-16,-2-1 2 0,2 1 0 0,-1 1-1 15,1-2 1-15,-1 2-1 0,2-2 1 0,-1 1-1 16,1 1 2-16,0-1-1 0,1 0 0 0,0-1 1 0,-3 0-1 0,2 2 0 15,-1 0 0-15,1-2 1 0,1-1-1 0,-1 0 0 16,0 3 0-16,1-2-2 0,0-1 2 0,-1-2 2 16,1 1-2-16,0 2 0 0,-1-1 0 0,-1-1 0 15,2 1 2-15,0 0-1 0,0 1 0 0,0 2-3 16,-2-2 2-16,2-1 1 0,0-1-1 0,0 3 1 16,0-2-1-16,-1 0 0 0,1-2 0 0,0 2 0 15,0-1 0-15,0 1-1 0,0-2 1 0,0 4-2 16,0-3 2-16,0 2 0 0,0-2 0 0,0 2 0 15,0 1 0-15,0 0 1 0,1 0-1 0,-1-2 0 16,1 3-1-16,0-2 1 0,-1-1 0 0,3 2 0 16,-2-2 0-16,0 0 0 0,1 1 0 0,1 1 0 0,-2-1 0 15,1 3-1-15,-1-2 1 0,0 0 0 0,-1-1-1 0,2 3 1 16,-1-1-1-16,-1 1 1 0,3-3 1 0,-3 2-1 16,1 0 1-16,-1-2 0 0,3 1 0 0,-2-1 1 15,0-1-1-15,1 2 0 0,1-1-1 0,-1-1 0 16,1 1 0-16,-1 2-1 0,-1-2 1 0,2-1-1 15,-2-1 1-15,1 0 0 0,-2 0 0 0,2-1-1 16,0 1 1-16,-1 1 1 0,0-3-1 0,2 1 0 16,-2-2 0-16,0 3 0 0,1-3 0 0,0 2 1 15,0 0-1-15,2-1 0 0,-2 1 0 0,1-1 0 16,0 0 0-16,0-1-1 0,1 4 0 0,-3-1 1 16,1-2 0-16,-1 1 2 0,-1-3-1 0,1 5 0 15,0-2 0-15,2-1 1 0,-3 1-1 0,3-1-1 16,-2 1 0-16,3 0-1 0,2 2-1 0,-3-1 2 15,4 0 0-15,-5 0 0 0,7 1-2 0,-7-1 1 0,3-1 1 16,-1 1 0-16,-3 1 0 0,5 0-2 0,-1-1 2 16,-4 0 0-16,2-1 1 0,-2 0 0 0,1 0 0 15,-2 3-1-15,4-3 2 0,-4-1 0 0,0 1-1 16,3 3-1-16,-3-2 0 0,0 2 1 0,0-1-1 16,0-2 1-16,0 0-1 0,0 1 0 0,-4-2-1 0,0 1 1 15,4 0 0-15,0-1 0 0,0-1 0 0,-2 1 0 0,2 0 1 16,0 1-1-16,0-1 1 0,2 1 1 15,-3-2-2-15,-1 2 0 0,2 0 0 0,-3-1 0 16,1 0 0-16,2-1-1 0,-4 0 2 0,1 2-1 16,-3-4 2-16,4 2-1 0,0 0 0 0,2 0 0 0,-2-2 0 15,-2 0 1-15,1-1-1 0,0 2-1 0,0-1 0 16,2-2 0-16,-4 1 1 0,2 2 0 0,2-1 0 16,-3-1 0-16,4 1-1 0,-3-2 2 0,3 3 0 15,0 0-1-15,-1-3 0 0,-2 1-1 0,1 1 1 16,1-1 0-16,-5 0-1 0,5-1 0 0,-3 0 1 15,0 0 0-15,-1 1-1 0,3 0 1 0,-3 0-1 16,2-1 1-16,1 2 0 0,-2-1 0 0,-1 0-1 16,3 1 0-16,0 0 0 0,-1-1-2 0,0 3 2 15,0-3 0-15,-1 0-1 0,-1 1 1 0,3 0 0 16,-1 1 0-16,-3-2 2 0,3 0-1 0,0 0 0 16,-1 1-1-16,2-2 0 0,-1 1 1 0,-1-2 0 0,1 1-1 15,3 2 0-15,-2-2 0 0,-1 0 0 0,3 3 0 16,-3-4 1-16,-1 2-1 0,2-1 0 0,-1 1 1 15,0-2 0-15,-2 0 0 0,0 2-1 0,3 1 1 16,-3-1-1-16,3 1 0 0,-2-1 1 0,0 0 0 16,1 1-1-16,-1 0-1 0,-1-2 1 0,1 0 0 15,1 1 1-15,-1 0-1 0,-2-2 0 0,4 2 0 16,-2-1 1-16,1 0-1 0,0 1 1 0,-1 0-1 16,0-1 1-16,0 0 0 0,-1 0 0 0,1-1 0 15,1 0-1-15,-3 3 1 0,2-3-1 0,1 0 0 16,-2 0 0-16,1 1 0 0,0 0 2 0,1 0-2 0,-2 0 1 15,1 0 0-15,1-1 1 0,1 1 0 0,-2-1-2 0,0 0 1 16,1 0-1-16,0 0 1 0,1 0-1 0,-1 0 1 16,-1 0-1-16,-2 0 2 0,5-1-1 0,-2 0 0 15,-1 0 0-15,0 1 1 0,0-2 0 0,-1 1-1 16,2-3 1-16,-2 3-1 0,-1-1 1 0,1 1-2 16,-1-2 3-16,1 0-2 0,4 1-1 0,-3-1 1 15,-3 1 0-15,4 0-1 0,-4-3 1 0,5 3 0 16,2-1-1-16,-4 1 0 0,-1-2 2 0,1 3-2 15,4-1 0-15,-1 2 0 0,-4-2 0 0,3 0 0 16,-3 0 0-16,2 1-1 0,0 1 0 0,-1-2 1 0,-2 1 0 16,2 1 0-16,4-1 0 0,-2 1 1 15,0 0-1-15,-1 0 1 0,3 0 0 0,-1 0 0 0,-1-1 0 16,-2 0-1-16,-2 1-2 0,3 0 1 0,1-1 0 16,-4 1 1-16,5-1 0 0,-1 2-2 0,-1-1 1 15,-1 0 0-15,1 0 2 0,-1 0 0 0,2 0-1 16,-4 0 0-16,5 1-1 0,-3-1 1 0,1 0-6 15,2 1-4-15,-1 0-5 0,1 0-6 0,1 0-1 16,-1 0-34-16,-1 0-16 0,0 2-22 0,2-3-71 16,0 1-53-16,1 0 148 0,0 1-112 0,-1-2-48 0</inkml:trace>
  <inkml:trace contextRef="#ctx0" brushRef="#br0" timeOffset="205905.65">19675 11528 27 0,'-1'-2'19'16,"1"1"-9"-16,-3-1-6 0,3 1 3 0,0-1-1 16,-1 2-3-16,1-1 1 0,0 0-4 0,-1 1 0 0,1-1 1 15,0 0 1-15,0 1-1 0,0-1-1 0,0 0 0 16,-1 0-1-16,1 1 2 0,0-1-1 0,0 1 0 16,0 0-2-16,0 0 2 0,-1 0-1 0,0 0 0 15,3 0-1-15,-3 0-2 0,1 0 1 0,0 0 0 0,-1 0 0 16,1 0-3-16,1 1 3 0,0-1 1 0,-3 0 0 15,2 0 3-15,0 0-1 0,-1 0 4 0,1 0 5 16,0-1 16-16,-2 0 8 0,2 1 3 0,0 0 6 16,-2 0 9-16,0-2 5 0,1 2 2 0,1 0 0 15,0 0-3-15,-1 0-7 0,1 0-3 0,0 0-4 0,0 0 1 16,0 0-10-16,-2 0-2 0,1 0-6 0,-1 3-5 16,2-2 2-16,-2 0-3 0,2 0 2 0,-4-1-10 15,4 1 7-15,0 1 1 0,0 0-3 0,-2-2-3 16,0 0-1-16,2 2 0 0,0-1-1 0,0 1-2 15,0-1 1-15,0 0-1 0,0 1 5 0,0-1 0 16,0 0 0-16,0 0 5 0,0 1-2 0,0-1 3 16,0 0 1-16,-2 2 0 0,4-2-4 0,-4 0-1 15,1 1 2-15,0 1-4 0,1-2 0 0,0 2-2 16,0-2 1-16,0-1-2 0,-2 2 4 0,2 2 1 16,-1-2-1-16,4 0 0 0,-3-1 4 0,-2 1-3 15,2-1 2-15,0 2 0 0,0-3-2 0,4 1 0 16,-4 0 1-16,-1 0-3 0,0 0 1 0,1 0 0 15,0 0-4-15,0 1 0 0,0-1-2 0,0 0-2 0,2 2-3 0,-3-1 2 16,2 0-2-16,-1-1 0 0,0 1-1 0,2 2 0 16,-2-2 2-16,1 0-3 0,-1 0 3 0,2 0-2 15,-2-1 1-15,2 3-2 0,-2-3 3 0,-1 0-1 16,1 2-1-16,1-2 3 0,0 0 0 0,1 4-1 16,-1-2 1-16,-1 0 2 0,1 2 0 0,2-1-1 15,-1 0 3-15,-2 3-1 0,2-3 1 0,0 1 0 16,2 0 0-16,-3 1 0 0,1-1 1 0,-1 0 1 15,0 1 0-15,-1 0-2 0,0-1 0 0,4 0 2 16,-5 0-1-16,1-1-1 0,1 1-1 0,0 1 3 16,1 0-1-16,0-2 0 0,-2-2 0 0,-1 4 2 15,3-1 0-15,-2 1 0 0,0-3-2 0,0-1 0 0,1 3 1 16,-1-2-1-16,0 2 1 0,0-1-1 0,1-1-2 0,-1-1 3 16,0 3-2-16,0 0 0 0,0-2-3 0,0 4 1 15,3-4-1-15,0-1-1 0,-3 4 1 0,1-1-3 16,0-1 2-16,0-1-2 0,0 1 3 0,-1-3-3 15,0 4 0-15,0-1 1 0,0-2-2 0,0-1 2 16,-1 2-3-16,2-1 3 0,-1-1-3 0,0 0 0 16,0 0 0-16,1 2-1 0,0-2-1 0,3 2 1 15,-4-1 0-15,0 0 0 0,0 1 0 0,2-1 0 0,-1 0 0 16,-1-1 2-16,1 2-2 0,-1-1 1 0,1 0 0 16,1-2 0-16,0 1-1 0,-1 3 0 0,-1 0 1 15,1-1 1-15,-1-5 0 0,1 2-2 0,-1 2 0 16,0 2 1-16,0 0 0 0,0-4-1 0,0 0 2 15,0 2-2-15,0 4 0 0,0-2 1 0,0-1 1 16,0 1-2-16,0-2 0 0,2 2 2 0,-1 0-2 16,0 0 1-16,-1-3 1 0,0 2-1 0,0-1-1 15,0 1 0-15,0-2 0 0,0 0-18 0,1 0-8 16,3 0-17-16,-2 0-18 0,0-1-65 0,0 0-48 16,-1-3 119-16,1 1-94 0,1-2-32 0</inkml:trace>
  <inkml:trace contextRef="#ctx0" brushRef="#br0" timeOffset="207755.6">19477 11693 307 0,'-5'0'185'15,"2"-1"-50"-15,3 0-20 0,-3 1-54 0,2-1 13 16,1 1-37-16,-2-2 17 0,2 0-3 0,-1 0-10 0,-1-2-1 16,1 1-3-16,0 2-3 0,-1-2-4 0,2 0-2 0,-1 1 4 15,0 0-2-15,1 1-5 0,0 0-4 0,0 1 0 16,0-3-1-16,0 1-2 0,1 2-3 0,0-1-1 16,-1 1-4-16,0-2 0 0,0 2 2 0,0 0-2 15,0 0-2-15,0-2 0 0,2 1-1 0,-2 1-1 16,1-1-2-16,-1-1 3 0,0-1-3 0,0 3 3 15,0-2-1-15,0 2 1 0,2-1 2 0,-2 0 0 16,2 0 0-16,0 0 1 0,-1-2-2 0,2 0 0 16,-3 1 1-16,1-1-1 0,1 0-1 0,-1-1 0 15,2 1 0-15,-1 0-2 0,-1 0 2 0,3-1-1 0,1 0-1 16,-3 2-1-16,0-2 0 0,1 0 0 0,0 1 0 16,1-1 2-16,-4 1 0 0,5 0-1 0,-4 0 1 15,6-2 0-15,-5 1 0 0,6 2 0 0,-5-4-1 16,3 3-2-16,-2 0 0 0,4 0-1 0,-1 0 1 15,-1 0 1-15,-1 0-1 0,-3 1-2 0,7 0 2 16,-2 0-2-16,-4 0 2 0,1 0-1 0,1 1 0 16,-1 1-1-16,1-3 1 0,-2 1-1 0,1 2 2 15,5-1 1-15,-6 1-2 0,4-1 0 0,-3 0-2 16,2 1 1-16,-1 0 0 0,1-1 2 0,0 1-2 16,-4-2-1-16,3 2 1 0,-1 0 1 0,2 0-1 15,-2 0 1-15,-3-3 0 0,6 3-1 0,-3-1-1 16,1 1 3-16,2 0-1 0,-3-1 0 0,0-1 3 15,2 1-2-15,0 1 0 0,-3-1 2 0,1 1 4 16,-1-1-2-16,-1 0 1 0,2 0 0 0,-2-1-2 0,3 1 1 16,-2 1-2-16,0 0-1 0,0-1-2 15,-1 1 0-15,1-1-2 0,-1 1 2 0,0 0-1 0,2 0 1 16,-1 0-1-16,-1 0 0 0,0 0-1 0,2 1 0 0,-2 1 1 16,0 0-1-16,-1-1 0 0,0 0 0 0,1 0 0 15,1 0 1-15,-2 0-1 0,0 0 1 0,1 0 0 16,-1 1 0-16,1 1-1 0,-1-1 2 0,2 0 1 15,-2 0-3-15,0 0 3 0,0 1-1 0,1 1 1 16,-1-3 0-16,1 2 0 0,-1 1 0 0,-1-1-1 16,3-1 1-16,1 1-2 0,-3 0 2 0,-1 0-1 15,1 0-1-15,1-1-1 0,-1 1 3 0,2 1-1 16,-2-1 1-16,-1 2 0 0,0-2-2 0,0-1 2 16,0 2-2-16,0 1 1 0,1-2-1 0,-1-1-1 0,0 2 0 15,0 0 2-15,0-1-2 0,2 2 1 0,-2-3 0 16,0 1 2-16,0 1-1 0,1 1 0 0,-1-1-1 15,0-1 0-15,0 1 1 0,0 0-1 0,0 2 1 16,-1-2-1-16,-1-1-1 0,2 3 0 0,0-2 0 16,-1 3 1-16,-2-2 1 0,2 1-2 0,-1-2 1 15,-1 2 0-15,3-2 0 0,-3 0 2 0,-1 1-1 16,3 0-1-16,-1 0 0 0,1-2 2 0,-1 1-1 16,2-2-1-16,-3 4 0 0,1-2 1 0,0-2 0 15,1 2-1-15,0-1 0 0,0 0 1 0,-1-1-2 16,0 3 1-16,0-3 2 0,0 0-2 0,0 0-1 15,-1 1 3-15,2-2-1 0,-1 0 0 0,-1 2-1 0,1-3 1 16,0 2-2-16,2 0 2 0,-3 0 0 0,0 0-1 16,1 0-1-16,0 0 0 0,-1-1 3 0,2 0-3 15,-1 1 1-15,-2 1 0 0,3 0 0 0,-1 0-1 16,0 1 2-16,-2-1-1 0,2 0-1 0,0 0 0 16,1 1 1-16,-1-2 0 0,0 0-1 0,-1 0 0 15,2 0-1-15,-1 1 1 0,2-2 0 0,-2 0 0 16,0 0-1-16,2 1 0 0,-1-2 2 0,0-1-1 0,-3 1 0 15,4 0 0-15,-1 0 0 0,0 1 0 0,2 0 1 16,-1-1-1-16,-1 0 1 0,1 2-1 0,0-2 2 0,0-1-2 16,-1 1 3-16,-1-1-2 0,1-1 0 0,0 2 2 15,1 0-3-15,0 0 2 0,-1-3 0 0,-1 3 2 16,2 0-3-16,0 1 3 0,0-1-1 0,0 0-2 16,-1-2 1-16,1 2-1 0,1 0 0 0,-1-1-1 15,0-2 1-15,0 3-1 0,0-1-2 0,-2 0 2 16,3 1 0-16,-1 0 0 0,0 0 1 0,1 0 0 15,-1 0-1-15,2 0 0 0,-1 0 0 0,0 0 0 16,0 0 0-16,-1 0-1 0,2-1 0 0,-2 1 0 16,0 0 0-16,1-1 1 0,0 1 0 0,1 0 0 15,1 0 0-15,-2 1 0 0,2 0 0 0,-1-1 0 16,1 1-1-16,0 0 1 0,-1 0 0 0,-2-1 0 16,3 2 1-16,0 1-1 0,-2-3 0 0,1 0 1 15,-1 1 1-15,2 0-2 0,-1 0 0 0,0 0 1 16,-1-1 0-16,2 0 2 0,-2 2-1 0,0 1 1 0,2-3-1 15,-2 0 3-15,0 1 1 0,0 0-1 0,0-1-2 16,1 0 1-16,0 0-1 0,-2 0 0 0,2 0 1 16,-2 1-1-16,0-2-2 0,2 1-1 0,-1 0 1 15,1 3-1-15,1-3 1 0,-2 2 0 0,0-2-1 16,3 2 0-16,-3 1 0 0,3 0 1 0,-2-2-1 16,0-1-1-16,0 1 1 0,0 0 0 0,-1-1 1 15,2 0-1-15,-1 1 0 0,0-1 0 0,1 1 1 16,-1 0 1-16,1 1 0 0,0-1-1 0,1 0-2 15,-2-1 1-15,2-1 2 0,-1 1-2 0,1-3 0 16,0 5 0-16,0-2-1 0,-1 0 1 0,1 0 0 0,1 0 0 16,0 0-1-16,-2 1 1 0,0-1 0 0,0-3 0 0,1 2 0 15,-1 1 0-15,0-1 1 0,1 1 0 0,-3-1 0 16,3 1-1-16,-2 2 0 0,0 1 0 0,2-2 1 16,-1 0 0-16,0 1-1 0,-1 0 0 0,2 1 0 15,-1-3 0-15,-1 0 0 0,1 3 0 0,0-2-1 16,0 2 1-16,-1-2 0 0,1 0-1 0,0 0 1 15,-1 3-1-15,1-3 2 0,-1 0-2 0,3 0 0 16,-2 1 2-16,-2-1-1 0,1 1 0 0,3 2-2 16,-1-2 2-16,0 2 0 0,1 1 0 0,-3-3 1 0,2 0-1 15,0-1 1-15,0 1 1 0,0-2 1 16,0 1-2-16,-4-1 1 0,0 1-1 0,3 2 0 16,-1-2-1-16,-2 1 2 0,0-2-2 0,-1 2 0 0,1 0 1 15,0 0 0-15,1-2 0 0,-1 0 2 0,0 2-1 16,0-1 0-16,0-1 1 0,2 1 0 0,-3-1-1 15,1 0 1-15,-1 0-1 0,2 0-2 0,-1 0 1 16,0 1-7-16,-1 1-8 0,-1-2-31 0,3 1-16 16,0 1-21-16,-1 0-26 0,1 0-88 0,-1 0-63 15,3-2 169-15,1 0-126 0,-1 1-69 0</inkml:trace>
  <inkml:trace contextRef="#ctx0" brushRef="#br0" timeOffset="209256.46">19989 11874 126 0,'-3'-2'104'0,"-1"1"-17"15,3-1-31-15,-5-1 27 0,6 2 0 0,0 1-5 16,0 0-2-16,0 0-1 0,-1-1 1 0,-2 1-19 15,5 1-5-15,0 0-1 0,-2 1-3 0,-1-4-11 16,1 2-3-16,0 2-4 0,1-1-1 0,-1-1-1 16,0-3-1-16,2 2-5 0,-2 1 0 0,0 0 0 0,0 0 2 15,0 0 2-15,-2 0-4 0,2 3 2 16,-1 0 1-16,2 0 0 0,-1-1 0 0,0 2-1 0,4 1-3 16,-4-1-2-16,3 2 1 0,0-2-4 0,-2 0 0 15,-2-1-3-15,1 2-1 0,3-1-1 0,-2 0-2 16,3 3 0-16,-3-3 0 0,1 0-1 0,2 2 0 15,-1 0 0-15,5 1 0 0,-6-2-2 0,1 1 1 16,-4-2 0-16,5 3-1 0,0-3 0 0,-2 2-3 0,3-2 1 16,-2 0-1-16,-3 0 1 0,7-1-1 0,0 1 2 15,-3 1-1-15,1-2 0 0,-3-1 1 0,1 2 1 16,-2-1-1-16,2 0-1 0,-2 0 1 0,-1 0-1 16,3-1 0-16,-2 1 2 0,5 0 0 0,-5-2 0 0,0 2 0 15,-1-2 3-15,0-1-1 0,0 1 2 0,0-1 1 16,-1 0 2-16,1 0 2 0,0 0-1 0,-1-1-1 15,4 0 1-15,-3-2-1 0,0 3-2 16,-1-3-1-16,-3-1-6 0,1-1 0 0,2 1 0 0,0 0 1 16,-5-1-4-16,5-1 0 0,-2-2 2 0,2 3-2 15,1 0 1-15,-3-1-2 0,2 0 0 0,-3 0 0 16,0-1 1-16,0 0-1 0,4 3 0 0,0-3 0 16,0 4-1-16,0-3 2 0,-2 0 1 0,0 4-2 0,2-2-1 15,-5-3 1-15,3 2-1 0,-3 0 0 0,3-1 1 16,-1 2 0-16,5 0 0 0,-1-2 0 0,0 3 0 15,1 0 0-15,-2-2 0 0,5 3 1 0,-5-1-1 16,-1 0-1-16,5 2 1 0,-3-2-2 0,2 1 1 16,2 1 0-16,-3 1-2 0,0-2 2 0,5 2-2 15,-7 1 2-15,1-1 0 0,-1 0-1 0,2 0 1 16,-2 0-1-16,4-2 1 0,-4 3 0 0,1-1 1 0,2-1-3 16,0 1 2-16,-1 2 1 0,1-1-1 0,0 2 1 15,-2 1 0-15,3-1 0 0,-1 0-1 0,1 2 1 16,-1-2 1-16,0 0-1 0,2 1 0 0,-1-1 0 15,1 3 0-15,-1-2 0 0,-2 1 0 0,2 1 1 16,1-2-1-16,-4 0-1 0,2 2 1 0,0-4 1 16,-3 0 0-16,3 0 1 0,1 1-2 0,-3-1 0 15,1 0 1-15,1 1 2 0,-3-1-2 0,4 1 0 16,0 0 1-16,-2-1-1 0,-2 0 1 0,1 0 0 0,2 2 2 16,-2-3 0-16,1 1 1 0,-1-2 0 0,0 4 1 15,-1-4 0-15,2 4 1 0,-2-3 0 0,-1 0 0 16,1 1-2-16,0 0 1 0,0-2-2 0,1 2 0 0,-1 0 0 15,1-1-1-15,0 0-1 0,2 1-1 0,-2-1 1 16,-1 1-1-16,0-2 0 0,0 0 0 0,0 0 2 16,2 1-2-16,-2-1 1 0,2 1 1 0,-2-1-1 15,0 0 2-15,1 0-2 0,1 0 1 0,-2 2 0 16,0-2 1-16,0 0 0 0,2 0 0 0,-2 0-1 16,-2 0-1-16,1-2 1 0,-1 0 1 0,1 0-2 15,1 1 0-15,0-2 1 0,-1-2-3 0,1 3 2 0,1-1 0 16,0 0-1-16,0 0-1 0,0-1 1 0,-1 1 1 15,0-1-2-15,1 0 1 0,-1 0 0 0,-1 0 0 16,0 0-1-16,1 0 2 0,0-1-2 0,-1 0 0 16,0 0 0-16,1 1 1 0,0 1-1 0,-1-3 0 15,1 1 0-15,-2-1 0 0,2 3 1 0,0-1 0 16,0-1-1-16,0 0 0 0,-2 0 0 0,2 3 0 16,-3-1 0-16,3 1 0 0,0-2 0 0,0 2-1 15,0 1 0-15,4 1 1 0,-4-1-1 0,1-1 1 16,-1 0-1-16,2 1-1 0,-2-2 0 0,2 4 2 15,-2-1-1-15,1-1 1 0,-1 0-1 0,2 2 0 16,-2-1 1-16,0 0 0 0,2 1-1 0,-2-1 1 16,2 3-1-16,-2-2-1 0,1 0 2 0,1-1-1 15,0 0-1-15,0 2 2 0,1-2 0 0,-2 0-1 16,0 1 1-16,3 0 1 0,-3 0-1 0,1 3 0 16,1-2 0-16,-1-1 0 0,0 3-2 0,0-3 1 0,0 0 0 15,-1 3 0-15,3-1 0 0,-2-1 0 0,1 3 0 16,1-3 1-16,-1 0 0 0,-1 1 0 0,1 3 0 15,-1-5 0-15,2 2 1 0,-2 4-1 0,0-5 1 16,0 3-1-16,1 1 0 0,-1-3 0 0,-1 1 0 0,2 2-1 16,-1-1-1-16,0-1 2 0,0 0 1 0,0-1-1 15,0 2 1-15,-2-3 0 0,3 2 0 0,-3-3 1 16,1 1 0-16,2 0-2 0,-2 2 0 0,-1-2 0 0,1 0 1 16,0 1-1-16,-1 0 0 0,2 0 0 0,-2-2 0 15,1-1 1-15,-1 1 0 0,1-1-1 0,0 2 0 16,-1-2 0-16,1 1 0 0,-1-1 0 0,1 2 0 15,1 0 0-15,-2-2 0 0,1 0 2 0,-1 1 0 16,0 0-2-16,0-1 0 0,3 2-2 0,-3-2-7 16,0 1-11-16,0-1-35 0,1 0-23 0,0 2-25 15,-1-2-37-15,1 0-48 0,1-3 117 0,2 1-91 16,-1 1-16-16</inkml:trace>
  <inkml:trace contextRef="#ctx0" brushRef="#br0" timeOffset="209856.6">20309 11774 303 0,'-5'3'169'0,"2"-1"-72"0,0 1-47 0,2-2 34 16,-2 0-13-16,3 1-3 0,0 0-3 0,0-2-7 15,0 1-10-15,0-1-6 0,0-1 1 0,0 1-4 16,3 0-8-16,-3 0-1 0,1-2 0 0,-1 2 7 16,2 2 0-16,0-2 3 0,-1 0-6 0,0 0 1 0,2-2-3 15,-2 1-3-15,2 0-2 0,-2 1-9 16,1-2-2-16,1 1-2 0,0 1-1 0,0 0-3 16,0 0 0-16,1 0 0 0,-3-1 0 0,2 1 2 0,0 0-1 15,-1 0 0-15,2-3-2 0,-1 2 1 0,-2-2-2 16,3 2 0-16,-1 0 1 0,-1-2-2 0,2 1-2 15,-1 1 0-15,1-3 0 0,-1 3-3 0,1-1 1 16,1 0 0-16,-1-1-2 0,2-1-1 0,-2 1 4 16,-1 3-3-16,3-1 2 0,-1-1 1 0,-1 0-2 15,0-1-1-15,-1 2 2 0,1 1-1 0,-1 0 1 16,-1-2 1-16,1 2-1 0,-3-1-2 0,2 1 2 16,1 0 0-16,-2 0-1 0,1 0 1 0,-2 0-3 15,1 0 1-15,0 0 1 0,0 0-1 0,0 0 0 16,4 2-1-16,-4-1 2 0,-1 0-2 0,2-1-3 15,0 1-6-15,1 1-11 0,0-1-9 0,-2 1-18 0,-1-1-51 16,2 0-35-16,0 0-50 0,-1 1 121 0,4-1-94 0,-5-1-62 16</inkml:trace>
  <inkml:trace contextRef="#ctx0" brushRef="#br0" timeOffset="211739.87">20454 11518 121 0,'0'-1'105'0,"-1"0"-20"0,2 1-38 16,-1-1 37-16,0 1 0 0,1 0 3 0,-1 0 0 0,0-1 0 15,2 1-3-15,-1 0-2 0,-2 0-5 0,1 0-16 16,0 0-6-16,-3 0-8 0,2 0-4 0,0 0-11 16,1 0-4-16,0 0-3 0,2 0-2 0,-2 1-2 15,1 1 1-15,1 0 0 0,-1 1-1 0,0 1 0 16,1-2 0-16,-2 1 1 0,4 3-1 0,-4-2-2 15,1 2-3-15,0-1 0 0,5 2-1 0,-2 0-1 16,3 1-1-16,-3-1-3 0,-4-1 1 0,9 2 0 16,-1 0 1-16,-7-1-4 0,3 1 4 0,2-2-2 15,-1 1 1-15,0 0-3 0,0 1-1 0,-4 0 6 16,3-1-3-16,0-2 3 0,0 1-3 0,-2 1-1 16,3 0 2-16,-2-1 0 0,0-1 0 0,5 0-5 15,-3 2-1-15,0-2-1 0,0 1 0 0,0-2-1 16,1-1-1-16,0 3 2 0,0-2-1 0,-4-2-1 15,4 1 0-15,2 1 1 0,-4-3 0 0,-1 3 1 0,-1-1-1 16,4-2 1-16,-3 2-1 0,-1-1 1 0,-1 0 1 16,1 0-1-16,0 0 1 0,1-1 0 0,-1 0-1 15,0 0-2-15,0 0 3 0,0 0-1 0,-1-1 0 16,2 1-2-16,-2-1 1 0,0 0 1 0,0 0-1 16,-1-2 1-16,1 2 0 0,-1 0-2 0,0 0 1 15,0 0 0-15,0 0 1 0,0 1 0 0,2 0 2 16,-2-1-3-16,0 0 2 0,0 0 0 0,1-2 2 15,0 1 1-15,-1 0-2 0,-1-3 0 0,0 1 1 16,1 0 1-16,-2 2-2 0,-1-2 1 0,2-1-3 0,-2 0 2 16,-2 0-1-16,3 1 0 0,-3 0-2 0,1 0 0 0,0-3 2 15,-1 1-2-15,-1-1 1 0,2 2-1 0,-1-3 1 16,0 1-1-16,-2-2-1 0,4 1-1 0,-3 1 1 16,0-2 0-16,-1 2 0 0,4-1-2 0,-3 0 0 15,2-2 1-15,0 1-1 0,-4-2 1 0,7 3 0 16,-3-2-2-16,2 0 1 0,-4-2 0 0,4 4 1 15,-5-3 0-15,3 1-1 0,2 2 0 0,-5-2 1 16,1 0-1-16,-1 0 0 0,3 4-2 0,-2-2 1 16,3 1 0-16,-1 1 1 0,-3 0-1 0,2 0 1 15,2 1 0-15,-3-2 0 0,4 2 1 0,-3 0 0 16,0 0-1-16,3 2 0 0,-1-1 0 0,0-2 0 16,0 3 0-16,2 0 0 0,-4 0 0 0,2 0 0 15,-1-3 0-15,-1 2 0 0,2-1 1 0,1 1-1 0,-3 0 0 16,4-1 0-16,1-1 0 0,-1 3 0 0,0-1 0 15,1 1 0-15,-2 0 0 0,2-3-1 0,-2 3 0 16,1 0 0-16,0-3-2 0,1 2 3 0,-2 0-1 16,2 0 0-16,3-1 0 0,-2 2 1 0,1-2 0 15,0 0-1-15,-1 2 1 0,0-1-1 0,2-3 0 16,-1 3 0-16,-1-2 0 0,2 0-1 0,-1 1 1 16,2 0 1-16,0-2-3 0,0 2 1 0,-3 0 0 15,4 0 0-15,-1 1 0 0,1 1 0 0,-1-3 1 16,0 3 0-16,2 0 1 0,-1 0-1 0,3-1 0 15,-5 2-1-15,2-2 2 0,2 2-2 0,0-1 1 16,0 1-1-16,-1-2 0 0,-2 2 2 0,5 1-1 16,3 0 0-16,-1 1-2 0,-5 1 3 0,3-1 0 15,-4-1-2-15,5 1 1 0,-2 1-2 0,-4-1 3 16,0 0-2-16,-1 0 2 0,2 0 0 0,-1 2-1 0,0-1 1 16,2 1 0-16,-4-1 0 0,3 1 0 0,0 2 1 0,2-1 0 15,-3-2-1-15,0 4 0 0,1-2 1 0,-4 0-1 16,4 1 2-16,-3 0 0 0,1-1-2 0,-3 0 0 15,1 4 2-15,1-5-1 0,-2 4 1 0,2-1-1 16,-2 0 0-16,1 1 0 0,1 1 0 0,1 2-1 0,-2-4 0 16,-1 3 2-16,0-1-1 0,0-2 0 0,0 1 2 15,0-3-2-15,-2 3 2 0,0-2 1 0,1 1-2 16,-1-1 0-16,1 1-2 0,0-3 3 0,-2 5-3 16,0-4 3-16,1 3-3 0,0-3 0 0,-1 2 2 15,2-1-2-15,-1 2 3 0,-1 0-3 0,0-2 2 16,0-1-2-16,1 0 2 0,-2 2 1 0,0-2-1 15,-2 1 0-15,2-2 0 0,1 0 0 0,-2-1 1 16,2 1-1-16,2 0 0 0,-3-2-2 0,-2 1 2 16,2-1 0-16,2 0-1 0,-1 1 1 0,1 0-2 15,1-1 1-15,-4 0 0 0,4-1 1 0,1 0-2 16,0 0 0-16,0 0 2 0,-2 0-2 0,0-2 1 16,2 1-1-16,-1-2 0 0,-1 3 0 0,0-2-2 15,1 0 2-15,2 0 0 0,-1 1 0 0,-1 0 0 16,1-2 0-16,0 2 0 0,1 1 0 0,2 0 2 0,-1 0-2 0,-2-2 0 15,-1 0-1-15,4 2-1 0,-1-1 2 0,3 0 0 16,-5-1-2-16,0 1 1 0,0-1 0 0,1 2 0 16,1 0 1-16,-1 0-1 0,-1 0 0 0,0 0-2 15,0 0 2-15,3 0 0 0,-3 2 1 0,0-2-3 16,1 0 2-16,0 1 0 0,3-1 1 0,-3 0 0 16,3 0-1-16,0 1 1 0,-3-1-1 0,3 3 1 15,-1-2-1-15,-3-1 1 0,2 2-1 0,4 0 1 16,-2 0 0-16,0 0-1 0,0-1 0 0,1 0 0 15,1 1 1-15,0-1 0 0,-1 0 0 0,3 3-1 16,-5-2 0-16,4-1 1 0,-3 2 0 0,2-1 0 16,0 2-1-16,1 0 1 0,-2-2-1 0,0 2 0 0,1-1 1 15,1 0 0-15,-1 0-1 0,1 1 0 0,-3 0 1 0,2-2-1 16,0 1 1-16,1 1 0 0,-4-1 0 0,4-1 1 16,-2 2 1-16,1-2-1 0,-1 0 0 0,1 1 1 15,-1-1-1-15,1-1 1 0,-2 3-1 0,0-1 0 16,1-1 0-16,-2 0 0 0,0 1 0 0,1-1-1 15,-2 0 2-15,1-1-2 0,-1 0 2 0,-1 0-2 16,2 0 3-16,-2 2-1 0,0-1-1 0,1-2 4 16,-2 2-3-16,0-2 1 0,0 0 0 0,0 2 1 15,0-2-4-15,0 0 3 0,0 1 1 0,0-1-3 16,0 2 2-16,0-2-1 0,0 2 0 0,0-1-1 0,0 1 3 16,0-1-2-16,0 0-2 0,0-1 3 0,-2 2-3 15,1-2 2-15,0 1-1 0,1 1 0 0,-2-2-1 16,1 0 0-16,0 0 0 0,0 2 0 0,1-1 0 15,-1 0-1-15,1 0 1 0,0 0-1 0,0 2 0 16,0-1-6-16,0 2-11 0,0-3-27 0,0 1-19 16,0-1-29-16,0 1-31 0,0-1 81 0,0 0-68 15,0-1-19-15</inkml:trace>
  <inkml:trace contextRef="#ctx0" brushRef="#br0" timeOffset="213392.11">21025 11577 272 0,'-2'0'152'0,"-1"-2"-88"0,3 1 9 0,0 0-31 15,0 0 19-15,-2-1-3 0,2 1 2 0,-1-2 1 0,2-1-2 16,0 3-1-16,-1-1-14 0,3 0-6 0,0 0-5 15,-3 0-8-15,2 1-8 0,-1 1-1 0,-1 0 0 16,-1-1 2-16,-1-1 4 0,0 2 2 0,2 0 1 16,0 0 1-16,0-1-2 0,0 1-3 0,0 0 1 15,0-1-1-15,1 1-8 0,-1-1-3 0,-2 1-1 0,2 0-3 16,-4-3 1-16,2 1-1 0,-1 2 0 0,1-2-2 16,-1 2-1-16,-3-2 1 0,1-1-2 0,3 1 1 0,-1 0-1 15,0 0 2-15,-2 0 0 0,3 1 1 0,-1-1 0 16,2-1 0-16,-5 0 7 0,5 2-6 15,1-1-2-15,-2 0-1 0,-1 1-3 0,-1-1 0 16,2 1 1-16,-1-1-1 0,1 1 0 0,-3 0 0 16,3 0 0-16,0 1 0 0,0-2 2 0,0 1 0 15,0 1-2-15,0-1 3 0,1 1-2 0,-2-2 0 16,1 1-1-16,0 0 1 0,-2 1-1 0,3 0-1 16,0 0 1-16,-2 0-1 0,0 0-1 0,-1 0 1 15,1 1 0-15,0 0 0 0,0 1 0 0,-1-2 0 16,3 0 1-16,1 1 0 0,0 0 0 0,-2 1 0 15,2 0 1-15,0 0-1 0,0-2 2 0,-1 4 2 16,-1-3-3-16,-2 0 4 0,3 0-1 0,-1 0 0 16,2 0 1-16,-2 3-1 0,0-2-1 0,0 0 2 15,2 1 0-15,0 0 1 0,0 1-2 0,0-1 2 0,0-2 1 16,2 0-1-16,-2 0 1 0,0 1-3 0,0-2 1 16,0 0-2-16,0 3 1 0,0-3-3 0,1 2 0 0,-1-1 1 15,1 0-1-15,1 1 0 0,-1-1 0 0,-1 4-1 16,1-4 1-16,2 0-1 0,1 1 0 0,-3-1 0 15,2 1 0-15,0 2 0 0,1-2 0 0,-4 0 0 16,4 0 1-16,-4 0 1 0,0 0-1 0,2 3-1 16,0-3 3-16,0 0-2 0,1 2 0 0,1-2 2 15,-2 1 0-15,2 0-2 0,-3-1 1 0,-1 1 2 16,4 0-1-16,-4-1 1 0,2 0 1 0,-2 1-2 0,0-1 0 16,5 1 2-16,-4-1 0 0,1 3-1 0,0-3 1 15,-2 1 1-15,3-1-2 0,0 0 3 0,0 2 1 16,-2-2-2-16,-1-1-1 0,3 0 3 0,-3 1-1 15,2 0-3-15,0 1 2 0,0-2-2 0,-2 1 0 16,3 2-1-16,-1 0 1 0,-2-1-2 0,2 1 0 0,0 0 0 16,-1 0-2-16,1 0 3 0,3 1-3 0,-5-2 0 15,1 0 2-15,3 1-2 0,-1-1 2 0,2-1 0 16,-1 1 1-16,-4 1-1 0,1-2 2 0,2 1-1 16,-1-1 1-16,3 3 0 0,-2-3-2 0,-3 1 1 15,2 1 0-15,5 0-1 0,-6-1 0 0,3-1 1 16,-1 0-1-16,0 2 0 0,0-2 2 0,0 0-3 15,-2 0 2-15,2 0 1 0,-2 2-1 0,1-1-1 16,0-1 2-16,-2 0 0 0,1 2 0 0,0-2 1 0,0 0-1 16,3 2 1-16,-2-2-1 0,-2 0-2 0,3 1 2 15,1-1-3-15,-2 0 1 0,-1-1 2 0,0 2-2 16,-1-2 0-16,0 0 2 0,1 0 0 0,-1 1-2 16,-2-1 2-16,2 0-2 0,1 0-1 0,0-1 2 15,1 0-2-15,-2 2-1 0,0-2 1 0,0 1 1 16,1-1-1-16,-1 1 2 0,0 1-2 0,0-1 0 15,-1-2 0-15,1 1 1 0,1 0 0 0,0 0-2 16,-1 1 0-16,1-2-3 0,-1 0-1 0,2 1-5 0,1 0-5 16,-2 0-12-16,-1 0-8 0,-1-1-7 0,0-1-12 15,1 0-38-15,-3 1-21 0,3 0-26 0,-1 0-33 16,0 0 109-16,1 1-79 0,5 0-22 0</inkml:trace>
  <inkml:trace contextRef="#ctx0" brushRef="#br0" timeOffset="214125.27">20890 11766 110 0,'-1'0'111'0,"0"-1"-25"0,1-2-37 0,0 2 30 16,0 0-1-16,0-1-12 0,0 0-3 0,0-1-4 16,0 0-2-16,3 2-8 0,-2-2-3 0,-1 0-6 15,0-1-6-15,1 2-6 0,1 1-1 0,0-1 0 16,-1 2 0-16,-2-2-1 0,2 2-2 0,1 0 5 15,0 0 1-15,-1-1-3 0,1 1 2 0,-2 0-2 0,4 1 3 16,-4-1 0-16,0 0 0 0,0 0-4 0,2 0-2 0,-2 0 0 16,2 1-1-16,0-2-1 0,-2 1-5 0,5 0 1 15,-4-1-1-15,3 0-2 0,1 1 2 0,1-4-1 16,1 4-2-16,-3-1 1 0,-1 0-2 0,4-2 0 16,-3 1-1-16,4-2-2 0,-4 2 0 0,0-1-3 15,2 0-1-15,0-2-1 0,2 2-2 0,0 0-2 16,-1-1 2-16,-1 2-1 0,1-2-1 0,-1 0 0 15,2 2 0-15,0 0-1 0,-3-1 2 0,0 0-1 16,-1 1-1-16,1 1 1 0,0-1 2 0,0 1-2 16,0 1 0-16,-1-1 0 0,-1 1 1 0,-3 0-2 0,4 0 1 15,-4-1-1-15,1 1 0 0,0-1 1 0,-1 1 1 16,0 0-1-16,3 0 1 0,-1 0 0 0,-1-1 1 16,2 0-2-16,-2 1 0 0,2 0 0 0,-3 0-1 15,0-2 1-15,1 1 0 0,0 1-1 0,0 0 1 16,-1-1-1-16,2 1 0 0,-2-1 1 0,1 1-1 15,2-1 0-15,-2 0 0 0,-1 1-3 0,2-1-2 16,-1 1-1-16,0 0-6 0,-1-1-14 0,1 1-9 16,-1 0-12-16,0 1-18 0,-1 0-15 0,1-1-27 0,-1 0 66 15,1 0-48-15,-1 2-5 0</inkml:trace>
  <inkml:trace contextRef="#ctx0" brushRef="#br0" timeOffset="-196921.01">13741 12567 31 0,'0'-2'30'0,"0"1"-12"15,-1 1-9-15,1-2 4 0,0 2-1 0,0-1 4 16,0-2-1-16,1 2 4 0,-1 1 1 0,2-1 9 15,-1 1 3-15,2-1 4 0,-3 0 3 0,0-1 2 16,0 1 2-16,0 0-1 0,1 0 1 0,-1-1-6 16,-1 1-5-16,1 0-3 0,0 0-6 0,0 1-8 15,0-1-2-15,1 1-3 0,-1-1 0 0,0 1-3 16,1 0 4-16,-1-1 2 0,0 1 4 0,0-1 2 0,0 1 2 16,0 0 2-16,2 0 0 0,-2 0 2 0,1 1-2 15,2-1-1-15,-2 3-1 0,-1-1 1 0,0 1 1 16,-1-2-2-16,1 0 1 0,-1 0 2 0,-2 2-1 15,2-3 0-15,-1 1 2 0,2-1 1 0,0 0 0 16,-1 1-1-16,1 0-1 0,0 0 3 0,0 1 1 16,0-1-2-16,0 0 1 0,0 1-3 0,0-1-3 15,0 0-1-15,0 1-1 0,0-1-3 0,0 1-1 16,-2-1-1-16,0 0-2 0,2 1 0 0,0-1 0 16,-2 0 0-16,2 2 0 0,0 0 0 0,0 0-3 15,0-2-1-15,0 4 2 0,0-2-2 0,0 1 1 0,4 0 1 16,-2 1 2-16,-2-1-3 0,3 1 3 0,-3-1 2 0,4 1-1 15,-3 1-1-15,1-1 0 0,-2 1-1 0,4 0-2 16,-4 0 0-16,2 2-2 0,2-2 0 0,-1 1 0 16,0 0 1-16,0 1 0 0,1 0 0 0,-4-2 1 15,3 1-1-15,-3-1 1 0,1 3 0 0,0-3-1 16,-1 1 1-16,2 1 0 0,0 1-1 0,0-1 3 16,0 0 2-16,0 0 0 0,-1-1 1 0,1 3 1 15,-2-3-1-15,3-1 1 0,-1-1-1 0,-2 1 0 16,0 2-1-16,0-3-1 0,5 2 0 0,-5-1 0 15,0-1-4-15,0 2-1 0,-1-1 0 0,2-1-2 16,1 1 0-16,1-2-2 0,-4 0 0 0,3 2-3 16,0-1 1-16,-2-1-1 0,1 2 1 0,1-2-1 15,-1-1 1-15,1 3-1 0,1-1 0 0,-2 0 1 16,2 0 0-16,-2-1 0 0,1 0 1 0,-2 1 0 16,0 0-1-16,0-1-1 0,1 0 0 0,-1 0-6 15,0 0-7-15,0 1-11 0,-1 0-11 0,0-2-12 0,1 1-18 16,1 0-58-16,-3-2-33 0,1 1-40 0,0-1 126 15,-2 0-96-15,0 0-63 0</inkml:trace>
  <inkml:trace contextRef="#ctx0" brushRef="#br0" timeOffset="-195837.69">13577 12670 495 0,'-3'3'232'0,"3"-3"-141"16,-3 0-57-16,2 1 30 0,1-1-22 0,0 3-16 0,0-1 3 15,2-2 1-15,0 1 2 0,-2 1-2 16,3-2-2-16,-1 0 9 0,1 0 0 0,-1 0-1 16,1 0 2-16,-1-2 3 0,2 0 10 0,0-2-1 15,-2 1 4-15,1 1-12 0,2-2 0 0,-2 0-2 16,1 2-4-16,3-4-5 0,-2 1-11 0,1 1-4 15,-1-2-4-15,2-1-2 0,0 1-2 0,-1-1-4 0,1 0-1 16,-2 1 0-16,2 1 0 0,-1-2 1 0,0 2-2 16,0 1 1-16,1-3-1 0,-2 4 3 0,2-2 0 15,-2 4 1-15,1-3 1 0,-1 2-2 0,0 1 1 16,2 1-2-16,0 0 2 0,-1-3-3 0,0 3 0 16,2-1-1-16,0 1 0 0,-2-1 1 0,1 0-3 0,1-1 4 15,0 1-2-15,1 0-1 0,-2 0 0 0,2 0 1 16,-1-1 0-16,5 1-2 0,-3 0 3 0,0 0-2 15,-2 1 0-15,3 0 3 0,1 0-1 0,-1 0 1 0,-1 1-2 16,1-1 1-16,0 0 1 0,-1 0-2 16,1 0 1-16,-5 2-1 0,1-2 1 0,2 3 0 0,-3-3 0 15,1 3 1-15,-2-1-2 0,0 2 3 0,1 1 1 16,-1-2-2-16,-2 3-1 0,0-3 0 0,0 1 0 16,-1 4 2-16,-1-4 0 0,1 2 0 0,-1-1-1 15,0 1 3-15,-1 1 1 0,0-2-2 0,0 2 2 16,0-2-3-16,0-1-1 0,-4 3 2 0,4-1-1 15,-2-1-2-15,-2 0 0 0,2 2 0 0,-2-1 0 16,-1 1-2-16,-1 1 2 0,4-2-1 0,-2 1-1 0,0 0 2 16,-2 1-3-16,-1 0 2 0,4-2-2 0,-3 2 1 15,2-1 0-15,-2 0-1 0,1 0 1 0,-2-2-1 16,2 2 0-16,1 0 1 0,-1 0 2 0,-1-3-1 16,1 2 0-16,-3-3 1 0,2 3-3 0,2-2 2 15,-3-1 0-15,4-2-2 0,-3 3 2 0,2 0-2 16,0-2 2-16,4 0-1 0,-2-2 2 0,0 2-2 15,0-2 2-15,0 0 0 0,-2 0-1 0,4 0 1 16,-2-2-1-16,0-1 1 0,0 2-1 0,-2 0 0 0,3 1-2 16,-1 0 1-16,2 1-1 0,0-1 0 0,0 0 0 15,0 2 0-15,0-1 0 0,2-1 0 0,-2 0 0 16,3 0 0-16,-6-1 1 0,3 1 0 0,-2-1 0 16,4-1 0-16,-2 2-1 0,-1-2 1 0,0 2 0 15,6 0-1-15,-3 1 1 0,1-1 0 0,-2 0 1 16,1 2-1-16,2-2 3 0,-2 0-3 0,-2-1 1 0,0-1 1 15,0 2-1-15,3 2-1 0,-2-2 0 0,1 2 1 16,1 1-2-16,1 1 0 0,0 0 1 0,2 2-1 16,-1-2 0-16,0 0 0 0,2 2 0 0,-3-1-1 15,0-1 1-15,1 1 1 0,1 2-1 0,-2-1 0 16,1 0 3-16,-4-3 1 0,4 0 1 0,1 1 2 0,-2 2 1 16,0-3 1-16,2 0 2 0,-4 1-1 0,1-2 0 15,2 3-2-15,-2-2 1 0,-1 1 0 0,3-1-2 16,-4 1 1-16,1-2-1 0,0 0 0 0,0 0 0 15,-1 1 0-15,1-2-2 0,-1 1 1 0,0-2-3 16,0 2 1-16,-1-2-1 0,0 0-1 0,3 0-1 16,-1 1 0-16,-1-1 1 0,-1-1-2 0,0 0-3 15,1 1-9-15,1-1-10 0,-1 2-12 0,-1-1-33 16,0-3-19-16,1 3-26 0,1 1-29 0,-1 0-116 16,0-1 178-16,1 0-114 0,3-1-48 0</inkml:trace>
  <inkml:trace contextRef="#ctx0" brushRef="#br0" timeOffset="-194920.57">14135 12814 458 0,'-2'0'269'0,"1"0"-134"15,-1-2-89-15,0 2 70 0,0 0-82 0,2 0-6 16,0-1-14-16,0 0-5 0,0 2-4 0,0-1 5 15,0 0 2-15,3-1 3 0,-2 1 5 0,0 0 4 0,0 0 9 16,0 0 3-16,-1-1 4 0,0-1-3 0,2 2 4 16,-2 0-4-16,0 1-2 0,1 0-4 0,0-1-6 15,-1 1-4-15,1 1-1 0,-1 4-3 0,3-5-2 16,-1 0-3-16,-1 1 0 0,0 0-1 0,2 1-1 16,0-2 1-16,-2 0-1 0,0-1 3 0,0 0-2 15,1 0 5-15,1 1 0 0,-1-1 0 0,1 0 0 16,-1 0 0-16,2 0-1 0,0-2-2 0,-1 2-1 15,1-1-1-15,-1 0-3 0,2 1 1 0,0-5-1 16,-1 3-2-16,0 0-2 0,1 1 1 0,-1-1 0 16,1-3-2-16,-3 0 1 0,2-1 1 0,1 3-2 15,-2-4 0-15,0 2 1 0,1-2-2 0,-1 2 1 16,2-1-1-16,2 4 1 0,-6-6-3 0,3 3 2 16,-2 0 1-16,2 0-2 0,-3 0 4 0,1-1-3 0,-2 3 2 15,0-3-2-15,0 2 0 0,-2 1 0 16,0-1-2-16,-3 0 1 0,3 1-2 0,-1 0 1 0,-1 1-4 0,-1 1 0 15,3 0 1-15,-3 0-1 0,2 1 0 0,-1 0 0 16,-1 0-1-16,1-1 0 0,-3 1-1 0,3-1 3 16,-1 1-2-16,-2 0-2 0,1 0 1 0,1 0-1 15,0 0 1-15,-1 1 1 0,1-1 2 0,-1 1-2 16,1 0 1-16,-1-1 2 0,0 1 1 0,1-1-1 16,1 1 2-16,-2 2-2 0,3-2-1 0,0 3 2 15,-1-1-1-15,2 0 1 0,1 1-1 0,-1 0 2 16,1 0-2-16,-1 1 2 0,1-2-1 0,0 3 0 0,-1-3 2 15,1 3-1-15,1-1 2 0,0-1-1 0,-1 2 3 16,0-2-1-16,1 2 3 0,0-2 1 0,1 3 0 16,-1-3 1-16,2 3-1 0,-2-3 1 0,3 3 1 15,0-2-2-15,-1 1 0 0,-1-1-1 0,2 1 0 0,0-2 2 16,1 2-2-16,-1 4 2 0,1-5-3 0,0 0 4 16,-1 2 0-16,2-4-2 0,-2 1 3 0,0 2-2 15,2-4 1-15,-1-1 0 0,0 2 2 0,1 1-3 16,-1-1 1-16,-2 0 0 0,3-2 0 0,-1 2-1 15,-1-2 0-15,0 0-1 0,1 0 0 0,-2-1 1 16,3 0-1-16,1 0 0 0,-3 0-2 0,4-2 1 16,-2-2-2-16,0 2 0 0,1-3 0 0,2 4-3 15,0-3 1-15,-3-2-1 0,4 3-1 0,-4-1 0 0,3 1-1 16,2 0-6-16,-2-1-6 0,-4-2-1 0,3 3-7 16,-2-1-3-16,-2 1-12 0,2-1-7 0,-1-1-5 15,-3 2-4-15,1 1-19 0,4 1 5 0,-2 0-27 16,-4-3-15-16,6 2 1 0,-6 2-82 0,3-1 126 15,-3-2-75-15,3-1-37 0</inkml:trace>
  <inkml:trace contextRef="#ctx0" brushRef="#br0" timeOffset="-194287.94">14442 12368 371 0,'-2'-2'212'0,"-1"2"-130"0,1-1 33 0,0 0-82 15,1 2-4-15,0 1 1 0,2 0 5 0,-2-2 14 16,1 1 4-16,2-1 6 0,-2 1 3 0,2 0-6 0,-2 1 2 0,0 1 8 15,0-1-1-15,1 0-13 0,-1 0-3 0,1-1-7 16,-1 4-1-16,0-3-3 0,0-1-7 0,0 0-8 16,0 1-4-16,2 3 1 0,-2-2-3 0,-3 2 2 15,3 1-4-15,0-1 1 0,0 2 0 0,3 2-1 16,-3-3 1-16,0 4 2 0,1-1 2 0,0 1 0 16,-1-2 1-16,0 2 1 0,-2 1 1 0,2-1 0 15,-2 1-2-15,2 0-2 0,0 0 0 0,0-1-1 16,0 3-3-16,0-1-4 0,0 1 0 0,0 1-2 15,2 1 1-15,-2-2-2 0,0 2-2 0,1-2 1 16,-1-1-1-16,0-2 1 0,1 2-2 0,0 0 2 16,0-1-2-16,0-1-1 0,-1 0-1 0,1 0 1 0,1 0 0 15,2-2-1-15,-2 1 0 0,0-1 0 0,1-2-1 0,0 0 1 16,-1 0 0-16,1-1-2 0,2-1 1 0,-5-1 0 16,1 1-2-16,2 1-3 0,0-2-3 0,-2-1-14 15,2 0-6-15,-1-2-7 0,0 0-9 0,1 0-25 16,-2-1-14-16,2-2-14 0,-1 1-17 0,1 1-53 15,-1 1-33-15,0-1 124 0,1 0-91 0,-1-1-45 16</inkml:trace>
  <inkml:trace contextRef="#ctx0" brushRef="#br0" timeOffset="-193853.07">14285 12666 520 0,'1'-1'253'0,"-2"-3"-124"0,1 2-68 16,1 1 20-16,-1-2-19 0,3 1-9 0,0 2-1 15,-2-2 1-15,3 1-2 0,-2 0-21 0,0-1 3 0,-2 1 16 16,2 0 2-16,-2 0-7 0,1 1-2 0,0 0 2 0,0 0 6 15,1 2-3-15,-1-1-1 0,5 1-9 0,-6 0 1 16,3 1-4-16,3-1-1 0,-3 0-6 0,3 0-9 16,-1 0 0-16,-2 2-3 0,1-2 0 0,3 0-5 15,-2 1-1-15,2 1 1 0,2-1 0 0,-2 0 1 16,2-1-1-16,0 3 1 0,-1-3 1 0,0 0 1 16,0 0-1-16,-1-1 1 0,-1 1 0 0,1-2-3 15,0 1-2-15,2-1-1 0,-3 0 2 0,2 0-4 16,-1 0-1-16,2-1-1 0,0 1 0 0,-4-2-1 15,2 0 1-15,-2 2-1 0,1 0-2 0,-2 0 0 16,2-1 1-16,-2-2-1 0,2 3 0 0,-2 0 0 16,2 0 0-16,-1-2-2 0,-1 2 2 0,1-3-18 15,0 3-10-15,0 0-9 0,-1-1-12 0,-2 0-6 16,1 0-57-16,-1 1-27 0,2 0-42 0,-3-1 123 16,1 1-79-16,0-1-25 0</inkml:trace>
  <inkml:trace contextRef="#ctx0" brushRef="#br0" timeOffset="-192925.63">14627 12621 565 0,'0'-2'267'0,"0"1"-163"0,0-1-75 16,0 1 24-16,-1 0-28 0,1 0-6 0,0 0-13 15,1 0 0-15,-1 1 3 0,2 0 4 0,0 0 9 16,-1 1 5-16,-1-1 5 0,0 2 2 0,0 0 5 16,-1 1 3-16,1 0 7 0,0-1 0 0,-3 0-4 15,3 3-4-15,0-3-3 0,0 0 1 0,-1 2-5 0,1 1-2 16,-2-2-10-16,1 1-1 0,1 1-3 15,-3 1 0-15,0 1 0 0,2-2-3 0,0 2 2 0,-1 0 2 16,0-4 0-16,2 5 1 0,-2-3 0 0,1-1 1 16,-2 1-3-16,2-1 1 0,0 1-3 0,0 0-3 15,1 2-1-15,1-4-1 0,-1 0-3 0,1 3-3 16,-1-3 1-16,3 1-3 0,-2 0 0 0,0-1 0 16,2 1-3-16,-2-2 1 0,1 3-1 0,2-1 1 15,0 1 1-15,-3-2 1 0,2 1-1 0,0 0-2 0,-1-2 2 16,1 1-1-16,0-1 0 0,1 0 0 0,-2 2-1 0,1-3 0 15,1 0-1-15,1 0 2 0,-2 0 0 16,3 1 0-16,-2 0 2 0,-1 1-2 0,1-3 1 0,1 0 1 16,-2 0-1-16,2-3 0 0,0 3 0 0,-2-3 1 15,2 1-2-15,0 1 2 0,3-2 0 0,-4-1-2 16,1 2 1-16,-1-3 0 0,0 1 0 0,2-2-2 16,-4-1 0-16,0 0-1 0,0-1 0 0,1 2 0 15,1-1-1-15,-2-2 0 0,-1 0 1 0,3 3 0 16,-1-2 1-16,-2 2-1 0,2 1 0 0,-2-2 1 15,2 3 1-15,-3 0-1 0,2-1 1 0,-2 1 0 16,2 0-1-16,-2-1 1 0,0 1 0 0,0 1 0 16,0-1-1-16,1 2 0 0,-2 0-1 0,1 0 0 15,0 1-1-15,3 1 0 0,-3 0-2 0,0 0 0 16,1 0 1-16,-1 0 0 0,0 1 2 0,3 1-1 16,-3 0 1-16,0 0 0 0,1 0 1 0,-1 2 2 15,2 0-1-15,-2 2 1 0,0-2 2 0,0-1 0 16,-1 3 1-16,1-2 0 0,0 3 2 0,1-2-2 15,-1 2 1-15,0-2 0 0,0 1-2 0,0 0 0 16,0 1-1-16,0-3 1 0,-2 1-1 0,2 0-1 16,-4-2 0-16,5 3-1 0,-1-2 1 0,4 1 0 0,-1 1 0 15,-1-2-2-15,3 2 1 0,-1-1 0 0,0 0 0 16,-3-2 0-16,3 1 0 0,-3 0-3 0,-1-1-3 16,4 0-5-16,-4 0-4 0,0-1-18 0,0 0-5 15,0 0-12-15,1 0-11 0,1 2-35 0,0-1-20 16,-1 0-19-16,2-1 5 0,-2 0-52 0,6-2-37 0,-3 2 132 15,1 0-89-15,-1-3 3 0</inkml:trace>
  <inkml:trace contextRef="#ctx0" brushRef="#br0" timeOffset="-192026.11">14998 12592 833 0,'-3'1'346'16,"1"1"-246"-16,2 0-82 0,-3 1-27 0,3 0-4 15,0 1-6-15,0 0 2 0,1-1 0 0,-1 1-6 16,0 1 10-16,2 0 6 0,-4 0 8 0,2 0-1 16,0 0 1-16,0 1 22 0,-2-2 7 0,2 1 14 0,0-1-7 15,0 2 1-15,0-3-1 0,0 2 20 0,1-2-14 16,2 1-23-16,-2 2-4 0,0-2-7 0,1 0-1 15,1 2-2-15,-2-4 0 0,0 2-15 0,0 0 14 16,-1 0 5-16,2-2 2 0,-1 1 2 0,-1-1 1 16,0 0 3-16,1 2 2 0,-1-3-3 0,2 0 3 15,-2 2-5-15,0-3-2 0,0 3-3 0,1-2 0 16,-1 0-4-16,0-1 1 0,0 1 1 0,0-1-3 16,0 2 2-16,0 0 1 0,0-2 0 0,-1 0 0 15,1 0 1-15,-1 0-4 0,0 0 3 0,1-2-3 16,-1 0-1-16,1 1 1 0,-1 0-1 0,1-1-1 15,-2 0-1-15,1-1 1 0,1 2-2 0,-2-1 1 16,0 0 0-16,1 1-1 0,-1-1-1 0,1 0 2 0,0-1 0 16,-1 0-1-16,0 0-1 0,0-1 0 0,1 2 2 0,-1-2-1 15,1 0-1-15,0-1 1 0,-1 2 0 0,2-2 0 16,-2 2 0-16,-1-1 0 0,2 2 0 0,-1-2 0 16,1 1-1-16,0 1 0 0,1-1 0 0,-3-1 0 15,2 2 0-15,1-1 0 0,-3-3-2 0,3 4 1 16,-1-2 1-16,0 2 0 0,0-2 0 0,0 3-2 15,-1-1 2-15,2 1-1 0,0 0 2 0,0-1-1 16,0 1 0-16,0-1 0 0,0 0-1 0,0 1 1 16,0-1 0-16,0 1 0 0,0 0 0 0,0 0 0 15,0 0 0-15,2 0 0 0,-2 1 0 0,0-2 0 16,0 1 1-16,-2 1 0 0,2-1-1 0,0 0 0 16,0-1 0-16,-1 1 1 0,1-1 1 0,0 1-2 0,0-1 1 15,1 1-1-15,-1-1 1 0,2 1 0 0,-2 1 0 16,2-2 1-16,-2 0-1 0,0-2 2 0,0 3 0 15,0-1 0-15,0 2 2 0,0-2-2 0,0-1 0 16,1 2-1-16,-1-1 1 0,1 0-2 0,0-1-1 16,-1 0 2-16,3 1-2 0,-3-3 2 0,0 2 1 15,1-2 1-15,1 3 1 0,-1-1 0 0,0 0 2 16,1 1 0-16,-1 0 1 0,1 0 0 0,-1 0 0 16,0 0-1-16,0 0 1 0,-1-2 0 0,2 3-1 0,0 0-2 15,-1-2 1-15,3 2 0 0,-2 0 0 0,0 0-2 16,1 0 0-16,1-1 1 0,-1 1-2 0,0-1 1 0,0 1-2 15,1 0 3-15,-1-1-2 0,0 1 0 0,1 1 0 16,-2 0 0-16,2 0 0 0,-1 0 0 0,1 0-1 16,0 1 1-16,-1-1 0 0,1 0-1 0,-2 0 0 15,3 0-1-15,0 0-1 0,-2 1 0 0,2-1 1 16,-1 0-1-16,1 2 0 0,0 0 0 0,-3-1 0 16,0 0 1-16,1 1 1 0,-1-1-2 0,-1 0-1 15,2 1-7-15,-3-2-1 0,1 1-7 0,1 0-2 16,-2 0-17-16,1 0-6 0,1 1-11 0,-1-2-6 15,-1 2-31-15,0 0-17 0,0-1-19 0,1 1-27 16,-1-1 97-16,2 0-67 0,-2-1-15 0</inkml:trace>
  <inkml:trace contextRef="#ctx0" brushRef="#br0" timeOffset="-191146.8">15205 12524 887 0,'0'-1'314'0,"0"0"-218"0,0 1-69 15,1 0-16-15,-1 0-3 0,0-1-2 0,2 1 3 0,0 0 10 16,-2 0 3-16,0-1 5 0,2 1 3 0,-2 0 3 0,0 1 9 16,0 1 0-16,0-2 2 0,0 3-9 0,0 0 0 15,0-1-1-15,0-1-4 0,3 6-4 0,-1-4-8 16,-2 1 2-16,3 1-3 0,-3 2-2 0,2-1 1 15,0 2-2-15,-2-2-2 0,0 0 2 0,0 0-1 16,2 4 1-16,0-3 1 0,1-2 1 0,-1 2-1 16,0-1 1-16,-1 1-1 0,0-1-1 0,2-1 1 15,-2-1-4-15,2 2 0 0,-2-2-2 0,1 0 0 16,0 1-2-16,0-2 2 0,-1-1 1 0,2 1-1 16,-1 0 0-16,-3-2-3 0,1 0 3 0,1 1-4 15,1-2 0-15,1 1 0 0,1-1-3 0,-4 1 3 16,1-1-2-16,3 0 2 0,-4 0-3 0,0-1 2 15,0 0-1-15,0 0 1 0,0-1 0 0,0 0-2 16,1-1 2-16,1 1-1 0,-2-1 1 0,1 0-1 16,-2-1 0-16,-1 2-2 0,2-1 1 0,1 0 0 0,-2-2-2 15,2 3 1-15,0-5-1 0,-1 2 0 0,3-1-2 16,-3 0 2-16,3-1 0 0,-3 0 0 0,0-2 0 16,4 2 0-16,-2 2-1 0,1-4-1 0,1 3 2 15,-3-2 0-15,2 1-1 0,1 2 1 0,-2-2 0 16,0 3-2-16,1-3 1 0,-1 2 1 0,4-1 0 15,-3 3 0-15,2-1 0 0,-1-2-2 0,3 3 1 16,-2 0 1-16,-1-2-2 0,1 3 0 0,0-1 2 16,3 2-2-16,-6 0 1 0,1-2 1 0,2 3 0 15,-1-2 0-15,2 1 0 0,-1 1 0 0,1 0-1 16,-4-1 1-16,2 0 0 0,3 1-1 0,-2 0 1 16,1 3 2-16,-2-1 0 0,0 1-2 0,1 0 2 15,0 1-1-15,0 0 2 0,-2-1-1 0,-1 1-1 0,3 0 0 16,-2 0-1-16,0 1 3 0,0 0-1 0,1-1 2 0,-1 2-1 15,-1-1-1-15,1-1 3 0,-1 4-1 0,0-4 3 16,-1 1-3-16,1 0 2 0,0 0-2 0,-1 0 0 16,0 2 3-16,0-3-2 0,2-1 0 0,0 3-2 15,-3-1 2-15,1 0-1 0,0-1 0 0,0-1-1 16,1 0 0-16,0 1-1 0,-2-2 2 0,0 1-1 16,0 0-3-16,0-1 3 0,2 0 0 0,-2 1-1 15,0-3-1-15,0 3 0 0,0-1 0 0,1-2-1 16,-1 1-4-16,0-1-5 0,0 0-5 0,0 0 1 15,0 0-25-15,2 0-11 0,-2 0-14 0,1-1-51 16,-1 0-30-16,1-3-45 0,0 2-59 0,1-2 150 16,1-1-105-16,0-1-33 0</inkml:trace>
  <inkml:trace contextRef="#ctx0" brushRef="#br0" timeOffset="-190163.54">15875 12449 787 0,'-5'-2'297'0,"5"2"-220"15,-2 1-61-15,0-2 3 0,0 0-9 0,0 1-11 16,2 0 1-16,0 0-1 0,1 0 2 0,-4-1 7 15,2 1 5-15,1 3 6 0,-1-2 3 0,-3 0 13 16,0 1 2-16,-1-1 4 0,1 1 1 0,3 1 2 16,-3-2-3-16,3 1-4 0,-5-1-2 0,5 2-10 15,1 0-3-15,-2-2-2 0,2 0-3 0,-4 1-4 0,3-1 0 16,1 2 0-16,-2 1 0 0,-1-2 1 0,3 2 0 0,0-1 2 16,-4 1 3-16,4 0-6 0,-6-3 3 0,5 2-1 15,1 1 1-15,-2-2-3 0,0 1-1 0,0-1-2 16,2 3-1-16,0-2 2 0,-2-1-2 0,1 2-1 15,1 0 0-15,0 0 2 0,-3 0 0 0,3 0-2 16,1-1-1-16,2 2 1 0,-2-1 1 0,0 0-2 16,-1 0 0-16,2 0-2 0,0-1-1 0,3 1 3 15,-1-2-2-15,-4-1-2 0,0 0 0 0,1 2 2 0,0 1-3 16,5-1 2-16,-5 1 1 0,2-3-1 0,-2 3-1 16,5-1 2-16,0-2 0 0,0-1 0 0,0 1 2 15,-3-1-2-15,6-2-1 0,-2 2 2 0,0 0-1 16,0 0-1-16,2 1 0 0,-3-1-2 0,4-1 2 15,-1-1 0-15,-1 2 0 0,-2-2 1 0,3-2-2 0,-4 1 4 16,3 1-2-16,-2-2 2 0,-1 1-1 0,1 0 1 16,-1-1 1-16,-2-1-1 0,2 1 3 0,-1-1-3 15,0 0 1-15,-1 1 1 0,-1-1-1 0,1 0-2 16,-2 0 1-16,-1 0-1 0,1-1 0 0,-1 1 1 16,0-2 0-16,-2 2-2 0,1-2 0 0,-1 1 0 15,-2-1-1-15,1 1 1 0,0-1-2 0,-3 2-1 16,2-1-2-16,0 1 2 0,-2 0-2 0,1 1 0 15,-1-1-1-15,1 3-2 0,-2-2 1 0,2 2 1 0,-1-1-2 16,0 2 0-16,-1-1 0 0,1 1 1 0,0 0 0 16,2 1 0-16,-3 0-1 0,2 0-2 0,-1 0 2 15,3 2-2-15,-3-2 0 0,2 2-2 0,0-1-4 16,-1 2 0-16,-1-3-4 0,2 3 2 0,-1-2-7 16,3 0 0-16,-3 1-10 0,1 1-3 0,0-2-6 15,-1 1-6-15,4 0-17 0,1 1-14 0,-1 1-8 16,-2-1-14-16,3-1-46 0,0 2-29 0,0-1-27 15,0 0 119-15,2 0-103 0,0 0-40 0</inkml:trace>
  <inkml:trace contextRef="#ctx0" brushRef="#br0" timeOffset="-189229.98">16059 12455 698 0,'0'-3'293'0,"0"2"-190"0,0 1-68 15,0 0 16-15,0 1-8 0,0-1-12 0,3 0 4 16,-1 1 0-16,0 3 2 0,-1-3 3 0,1 1 3 16,-1 0-1-16,0-1-2 0,3 2 1 0,-3 1-2 15,2-2 0-15,-2 0-2 0,1 1 0 0,1 1-8 0,-3 0-1 16,2-1 2-16,-2 1-4 0,0-1-4 0,0 1-2 16,2 1-3-16,-2 0-5 0,1 0 0 0,0 0-2 0,-1-1-2 15,0 1-1-15,1 0 2 0,-1-2-1 0,0 4 1 16,0-3 1-16,0 2 0 0,1-1 0 0,0 0 1 15,-1 2 2-15,0 0-1 0,2-2 0 0,-2 0 3 16,1 0-4-16,-1 1 1 0,0-1-1 0,1 0-2 16,-1-2-1-16,1 1-1 0,2 1-1 0,-2 0-1 15,1-2 0-15,1 0-1 0,-1 0 0 0,0-2 1 16,-1 0-2-16,0 0 0 0,1-1 1 0,1 0-1 16,-1 0 2-16,-1-1-1 0,-1-1-1 0,2 2 1 15,1-2-2-15,-2-2 3 0,0 1-2 0,1 0-1 16,-1-3 0-16,2 2 1 0,-2 0-2 0,2-2 0 15,-2 0 2-15,1-1-2 0,-2 4 0 0,1-5 0 16,-1 4 0-16,1-2-1 0,-1 3 1 0,0-3-1 16,0 2-2-16,0 0 1 0,0-2 1 0,-1 2 0 15,1 1-1-15,-1-2 0 0,-1 0 0 0,2 1-1 0,-1 1 1 16,1 0-2-16,3-1-1 0,-2 1 2 0,-1 0-1 16,1 1-1-16,0-1 0 0,1 0 2 0,0 0-3 15,-1 1 3-15,0 0 2 0,2 1-1 0,1-2-2 16,-1 2 1-16,4 0 1 0,-2 0 0 0,-3 1 2 15,4-1-2-15,-3 1-1 0,0-3 1 0,1 3 1 16,-2-1 1-16,2 0-1 0,-3-1-1 0,3 1 0 16,-1 1 1-16,1 0 0 0,1 0 0 0,-1 0 0 15,1 0 0-15,-3 0 1 0,2 1 1 0,2-1-1 16,-2 2 0-16,0-1 2 0,0 0 1 0,-2 0-2 16,4 1 2-16,-1 0-3 0,-1-1 1 0,-1 2 1 0,4-2-2 0,-6 1 1 15,1 0-1-15,-1-2 1 0,0 1-1 0,5 2 0 16,-3 1 2-16,1-1-1 0,-3-1 1 0,3 0-1 15,-1 3 0-15,1-2 1 0,-4-1 1 0,1 1 1 16,-1 1 0-16,1-3 1 0,-1 2 0 0,0-1 0 16,0 0 1-16,2 2 0 0,-1-2 0 0,0 0-1 15,1 1 2-15,-2 1-2 0,0 0 0 0,0-1-1 16,1 3 1-16,-1-3-2 0,-1 2-1 0,1-1-1 16,-2-1 0-16,1 2 0 0,1-2-1 0,0 0 1 15,1-1-2-15,-1 3 2 0,1-2-1 0,-1-2 0 16,0 3-1-16,1-2 0 0,-1 1 0 0,0 0 0 15,0 0 0-15,0 0-1 0,0 0 1 0,-1 1 0 0,2 1-1 16,-1-1-1-16,1 2-2 0,-1-3 1 0,0 1-7 0,0 1-11 16,1 0-9-16,3 1-10 0,-4-2-10 0,0-1-42 15,3 0-24-15,1 1-35 0,-1-1-43 0,0 0 127 16,-3-1-91-16,3 0-24 0</inkml:trace>
  <inkml:trace contextRef="#ctx0" brushRef="#br0" timeOffset="-181459.72">12894 13652 275 0,'0'1'138'16,"0"-1"-77"-16,-2 2-33 0,4 0 29 0,-4 0-23 16,2-1 4-16,0 1 5 0,2 0 4 0,-2-1 11 0,0 2 0 15,0-2 0-15,-2-1 1 0,1 1 1 0,1 0-1 16,-4-1 2-16,-1-1-1 0,5 1-5 16,-2-1 0-16,2 1-2 0,0 0-6 0,2 0-9 15,-2 0-3-15,0-1-7 0,1 1-5 0,-1 0-5 0,0 0-4 16,-1 0-2-16,1-2-1 0,-2 1-2 0,2 1 1 15,0 0 0-15,2 0 1 0,-2 0-1 0,1 0 1 16,0 0 2-16,1 0-3 0,-1 0 0 0,-1 0 0 16,0 0-2-16,0 0 1 0,0-1-1 0,0 1-4 15,-1 0-1-15,1-1 1 0,0-1 1 0,-2 1-1 16,2-1-2-16,0 2 0 0,-1-4 2 0,1 2 0 16,0-2 3-16,1 2-2 0,0-1 1 0,-1 1-2 0,0-1 3 15,-1 0-2-15,1-2 0 0,0 3-1 0,0-1-1 0,-1-3 1 16,1 1 2-16,2 2-1 0,-1-3-1 0,5 2 0 15,-6-3-1-15,5 3 1 0,-4-4-1 0,3 3 0 16,-1-2-3-16,-1-2 3 0,3 5-2 0,-4-4-1 16,1 1 3-16,1 1-3 0,0 0 3 0,1-1-2 15,-1-1 3-15,0 1 0 0,2-1-1 0,-1 1 3 16,0 0 2-16,3-1 1 0,-2 3 1 0,0-3 0 16,0 1 3-16,0 0 1 0,-2-1 1 0,-1 0 0 15,2 1-1-15,-2-1-1 0,-1 2 0 0,0-2-1 16,2 2-2-16,0 3-3 0,-2-2 3 0,5 1-1 15,-5 0-4-15,3 1 1 0,-1-1-1 0,-1-1 1 16,-2-2-2-16,2 2 1 0,0 0-2 0,1 0 2 0,-3 0 0 16,4-1-2-16,-1 2 0 0,-2-1 0 0,1 2 0 15,0-1-2-15,1 1-1 0,-2 2-1 0,-1-1 0 16,2 1 0-16,-2-2 1 0,1 3 0 0,1 1-1 16,-2-1 1-16,0 0 0 0,1 0-2 0,2 0 2 15,-2 1 0-15,0 2-3 0,0-3 2 0,2 4 0 16,-1-2-1-16,-2-2 1 0,2 1 1 0,1 1-2 15,-2-1 1-15,3-1 1 0,-2 3-1 0,1-2 1 0,-1 2-1 16,1 0 1-16,-2 0 0 0,2-1-1 0,-2 2 1 16,-1 0-1-16,3 0 0 0,0 3 0 0,-1 0 0 15,0-1 1-15,2 1 0 0,-2 0 0 0,2 1 0 16,-2 0 0-16,1-2 0 0,1 1 2 0,-3-1 0 16,1 2-1-16,0 0 1 0,1-1 0 0,-1 0-2 0,1 1 2 15,0-2 1-15,1 2-2 0,-1-3 1 0,-1 2 0 16,0-2 0-16,0 1 1 0,1-2 0 0,-2 4 0 15,1-4 0-15,-1 1-2 0,0-1 2 0,1 0 0 16,-1 1 0-16,1-1 1 0,-1 0-1 0,0-3-1 16,1 2 2-16,-2-1-1 0,1-2-2 0,-1 1 3 15,0 0-1-15,0-1 0 0,0 0 0 0,1-1 1 0,-1 0-2 16,1 1 3-16,-1 0 0 0,0 0 1 0,2-2-1 16,1 2 1-16,-3 1-1 0,0-1 0 0,2-1 0 0,-2-1-2 15,0 1 1-15,0-2-2 0,2 3 1 0,-1-4-3 16,0 2 1-16,0 1 2 0,-1-3-2 0,1 2 2 15,0-1-3-15,1 0 1 0,-2-1-1 0,0 0 3 16,0-1-2-16,0-1-1 0,1 2 2 0,-1-1-2 16,0 0 1-16,1-1 1 0,1 1-1 0,-2-1-1 15,0 0 1-15,0-2 0 0,0 1-1 0,0 0 3 16,0 3-3-16,0-5 1 0,0 1 0 0,0 1 0 16,0 1-1-16,0 1 2 0,1-1-2 0,0 0-1 15,0-2-1-15,-1 3 1 0,0-1 1 0,2 0 0 16,-1-1 0-16,1 0-1 0,-2 1 1 0,2-2-1 15,0 1 2-15,-2 1 0 0,2 1-1 0,-2-1 0 16,2 0-1-16,-1 2 1 0,2 0-1 0,-2-1 1 16,0 1 0-16,2 1-1 0,-2-3-1 0,1 2 2 15,-1-2 0-15,2 4 0 0,-2-2 2 0,1 0-2 0,-2 4 0 16,1-2 0-16,0 2-1 0,1 0 1 0,-1-1-1 16,1-1-2-16,0 3 1 0,-1-2 0 0,1 1 0 15,0 0 0-15,0 0 1 0,1 0 1 0,-2 1-1 0,2 1 1 16,-2-2-1-16,0 1 1 0,0 0-1 0,1 3 1 15,0-4-1-15,1 1-2 0,-3 0 3 0,3 3-1 16,0 2-1-16,1-4 1 0,-1 3 1 0,0 1-1 16,2 3 0-16,-3-1 0 0,4 0 1 0,1 0 0 15,-4 2 2-15,2-1-1 0,-1 0 1 0,1 1-2 0,-1-1 3 16,-1 1 1-16,0-2-3 0,5 3 2 0,-6-2-1 16,1 1 1-16,3-1-2 0,-4-2 2 0,2 2-1 15,2-1 1-15,-5-2 1 0,0 3-1 0,0-2 0 16,0 0 1-16,4 2-1 0,-4-3 1 0,-1 0-1 15,2 1 1-15,0-1-1 0,0-2 1 0,2 1-2 16,-3-3 1-16,-2 2 0 0,4-2 1 0,-3 2-1 16,0-2 0-16,3-2-2 0,-3 3 1 0,1-1-2 15,2-1 0-15,-3-1-2 0,-2 2-6 0,2-2-16 16,-1 0-13-16,2 0-12 0,-1 0-14 0,0 0-49 16,5-1-29-16,-1 0-34 0,2 0-47 0,-2-3 142 15,2 1-99-15,-1 1-24 0</inkml:trace>
  <inkml:trace contextRef="#ctx0" brushRef="#br0" timeOffset="-180743.99">13482 13476 606 0,'-2'0'198'0,"2"0"-153"0,0 1-39 15,0 1 1-15,-1-1-7 0,1 1 0 0,3 1 0 16,-2 0 9-16,1-1 6 0,0 1 9 0,0 0 6 16,-2-1 18-16,2 0 10 0,0 2-1 0,-1 0 6 15,-1-2 5-15,2 2-6 0,3 2-4 0,-5-2-5 16,2 0-16-16,0 1-7 0,-2-1-3 0,2 2-6 15,-1-2-11-15,-1-1 0 0,-1 3-4 0,2-3-1 16,1 4 1-16,-2-3 1 0,3 0 2 0,-3 0 0 16,0-1 2-16,2-1 1 0,0 0 4 0,-1 1 0 15,-1-3 1-15,0 0 1 0,0 0 3 0,0 0 0 16,0 0-1-16,-1 0-2 0,1 0-2 0,-2-2 2 0,2 1-5 16,-1 0 0-16,1 0-5 0,0-1 1 0,0-1-4 0,0 1 2 15,-1-1 0-15,-2 1-4 0,3 0 1 16,0 0-1-16,-2-3 1 0,0 3-2 0,2-1 0 15,-1-1-1-15,1 0-1 0,0-1 0 0,-3-1 1 16,3 2-1-16,-1 2 0 0,-1-4 0 0,1 2 0 16,0 1 0-16,1-1 0 0,0 2-2 0,-1-1 0 15,1 1 1-15,0-1-1 0,0 1 0 0,0 0 2 16,1-1-1-16,0 1 1 0,-1-1 0 0,0 1 0 0,1 0 0 16,-1-1 0-16,3-1-1 0,-2 3-2 0,1-2 3 15,1 2-3-15,1-1 0 0,-1 1 0 0,-1-3 2 16,3 3-1-16,-3 0 2 0,2-1 0 0,-2 0-1 15,-1-3 2-15,4 2 0 0,-4 1 2 16,0 1 0-16,-1 0 0 0,5-2 1 0,1-2 2 0,-1 0 0 0,-1 1 1 16,-1 1 0-16,3 1-1 0,-1-1 0 0,-3 0 2 15,1 1-3-15,1 1 1 0,-1 0-1 0,0 1 0 16,1 0 0-16,-1-1 0 0,0 1-2 0,0 0 0 16,0 1 0-16,0 0 0 0,-2 0-2 0,2 0 0 15,-2-1-1-15,1 1 0 0,1-1 0 0,-1 3 2 16,0-1-2-16,0-2 0 0,-1 2 2 0,1-2-2 15,1 0 0-15,-1 2-1 0,-2-2-2 0,0 2-2 0,2-2-12 16,-1 0-6-16,0 0-9 0,0 0-9 0,-1 1-14 0,1-1-41 16,2 0-22-16,-3 0-30 0,4 2-29 0,-4-1 110 15,2-1-85-15,-1 2-20 0</inkml:trace>
  <inkml:trace contextRef="#ctx0" brushRef="#br0" timeOffset="-179326.79">13807 13192 764 0,'0'-1'289'0,"-1"1"-210"0,1-1-65 16,-3-2 11-16,3 3-23 0,3 0-1 0,0 1-1 0,0-1-1 15,1 0 0-15,-2 0 2 0,0 1-1 0,-1-2 2 16,2 0 1-16,-3 0 0 0,-2 0 2 0,1 0 11 16,1-1 3-16,0 2 3 0,1 0 3 0,-2 0 3 15,1 2-2-15,3-1 1 0,-3-1-2 0,0 0-7 16,0 0-5-16,-2 1-2 0,2 0-2 0,0 0-2 16,-3-1 1-16,3 1 0 0,2 2 2 0,2 0-3 15,-4-2 3-15,3 1-3 0,-3-2 3 0,-2 4-4 16,6-1 1-16,-4 1-1 0,0-1 0 0,-2 1-1 15,2 1 1-15,4 0-2 0,-4 1 0 0,1-1 3 16,-1 0 1-16,3 2-1 0,-3 0 2 0,1-1 0 0,-1 2-1 16,-2 0 1-16,3-1 1 0,-1 3-1 15,0-2 2-15,-1 2-1 0,-2-4 1 0,3 3 1 16,-1 0 2-16,1 3 0 0,-1-2-3 0,1 0 1 16,0 1-1-16,0-3-3 0,1 3 2 0,-1-1-4 15,0-2 0-15,1-2-1 0,-1 3 1 0,0-2 3 16,0-2 1-16,-2 1 1 0,2-1-1 0,0 1 1 0,3-2 1 15,-3 0 2-15,4 1-2 0,-3-2-3 0,2 1 0 0,1 1-1 16,-4-2 0-16,2 0-1 0,-2 1-1 0,0-2-2 16,-2 1 0-16,2-1 0 0,0 0-2 0,2 1 0 15,-1-1 0-15,-1 0 1 0,3 1 0 0,-3 1-3 16,1-3 2-16,0 2 1 0,-1-1-2 0,1 1 1 16,0 0-1-16,-1-1 0 0,0-1-1 0,3 1 2 15,-3 1-2-15,1 0 0 0,-1-1 2 0,0-2-1 16,-1 2 1-16,-1 1-1 0,0-2 1 0,1-1 0 15,1 1 0-15,-2 1 1 0,2-2-1 0,0 1 0 16,0-1 0-16,0 0 1 0,0 0-3 0,0 0 1 16,1 0 2-16,-1 0-1 0,0 0 0 0,1 1 1 0,-1-2-2 15,1 1 1-15,1 0 1 0,1 0 0 0,-3 0-1 0,0-1 1 16,0-1-1-16,1-1 2 0,-2 1-3 0,1-1 1 16,0-1 1-16,1 2-2 0,-1-1-1 0,0 0 0 15,0 0 0-15,1 1 0 0,-1-1 0 0,3 0 0 16,-2-2-1-16,-2 1 1 0,2 0 0 0,2-1 0 15,-3 1 0-15,2-1 1 0,2 1-1 0,-4 0 0 16,1-1 0-16,6 2-1 0,-6 0 0 0,2-2 0 16,0 0 0-16,2 0-1 0,-2 1 2 0,2 0-2 15,0-1 1-15,-2 0 1 0,3-1-1 0,-1 3 2 16,-1 0-1-16,1-2 0 0,1 2-1 0,1-1 1 16,-3-1-1-16,2 2 1 0,0 0-2 0,1-2 0 0,-1 1 2 15,0 1-1-15,1 1-2 0,-2-1 3 0,0 3-1 16,1 0-1-16,-3 0 2 0,2 0 0 0,-1 0 0 15,-2 0-1-15,0 0 0 0,-1 3 1 0,-1-2 0 16,2 0 0-16,-1 1 0 0,0 0 1 0,-1 1 1 16,0-3 0-16,-1 4 2 0,1-4 0 0,-1 0-1 15,-2 1-1-15,1-1 0 0,0 0-1 0,0 1 0 16,2 0 2-16,-2-1-3 0,1 1 0 0,-1-1 0 16,1 0 1-16,0 1-1 0,0-1 2 0,0 1-1 0,1-1-1 15,-1 0 2-15,1 1-1 0,0-1 0 0,0 0-1 0,-2 0 1 16,0-1 0-16,0 0-1 0,1 1 1 0,0 0-2 15,-2 0-1-15,1 0 0 0,0 2-1 0,-1 0 0 16,0-1-1-16,1 0 1 0,-2 3-2 0,-2-3 1 16,4 2 0-16,-4 1 1 0,1-1 0 0,-1 0 0 15,0 1 0-15,-2-1 0 0,3 1 2 0,-1 0 1 16,-1 0 0-16,1-1-1 0,2 0 1 0,2 1 0 16,-3 0 0-16,2-2 1 0,0-2 0 0,0 1 0 15,2 1-1-15,-1-2 2 0,0 1-2 0,0-1 0 16,1 0 2-16,2 0-2 0,-1 1 0 0,0-1 0 15,0 1-1-15,0 0 1 0,0-1 2 0,2 0-1 16,1 0 1-16,-2 1 1 0,3-1 0 0,-1 0 0 0,0 0 1 16,2 0-1-16,0 1 1 0,-2-1-2 0,-2 1-1 15,3-1 2-15,-2 2-2 0,3-1 2 0,-1 3-1 16,1-3 0-16,-2 2 0 0,3 0 1 0,-1 0 0 16,0 0-1-16,2 1 2 0,-3 1-2 0,0-1 0 15,2-1 2-15,-1 3 1 0,1-2 1 0,-1 1-3 16,0-2 2-16,1-1-1 0,1 1 1 0,-4 1-1 15,3-1-2-15,1-2-1 0,-2 2 1 0,0-1 0 16,-1 2 0-16,2-3 1 0,-3 0-2 0,1 0 3 0,-1 0-2 0,0 1-1 16,0-2 1-16,0 0 1 0,1 0-1 0,-1 0-2 15,-2 0 1-15,1 1-2 0,-1-1 1 0,2 0-6 16,-2 0-5-16,0-1-12 0,-1 0-8 0,1 0-8 16,-1 1-13-16,0-3-40 0,0 2-31 0,2-1-35 15,-2-1-56-15,0 1 143 0,0-1-101 0,0 1-31 16</inkml:trace>
  <inkml:trace contextRef="#ctx0" brushRef="#br0" timeOffset="-178809.44">14184 13147 430 0,'0'3'290'0,"0"-1"-122"0,0-2-107 0,0 0 65 16,-1 1-53-16,-1 0-9 0,2 2-20 0,-2-2 0 15,2 0 0-15,0 1 8 0,0 1 1 0,0-1-1 16,2 0-7-16,-1 3-3 0,0-1 5 0,0 3-1 16,-1 0-2-16,0-3-7 0,3 4 2 0,-1 0-1 15,-1 1-3-15,-1-3-1 0,1 2-3 0,-1-1-5 16,2 0 2-16,0 4-6 0,0-2-6 0,0 2-2 16,-1-2-1-16,3-1-2 0,-2 2-4 0,-1-1 2 15,2 1-5-15,0-4 4 0,0 1-1 0,1 0 2 16,-2 2-2-16,1 0 2 0,0-2-1 0,-1 0-1 15,-2 1 1-15,3 1-2 0,-2-3 1 0,-1 2-3 0,2-1 1 16,-1-1-1-16,2 1-1 0,1-2 0 0,-2 2-1 0,1 0 0 16,1-3-1-16,-1 0 1 0,0-1 0 0,0 2-1 15,-1-1 1-15,0-1-1 0,0 0 0 0,-1-1-2 16,1 1-9-16,2 0-5 0,-1 0-9 0,-2-1-4 16,1 0-5-16,0 0-28 0,4 1-12 0,-5 0-11 15,0-1-42-15,2-1-24 0,-2 1-30 0,2-1-40 16,-2 1 127-16,-1-1-85 0,-2 4-22 0</inkml:trace>
  <inkml:trace contextRef="#ctx0" brushRef="#br0" timeOffset="-178445.89">14133 13395 824 0,'-2'-1'310'0,"1"1"-235"0,0-1-61 0,1-1 7 15,0 0-2-15,2 0 5 0,-1 1 9 0,3-2 2 16,-2 1 21-16,1-2 5 0,0 3 5 0,1 0-4 0,-1 1-1 0,-1 0 2 16,1 0-8-16,1-1-1 0,-1 1-18 0,0 0-3 15,2 1-5-15,0-1-4 0,2 0-4 0,-2 0-6 16,0 0-2-16,1 0-2 0,2 0-2 0,1 2-2 15,-1-1-1-15,2 1 1 0,-1-2-3 0,0-2 1 16,1 2 0-16,-1 2 3 0,-1-4-2 0,2 0 1 16,-1 1-2-16,-4 1-1 0,2 0 2 0,1 0-1 15,-2 0-1-15,-2-1-2 0,0 1 0 0,2 0 1 16,-3 1-2-16,3-1-6 0,-4 0-7 0,-2-1-8 16,5 1-9-16,0 0-30 0,-3-1-16 0,3 1-19 15,-3 0-24-15,1-1-23 0,3 2-39 0,-3 0 108 16,2-1-74-16,0 1 0 0</inkml:trace>
  <inkml:trace contextRef="#ctx0" brushRef="#br0" timeOffset="-177915.84">14835 13174 466 0,'-3'1'339'0,"3"-1"-140"0,-2-3-133 0,2 3 89 0,0 0-100 16,0 1-13-16,0-1-25 0,2 3 0 0,0-3 0 0,0 3 10 16,-1-1 4-16,3 3 6 0,-4-4-1 0,2 3 3 15,-2 0 1-15,0 3 0 0,1 1 0 0,-1 0-11 16,1 0 3-16,-1 1-3 0,3 2-4 0,0-1-2 0,-1 0-1 15,0 0-1-15,-1-1-1 0,0 2-1 16,0 0-5-16,-1-2-2 0,0 3-1 0,2 0 2 16,1 0-2-16,0 1 1 0,1-3 0 0,-3 0 1 15,4 1 1-15,-2-4 1 0,1-2-2 0,-1-1-2 0,0 1-2 16,-1-2-2-16,-2 0-3 0,4 2-2 0,-2-3-1 16,-1 2-2-16,2 0-1 0,-1 0-3 15,-2-1-5-15,2 1-3 0,3 0-6 0,-5-2-17 0,3 0-10 16,0-1-9-16,-1 2-13 0,0-3-13 0,0 1-53 15,-2-1-34-15,3 0-43 0,0-1 142 0,0-2-121 16,-1 1-51-16</inkml:trace>
  <inkml:trace contextRef="#ctx0" brushRef="#br0" timeOffset="-176976.94">14636 13218 928 0,'-5'-6'326'16,"-1"2"-261"-16,2-1-64 0,3 3-8 0,-1-1-1 16,1-2 0-16,1 1 2 0,0 1 4 0,3-1 5 15,-2 0 11-15,-1-1 21 0,3 2 4 0,-2 0 5 16,1 2 6-16,-1-3 6 0,0 1-1 0,1 2-4 15,0 0-3-15,-1-2-14 0,2 2-5 0,0-1-5 16,0 0-4-16,1 0-10 0,-2 0-1 0,4 2-3 0,-1-1 1 16,-1 0-3-16,2 1-1 0,1 0 2 0,0-1 0 15,4 1 2-15,0 0 0 0,-1 0 3 0,0 0-1 16,3 0 0-16,0 0 1 0,-1 1 0 0,0-1 0 16,0 2-1-16,0-1 1 0,-1 2 0 0,1-2 1 15,-1 0 2-15,1 0-2 0,0-1 0 0,0 2 0 16,-2-2 0-16,2 1-2 0,1 0 0 0,-2 0-3 15,-1 1 0-15,0 1 2 0,-2-2-2 0,0 1-1 16,1 1-1-16,-3-1 0 0,-2 3 0 0,2-2-1 16,-1 0-1-16,0 3-2 0,1-1 1 0,-4 0 2 15,3-1 0-15,-4-1-2 0,1 5 2 0,-2-2 0 16,0 0 0-16,0 1 0 0,0-2 1 0,0 3-2 16,0-1 1-16,-1 2-1 0,0-3 1 0,1 0-1 15,-1 1-1-15,-2-1 2 0,1 1-2 0,1 2 1 16,-2-3 1-16,-2-1 0 0,3 1-1 0,-2 0 0 15,1-1 1-15,-2 1-1 0,1-1 0 0,0-3 1 0,0 2-3 0,-1-1 1 16,0-1 2-16,2 0-2 0,-3-1 1 0,2 2 0 16,0-1-2-16,0-1 0 0,0-1 0 0,1 2 1 15,-1 0-1-15,-1-2 0 0,-2 0-1 0,5 0 1 16,1 1 0-16,-3-1 0 0,3 0 0 0,-4 0 1 16,1-2-1-16,4 1 0 0,-4 0 0 0,5 1 0 15,-5 0 0-15,2-1 0 0,2 1 0 0,1-2-2 16,3 2 2-16,-2 0 0 0,0-1 0 0,-1-1 0 15,1 1 0-15,-2 0 1 0,1 1 0 0,4 0 2 16,-4-2-2-16,-1 1 3 0,0-1-2 0,4 2 3 16,-2-1-2-16,5 0-1 0,-7-2 0 0,1 1-1 15,2 2 1-15,3 1-2 0,-6-2 2 0,2 0-2 0,-1 1 1 16,3 1-1-16,1 0 1 0,-1 3 1 0,1-3-2 16,0 2 0-16,-1 0 0 0,1 1 1 0,2-1-1 15,-1 2 1-15,-1 0 0 0,0-3-1 0,1 4 1 16,1-1 0-16,-4-1 3 0,3 3-1 0,-2-1 1 15,0-3 1-15,2 3-1 0,-2 1 0 0,2-2 0 16,0 2 0-16,1-2-1 0,-2 3-2 0,0-3 1 16,2 2 0-16,-1-1-1 0,-3 1 1 0,3-1 1 15,-2 0 1-15,3-2 1 0,-2 1 1 0,-1-1 0 16,2 1 1-16,-1-1-1 0,2-1 3 0,-3 1-3 16,1-1 1-16,-2 0-1 0,1-2-1 0,1 1 0 15,-2 0 1-15,-1-1 0 0,3-1-2 0,-4 1-1 16,2-1 1-16,-2 0-1 0,1 0 1 0,-1 0-1 15,1 0-3-15,-2 0-1 0,1 0-2 0,0 0-8 16,0-1-7-16,-1-2-7 0,0 2-5 0,0-1-26 0,-1 0-10 16,1-1-12-16,-2-2-9 0,0 2-7 0,1 0-13 0,0-3-31 15,-1 2-17-15,1-1-1 0,1 1-18 0,0 1-15 16,-2 0 107-16,2-1-78 0,0 1 4 0</inkml:trace>
  <inkml:trace contextRef="#ctx0" brushRef="#br0" timeOffset="-174643.41">15238 13400 205 0,'1'-2'103'0,"1"2"-58"0,1-1-27 0,-3 1 18 16,1-1-4-16,-1-2-3 0,0 1 5 0,3 2 8 0,-3-5 5 15,-1 3 6-15,-1-1 0 0,2 0 6 16,0 3-1-16,4-1 0 0,-4-2-3 0,-1 1-11 16,1 0-5-16,0 1-5 0,0-2-4 0,0 0-9 0,-1 2-7 0,-1-3-2 15,4 4-4-15,-2-3-2 0,2 1-2 0,-2 0 1 16,1 0-1-16,-1 0 2 0,1 0 1 0,0-1-2 15,-1-2 3-15,0 2 0 0,3-2 3 0,-3 1 1 16,2 1 1-16,-2-3-2 0,2 2 3 0,-1-2-2 16,0 2 2-16,-1 1-1 0,2-1 3 0,-1 1-1 15,-1 0 5-15,3-1 0 0,0 3 2 0,-3-1 3 16,0 1 3-16,1-2-1 0,1 1 0 0,-2 2 0 16,-1-3 0-16,-1 2-2 0,2 1-2 0,0-1-2 15,1 1-5-15,-2 1-2 0,1 0-1 0,1-1-2 16,-1 0-3-16,3 1 0 0,-3 1-1 0,3 1 0 15,-3-2 1-15,0 0-1 0,0 0 0 0,-2 3 1 16,2 0-1-16,0-1 1 0,0 1-1 0,-1 1 3 0,1 0 0 16,0 2 3-16,0 1 0 0,-2-3 0 0,2 4 1 15,2-2 1-15,-2 0 2 0,1 1-2 0,-2-2 1 16,2 0-2-16,3 1 0 0,-1 1 0 0,-3-1 2 16,2 0-3-16,-2 1 0 0,2-1 0 0,-1 0-2 15,-1 0-1-15,0-1 3 0,-1 1 1 0,1-2-4 16,0 1 1-16,1-2-2 0,-2 3 2 0,1-3 0 15,0 2 1-15,1-1-3 0,2 1-1 0,0-1 1 16,-1 2 1-16,0-2-1 0,1 1-2 0,-1-1-1 16,-1-1-1-16,-1 1 0 0,2-1-1 0,-1 2 0 15,1-3-2-15,-1 0 1 0,2-2-1 0,-3 4 1 16,0-4 0-16,4-1 1 0,-4 0-2 0,-2 0-1 16,2 0 2-16,0 1-2 0,0-1 1 0,2 0-1 15,-2 1-1-15,1-1-5 0,0 0-8 0,0 0-5 16,0-3-8-16,-1 1-6 0,3-2-27 0,-2 1-13 0,1 0-12 15,-2-3-17-15,3 2-38 0,-1-2-23 16,6 2-31-16,-7-2-43 0,3 1 152 0,1 1-100 16,-5-2-20-16</inkml:trace>
  <inkml:trace contextRef="#ctx0" brushRef="#br0" timeOffset="-173776.69">15502 13255 626 0,'0'-5'248'0,"-1"1"-185"16,2 1-52-16,0-2-6 0,1 2-10 16,-1-1-8-16,1-2-2 0,0 4 0 0,2-1 2 15,-2 1 1-15,-1-1 3 0,2 1 13 0,-1 1 7 0,-2 1 5 16,0 0 4-16,0-1 4 0,-1-1 8 0,0 1 3 15,-1 1 0-15,0-1 1 0,0-1-4 0,0 2-1 16,2 0-2-16,-3 0 1 0,-1 2-5 0,2-1 1 16,-2 2 0-16,3-1 1 0,-3 0 3 0,0 1 0 15,-1 0 2-15,1 0 1 0,-1 1-1 0,-1 0-5 16,2 0 0-16,-3-1-6 0,1 3-2 0,4 0-2 16,-3 0 0-16,2-3-8 0,-3 3 0 0,5 1-1 15,-2-2-1-15,0-1-1 0,0 2-1 0,0-2 0 16,0 0-2-16,2 1 3 0,-2-2 1 0,-1-2 1 15,1 5-1-15,2-3 3 0,0 0 1 0,1 0 0 16,0 0 1-16,0 1-3 0,0 0 0 0,1-1-2 16,-1 0 2-16,2-1-4 0,-2 2-2 0,0-2 2 15,2 1-2-15,-2-3 0 0,0 1-2 0,1 1 2 0,2-1 2 16,-2 0-2-16,1-1 2 0,-1 0 0 0,1 0-1 16,2 2 2-16,-2-2 1 0,-1 0 0 0,2 2-1 15,3-2 1-15,-2 1 0 0,-1 1-1 0,-1-2-1 16,0 0 0-16,-1 1-2 0,5 0 0 0,0 0-2 15,-1 0 0-15,1-1 0 0,0 2-1 0,0 0 2 16,-1-2 1-16,-2 1 4 0,2 0-1 0,1 0 4 16,1 1-1-16,-3-1 1 0,1 0 1 0,-1 1 1 15,0 2 0-15,0-4-2 0,0 2 1 0,-1 1-2 16,1-2 2-16,0 3-2 0,-1-3 1 0,1 0 0 16,0 2-1-16,-2 0 0 0,0-1-2 0,1 1 2 15,-1-1-1-15,-2 1 1 0,2 0-2 0,-2 1-1 16,0 0 2-16,0-1-1 0,0 3 0 0,-2-2 1 15,1 2-1-15,-3-4-1 0,2 3 2 0,0 1 0 16,1-2-2-16,-3 2-1 0,-1-2 0 0,1-1-1 16,0 4-1-16,1-1 1 0,-2-1-3 0,-1-1 1 0,1 2 0 0,-3-2 1 15,2 2 0-15,-1-3-2 0,0 0 1 0,2 2-1 16,-2 0 2-16,1-2-3 0,-1 2 2 0,4-1-1 16,-1-1-1-16,-1 3 0 0,1-2 0 0,1-3-1 15,-1 3 1-15,2-2-9 0,1-1-6 0,-2 0-5 16,0-1 2-16,2 0-21 0,0 0-9 0,0 0-13 15,1-2-33-15,-1 0-8 0,1-2-18 0,0 2-25 16,2-2 79-16,0-1-53 0,1 0-11 0</inkml:trace>
  <inkml:trace contextRef="#ctx0" brushRef="#br0" timeOffset="-172526.2">15609 13068 370 0,'0'-3'199'0,"-1"1"-108"0,-1 1-57 15,2 1 32-15,-1-1-28 0,-1-1-13 0,2 0 4 0,3 2 5 16,-3-3 2-16,1 2 2 0,0 0 6 0,1-1 13 15,0 1 3-15,-1 1-2 0,0 0-1 0,-1-1-2 0,2 1 4 16,-2-1-4-16,0 0-5 0,0 1-12 0,0 0-4 16,0-1-3-16,1 1-1 0,-1-2-4 0,1 2-7 15,-1 2 0-15,1-2 2 0,-1 0-1 0,1 0 1 16,-1 2 1-16,1-1-3 0,2 1 4 0,-3-2-1 16,1 2 1-16,0 0-2 0,-1 2 0 0,3 0 0 15,-2-1-1-15,0 2-2 0,-1-1 0 0,2 2-3 16,0 1-2-16,-1 0-1 0,0-1 1 0,1 1-3 15,-1 1-2-15,2 0-2 0,-2 1-1 0,2 1 1 0,-1-1-2 16,1 2 1-16,-2 0-2 0,2-2-1 0,-1 0 2 16,-1 2 0-16,2 0 1 0,-3 0-2 0,2-2 2 15,-1 1-2-15,1 1 3 0,0 0 0 0,-1 0-1 16,1-1 2-16,-2 0-2 0,2 2 2 0,-2 0-1 16,0-2-2-16,0-2 2 0,0 1 0 0,0-1 1 15,0-1-1-15,0 2 1 0,1-4 1 0,-1 1 3 16,1 0 1-16,0 2-3 0,-1-4 1 0,0 1-3 15,0-2 1-15,1 3-1 0,-1-3-2 0,0 1-1 16,0-1-1-16,1 1 0 0,-1-2 2 0,0 1-1 16,0-3 1-16,-1 1 0 0,2-1 2 0,-1 0 1 15,2 0-1-15,-4-1 2 0,2 1-2 0,0 0 1 16,0-3-3-16,0 0 2 0,2 2-3 0,-2-4-1 16,-2 0 0-16,2 0 0 0,2 0-3 0,0 0 2 15,0 1-2-15,0-1 0 0,-2-2 0 0,2 3 0 16,0 0-1-16,2 0-2 0,-4 0 2 0,4 0 1 0,-4-1 0 15,2 2-1-15,1-3-1 0,-1 1 0 0,0-2 2 16,2 2 0-16,-2-2-1 0,4 0-1 0,-2-1 1 16,1 1 1-16,-2 1 1 0,0-4-1 0,3 4 1 15,-2-1-1-15,1-2 0 0,0 2 0 0,2 2-1 0,-1-2 0 16,2 2 0-16,2 0 0 0,-4 0 0 0,1-1 1 16,0 3-1-16,-1-1 1 0,-2-1 0 0,1 2-1 15,-1 2 0-15,-2 0 0 0,6 0-1 0,-6 1 0 16,0-1 1-16,0 1-1 0,2 0-1 0,-4 1 2 15,3 1-2-15,-3-1 0 0,0 2 2 0,-1 0-1 16,1 0 1-16,-2 1-1 0,1 2 1 0,-2-3 0 16,1 1 1-16,-2 0 0 0,1 0 0 0,-2 1 1 15,2 1-1-15,0-2 0 0,-1 2 0 0,1 0-1 16,1 1 1-16,-4-2-1 0,-1 1 1 0,5-2 0 16,-4 2 0-16,1 2 0 0,-2-4 1 0,2 0 0 15,0 3-1-15,2-2 0 0,-4 0 1 0,3-1-1 16,2 0 0-16,-3 1 1 0,1-2-1 0,0 0 0 15,1 1 0-15,1-2 0 0,1 0 0 0,-3 0 0 16,3-2-1-16,-1 0 1 0,3 1 0 0,-2-1 0 0,-2-1 0 16,2 1-1-16,1 2 1 0,0-1-1 0,0 2 1 15,0-1 0-15,-1 0 1 0,2-1-2 0,1 2 2 16,1-2-1-16,-2 2 0 0,0-1 1 0,3 0 0 16,-4-1 0-16,2 1-1 0,1-1 0 0,-3 2 2 15,1-2-2-15,2-1 2 0,-3 2-1 0,2-1 1 16,-2 1 1-16,5-1-1 0,-3 3-1 0,-1-2 0 0,5 1-1 15,-2-1 0-15,0 0 1 0,2 1-1 0,-3-1 0 16,-1 1 0-16,5-1 0 0,-3-1 1 0,0-1 0 16,2 6 1-16,-3-4-2 0,4-1 0 0,-2 0 0 15,-2 0 1-15,1 1-1 0,-1 0 0 0,0 2-1 16,-1-4 1-16,1 0-1 0,1 1 1 0,-1 1 0 0,3 0-4 16,-3 0-4-16,0 0-1 0,2-2-1 0,-3 2-5 15,0-1-8-15,-1 0-5 0,2-1-5 0,0 1-2 0,-2 1-12 16,2-2-2-16,-3 1-9 0,2-1-4 0,0 3-16 15,-2-2-9-15,2 1-14 0,-2-2-19 0,-3 0-86 16,2 0 143-16,1 1-88 0,0 0-41 0</inkml:trace>
  <inkml:trace contextRef="#ctx0" brushRef="#br0" timeOffset="-172093.2">15370 13035 1259 0,'-8'-5'424'0,"4"5"-314"15,-2-2-85-15,2 1 3 0,3-1-11 0,-2 1-12 16,3 0-1-16,0 0 2 0,-1-1-1 0,1 0-1 15,0-1 1-15,0 2 2 0,0 1-1 0,3-1 0 16,-2 1 3-16,1 0-4 0,-2 0-1 0,0 0 0 0,2 2-4 16,-2-2-2-16,0 2 0 0,1-1-6 0,1 1-26 15,2 0-11-15,-2 0-21 0,0 0-21 0,2 1-81 16,1-1-47-16,1 2 140 0,-1-2-112 0,1 3-59 16</inkml:trace>
  <inkml:trace contextRef="#ctx0" brushRef="#br0" timeOffset="-171143.04">16207 13177 663 0,'-1'2'298'0,"1"-1"-178"16,-2-1-89-16,2 0 66 0,-2 0-89 15,4 0-13-15,1 2-1 0,-1 1 1 0,-1-2-1 0,1 0 10 16,-2 2 7-16,-3 0 8 0,6 3 7 0,-6-2 16 16,3 3 5-16,0 1 4 0,0-1 6 0,4 1-2 15,-1 1 1-15,-2 0-3 0,2 0-4 0,-2 1-9 16,2-1-4-16,-2 2-3 0,2-1-3 0,-3-2-6 15,2 1-4-15,4 1 0 0,-6-2-2 0,5 2-1 16,1-3-2-16,-4 1 2 0,4 0 6 0,-2-2-1 16,-1 1 1-16,-1-3-1 0,3 5-3 0,-4-5 0 15,3 1-1-15,-3-1-2 0,3-1-7 0,-1 2 0 16,1-1-1-16,-1-2-1 0,1 0 0 0,-3 1 0 16,0-2-4-16,4 1 0 0,-3 1-1 0,2-1 1 15,-1 0-1-15,-1 2-2 0,-1-3-1 0,3 2-7 16,-3-2-2-16,0-1-6 0,-1 0-6 0,0 0-20 15,0 0-10-15,0-1-16 0,0-1-16 0,0 1-55 16,0-1-40-16,0-2-56 0,2 0 150 0,-2 1-104 0,7 1-45 0</inkml:trace>
  <inkml:trace contextRef="#ctx0" brushRef="#br0" timeOffset="-159403.89">16112 13245 94 0,'-4'-1'54'0,"0"2"-23"0,1-1-18 16,1 0 13-16,1 2-3 0,0-1-4 0,0 0 2 16,1 1 0-16,-2-4-2 0,1 2 5 0,0 0 2 0,1 0-7 15,0 0 1-15,0-1 2 0,0-1 3 0,0 2-1 16,0 1 0-16,0-2-3 0,0 1 5 0,0-1 0 15,0 1 1-15,0 1 0 0,0-1 1 0,0-2 0 16,0 2 2-16,0 0-3 0,0 0 1 0,1 0 1 16,-1-1-1-16,0 1-1 0,0-1-2 0,0 2-3 15,0-1-1-15,-2 0 1 0,2-1-1 0,0 1 0 16,0 0 2-16,0-1 2 0,1 1 1 0,-1 0 2 16,1-2 1-16,0 2 2 0,1-1 3 0,-1 0-1 15,-1 1-2-15,0 0 0 0,0-1 0 0,0 0 2 16,0-2-4-16,0 2-1 0,0 1-3 0,0 0-2 15,0-3-4-15,-1 1 0 0,1 1-5 0,-2 0-2 0,1-1-1 16,0 1 0-16,0-4 0 0,1 3 0 16,0 1 1-16,0-1-2 0,0-1 1 0,0 0 0 0,0 1 1 15,1 0-2-15,-1-1 2 0,0 0 1 0,0-3-1 16,0 4 3-16,0 0 1 0,-1-2 0 0,0 2-2 16,1-1 2-16,-1 2-2 0,1-4-3 0,0 4 2 15,0-1 0-15,0-2-5 0,0 2 0 0,0-2 0 0,0 1 0 16,0 0-3-16,0 1 4 0,0-3-4 0,0 2 0 15,0-2 0-15,0 0-1 0,0 1-1 0,1 0-1 16,0 0 1-16,0 2-2 0,-1-4 0 0,2 3 0 16,1 0-1-16,-2-1 1 0,0 1 1 0,-1-1-1 15,2 1-1-15,1 0 0 0,-2 0 2 0,2 1-1 16,-1-1 0-16,0 0-1 0,1 2 1 0,-2-1-1 16,0 0 0-16,2 0 0 0,-1 2-1 0,0-1 0 15,1 0 0-15,-2 1 1 0,2-2-1 0,-2 2 1 16,2-1 0-16,-2 0 1 0,1 0-1 0,2 0 0 15,-2 1 0-15,1 0 0 0,2-1 0 0,1 1 0 16,-3-1 0-16,4 0-1 0,-1 0 2 0,1 0 0 16,2-2-1-16,-2 1 0 0,-2 0 0 0,1 1 0 15,0 0 0-15,1-1 0 0,0 1 0 0,-3-1 0 16,3 1 0-16,-5-1 0 0,6 1 1 0,-2-1 0 16,1 0-1-16,-2-1 1 0,0 1 0 0,1 0-2 15,1 0 1-15,1 0 0 0,-6 0-1 0,3 0 1 0,0 1-1 0,-1 0 0 16,0 0 1-16,1 0 0 0,-2 1-1 0,-2 0 1 15,4-1-1-15,0 1 0 0,-2 0 1 0,2 0-1 16,-2 1 1-16,1 0-1 0,1 0 0 0,-2-1 0 16,1 2 0-16,-1 0-1 0,-2-1 2 0,2 0 0 15,-2 2 0-15,1-2 0 0,0 1 0 0,1 2-1 16,-2-2 1-16,0 0 0 0,1-1 0 0,-1 2 0 16,0 0 0-16,0-1-1 0,0-1 1 0,0 2 0 15,-1-1 0-15,3 3 1 0,-3-3-1 0,0 0 0 16,0 4 0-16,0-2 1 0,-1 1-1 0,-2 0 1 15,3 1-1-15,-2 1 1 0,2-1-1 0,0 3 2 16,-1-3-1-16,0 0 0 0,1 1 0 0,0 0 0 16,-2-1 0-16,2 1 0 0,-1-1 0 0,0 1-1 15,-2-1 0-15,1 2 1 0,0 0-1 0,1-1 0 0,-2 0 1 16,2 0 0-16,-3 1-1 0,2-1 2 0,1-1 0 16,-2 1 0-16,1-1-1 0,-3 0 1 0,3 0-1 15,0 0 1-15,-2-1-1 0,3 1 1 0,-1-2-2 16,1 2 0-16,0 0 1 0,-2-1-1 0,2-1 1 15,-2 4-1-15,0-3 0 0,-1 1 1 0,0-2 1 16,-1 0 0-16,0 1 0 0,0 0-1 0,1-3-1 16,-2 1 2-16,4-1-1 0,0 1 0 0,-1-2 0 15,2 0 0-15,-2 2 0 0,2-3 1 0,-1 1 1 16,-1-1-1-16,1 0 1 0,-2 0 0 0,0 0-1 16,0 0 0-16,1 0 1 0,0-1-2 0,3-2-1 15,0 2 2-15,-1 0-2 0,1-2-3 0,1 0-3 16,0-1-5-16,0 3-8 0,0-2-24 0,-1 0-15 15,0 0-22-15,3-2-27 0,-3 5-9 0,4-3 67 16,-3 0-58-16,5-1-9 0</inkml:trace>
  <inkml:trace contextRef="#ctx0" brushRef="#br0" timeOffset="-158108.36">16452 13198 43 0,'-2'2'45'0,"2"0"2"0,-1-1-13 0,1 1 15 15,0 0 10-15,-1-1 3 0,1 1 4 0,-1-1 1 16,1 0 5-16,0 1-3 0,-2-2-5 0,2 1-3 16,0 2-12-16,0-3-8 0,-1 1-6 0,1 0-5 15,0-1-14-15,0 1-3 0,0 0-1 0,0 0 1 16,1 0-1-16,-1 0 3 0,0-1 1 0,0 2 3 0,2 1 3 15,-1-1 3-15,-1-1 1 0,0 1 2 0,0 0 1 16,1-1-1-16,-1 3 6 0,0-2-1 0,0-1-3 16,0 1-2-16,1 2 0 0,-1 0-3 0,1 2-2 15,-1 0 0-15,1-2-8 0,-1 2-1 0,2 0-2 16,-2-1-1-16,1 1-3 0,2 0-1 0,-3-1-1 16,1 1 0-16,1 0 0 0,0 1 0 0,1-1 3 15,-1 1 0-15,-2-3 2 0,3 1 0 0,0 0-2 16,-2-2 2-16,2 2-2 0,0-3 1 0,0 1-3 15,0 2-1-15,0-1 0 0,-2-1 2 0,2-1 0 16,-1 1-3-16,0-1 3 0,1 0-2 0,-2 0-1 16,1-1 0-16,-2 0 0 0,1 2-1 0,0-1 0 0,0 0 0 0,-1-1-2 15,1 1 1-15,-1-1 3 0,1 0-2 0,-1-1-1 16,1 2 2-16,-1-2-1 0,0 1 0 0,2 0 1 16,-2 0 2-16,0-1-4 0,0 2 1 0,-2-2 0 15,2 0-2-15,-1 0 1 0,0 0 2 0,0-1-3 16,1-1 0-16,-1 1 2 0,0 0-2 0,0 1 2 15,-1-2-1-15,1 1 0 0,0 1-2 0,-1 0 1 16,1-1 0-16,0-1-1 0,0 0 1 0,0 1-1 16,0 0 2-16,-1-1-3 0,1 0 1 0,-2-1 2 15,2 1-1-15,-1 0 0 0,0-2-1 0,2 1-1 16,-1 0 1-16,-1-3-1 0,1 2 1 0,1-1-1 16,-1 0-1-16,-1 1 1 0,1-1 0 0,-1-1 0 0,1 0-1 15,0 4 2-15,-1-1 0 0,2 1-1 0,-1 0 1 16,0 2-2-16,-2-5 1 0,3 5 0 0,0-2 1 0,-1 1-1 15,1-2 0-15,0 3 0 0,-1-3 0 0,1-1 0 16,0 3 1-16,0-2-2 0,0-1 0 0,0 2 0 16,0-2 1-16,0 0-2 0,0 1 1 0,0 0 0 15,0 1-1-15,1 0 2 0,0-1-1 0,1 1 1 16,-2-1-1-16,0 0 2 0,1 0 0 0,0 0 1 16,0 0 2-16,1-2 0 0,1 2-1 0,-2-1 2 15,3-1 0-15,-1 1 0 0,-1-1 1 0,0 0-2 0,2 2-1 16,-2 1 2-16,1-3 3 0,-1 3-3 0,2 1 1 15,-2-1-1-15,1 1 1 0,-2 1 1 0,0-1 0 16,0 0 0-16,0-2-1 0,2 2 2 0,-2 1 0 16,0 0 0-16,-1 0-1 0,2-2 0 0,-1 2 2 15,1 0 0-15,0 1 0 0,0-1 0 0,-1 0 1 16,0-2 1-16,0 0 0 0,-1 3 3 0,2-2-3 16,-1-1-2-16,0 1-1 0,0-1 0 0,0 2-1 15,0-1-1-15,2 1-3 0,-2-1-1 0,1 0 0 16,-1-1-1-16,1 2 1 0,0 0-3 0,0 0 1 15,0 0-1-15,-1 0 1 0,1 0-1 0,-1 0 1 16,1 2 0-16,-1-1-1 0,0-1-1 0,1 0-7 0,0 0-11 16,0 0-7-16,-1 1-6 0,1-1-11 0,0 1-10 0,1 1-40 15,-1 0-22-15,0 1-29 0,0 0-35 0,1 1 117 16,0-1-87-16,0 0-24 0</inkml:trace>
  <inkml:trace contextRef="#ctx0" brushRef="#br0" timeOffset="-156858.29">16629 13383 298 0,'0'-5'188'0,"0"3"-88"15,0 2-68-15,0-1 43 0,0-1-45 0,0 2-5 16,0-1-11-16,0-1-1 0,0 2 5 0,0-2 0 16,0-1 4-16,0 1 0 0,2 0 0 0,-2-1 4 15,3-2-1-15,-2 2 1 0,4 0 0 0,-4-1-4 0,-1 2 3 16,3 0-1-16,-2-1 1 0,-1 1-8 0,0-1 3 16,2 3 1-16,-2 0-5 0,0-1 3 0,0 0-4 15,0 1 0-15,0 0 1 0,1-1-1 0,-1 1 2 16,2 0-1-16,-1 0 2 0,0 0 1 0,1 0 1 15,-2 1-1-15,0 0-3 0,0-1 2 0,2 1-6 16,-1-1 1-16,2 0-3 0,1 1-1 0,-1-1 0 16,1 0 1-16,2 0 0 0,-4-1 0 0,5 0 2 15,-3-1-1-15,0 2 0 0,1 0-2 0,-1-2 0 0,-1 2-3 16,1-2 0-16,0 1 0 0,-1 1-1 0,0-1 0 16,1-2 2-16,-3 2 5 0,2 0-1 0,2 0 1 15,-2 1 3-15,-1-1-2 0,2-1 2 0,-1 1-1 0,-1-2 0 16,3 2-6-16,1 0 2 0,-5-2-2 0,2 0-1 15,2 1-1-15,-1 0-2 0,-1 0-1 0,2-2 0 16,-3 1-1-16,-1-1 0 0,1 2 0 0,1 0 0 16,0 1 0-16,-2-5 0 0,1 5 0 0,-1 0 0 15,2 0 0-15,1-1-2 0,-1 1 2 0,-1-2-1 16,-2 1-1-16,3 0 2 0,-2-1 0 0,-1 2 1 16,0-1 1-16,2-2 0 0,-1 1-4 0,-2 1 3 15,1-1 1-15,0 0-2 0,-2 1 1 0,2 0-1 0,-2-2 0 16,0 0-1-16,0 3 2 0,2-2-1 0,0 1-2 15,-4-1 1-15,0-1 0 0,2-1 0 0,-1 3-2 0,1-2 1 16,-2-1 0-16,2 0 0 0,-4 2-1 0,3-1-3 16,0 0 0-16,-2 2 0 0,1-1-1 0,1 0-2 15,0 1-1-15,-2 2 0 0,4-3-1 0,-4 2 2 16,3 1-3-16,-3 0 0 0,4 0 2 0,-3 0 0 16,2 1 1-16,-2 2 0 0,-1-1 0 0,3 0 1 15,-2 0 3-15,2 2 0 0,-3 0-1 0,0 0 2 16,2 2 1-16,-1-1-1 0,0 1 2 0,1-1 0 15,-4-2-2-15,2 3 2 0,2 0 0 0,-2 0-1 16,1-2 1-16,1 1 0 0,-5-1 0 0,5 1-1 16,-1 1 1-16,0-1 0 0,0 2-1 0,0-2 0 15,1 2 1-15,-2-3-1 0,1 4-1 0,1-2 2 16,0-1 0-16,0-1 0 0,-1 2 1 0,2-1 2 16,1 1-2-16,-1-2 1 0,2 2 3 0,-1-2-5 0,1 2 1 15,1-2 2-15,1 0-1 0,-2 0-1 0,2-1 1 16,0 2 2-16,-1-1-2 0,4-1 4 0,-2 1-1 15,0 1 0-15,0-2 2 0,1 0 2 0,0 1-1 16,2 0 1-16,-3 0 2 0,0 0-1 0,0-1 0 16,5-1 2-16,-3 1-2 0,-1 2 0 0,2-4-1 15,-2 1-1-15,2 0-3 0,0 0 1 0,3-2-1 16,-8 4-1-16,6-3 1 0,0 0-4 0,-1-1 2 16,-1 1-1-16,2-1 1 0,-3 0-2 0,1 2 2 15,0-2-2-15,0 0-1 0,1 0 0 0,-1 0 0 16,2 0 1-16,-2 0-1 0,0-1 0 0,-1 1 0 15,0 0-2-15,0 0-3 0,-1 0 0 0,1 0-5 16,0 0 0-16,-1 0-3 0,-2-1-3 0,2 0-8 16,-1 1-2-16,2 0-3 0,-2-1-9 0,0 0-7 0,0 1-29 15,1-3-14-15,1 2-16 0,-4 0-19 0,1 0 75 16,1 0-58-16,-2-1-12 0</inkml:trace>
  <inkml:trace contextRef="#ctx0" brushRef="#br0" timeOffset="-149185.33">16941 13212 21 0,'0'0'13'15,"0"0"-7"-15,0-3-2 0,2 3 2 0,-2-1-3 16,0 1 1-16,1-3 2 0,-1 2 3 0,0 1 0 0,0 0 6 15,0 0 7-15,0 0 3 0,1 0 0 0,-1 0 2 0,0 0-3 16,0 1 4-16,0 1 2 0,0-2-6 16,0 2-5-16,0-2-2 0,0 0 5 0,0 0 1 15,-1 1 1-15,0-1-4 0,1 0 0 0,0 0 3 16,0 1-1-16,0 0 0 0,-2 0 0 0,2 1-4 0,0-2 2 16,0 1-1-16,0 2 3 0,0-3-4 0,0 1 1 15,0 0-2-15,0-1-1 0,0 1 1 0,0-1-3 16,0 2 1-16,0 0-1 0,0-2 1 0,0 0 1 15,0 2-3-15,0 0-2 0,0-1-1 0,0 0 2 16,0-1-5-16,0 1-2 0,0-1 0 0,0 2-2 16,0 0 4-16,2-1-2 0,-2 2 0 0,0 0-4 0,0-1 5 15,1 0-2-15,-1 1-2 0,0-1 2 0,1 2 0 0,-1-2 1 16,1 1 0-16,-1 1 1 0,1 0 0 0,-1 0 2 16,0 2 3-16,1-2-2 0,-1 0 3 0,0 0-2 15,0-1 2-15,2 2-1 0,-2-1 0 16,0 0-2-16,0 1 1 0,0-2-2 0,0 0 1 0,0 2-3 15,0-3 2-15,0 1-3 0,1 2 3 0,0-3-2 16,-1 1-1-16,0 1 0 0,0 0-2 0,0 1 1 16,0-2-1-16,0 3 1 0,0-3-2 0,0 3 1 15,0-1-1-15,0-3-2 0,2 4 3 0,-2-3-2 16,0-1 2-16,0 1-2 0,-2 0 1 0,2-1 0 16,0 1-1-16,0 2 2 0,0-3-1 0,0 1 0 15,-1 0-2-15,1 1 2 0,0-2-1 0,1 0 0 16,-1 0-1-16,0 0 0 0,0 1 0 0,0-2 1 15,0 1 0-15,0 0 0 0,2-1-2 0,-2 0 1 0,0 0 0 16,0 0 1-16,0 1-1 0,0-1 0 0,0 0 0 16,0 0 0-16,0-1 2 0,0 2 1 0,1-2-1 15,-1 1 0-15,0-1 1 0,0 1-1 0,-1-1 1 16,1 0-1-16,0 0-1 0,0-1-1 16,0 1 1-16,0 0 1 0,0-1-1 0,0 1-1 0,1-2 0 15,-1 1 0-15,1 0 2 0,-1 0-2 0,0-1 0 16,0-1 0-16,0 2 2 0,0 0-1 0,0 0 1 15,0 0 0-15,-1 0-1 0,1 0 1 0,0 1-2 16,0-3 2-16,-1 2-3 0,1-1 1 0,0 1 0 16,1-1 0-16,-1 1 0 0,0 0 0 0,-1-3 1 15,1 2-1-15,0 2 0 0,0-1 1 0,0-1 0 16,0 1-1-16,0-2 0 0,0 3 0 0,0-2 0 16,0 2 1-16,0-3-1 0,0 3-1 0,0-2-1 0,0 1 1 15,0 0 0-15,0-1 1 0,0-1-1 0,0 1 0 16,0 0 1-16,0 0 0 0,0-3 0 0,0 3 0 15,0 0 1-15,0 0-1 0,0 2-1 0,0-4 1 16,0 2-1-16,0 0 1 0,0 1 0 0,0 0-1 16,0-1 1-16,0 0 0 0,0-2 0 0,0 3-1 15,0-1 2-15,0 1-1 0,0-1 1 0,2 0 0 16,-2 1-1-16,1 1 0 0,-1-3 1 0,1 1-1 16,1-1 0-16,0 1 0 0,-2 2 1 0,0-3-2 15,1 0 2-15,-1 2-1 0,1 1 0 0,-1-1 0 16,0 0 0-16,0-1 0 0,0 0-1 0,0 0 1 15,0 2 0-15,2-3 0 0,-2 2 0 0,1-1 0 16,0 0 0-16,-1-2 0 0,0 2 2 0,0-2-2 16,0 1 2-16,0-1-1 0,1 2-1 0,-1-1 1 15,1 1-1-15,2 0 0 0,-3-1 0 0,1 0-1 16,0 0 1-16,1 0-1 0,-1 2 1 0,0-2-1 16,0 0 1-16,1-3 1 0,-1 4 0 0,1 0 1 0,-1 0-1 0,0 1 0 15,-1-4 0-15,2 3 1 0,-1 1-2 0,-1 0 0 16,1-1 2-16,0-2-2 0,0 3 0 0,-1-2 1 15,0 1 2-15,1 0-3 0,-1 1 2 0,0-2-1 16,2 3 3-16,-2 0 2 0,1-1 3 0,-1-1 0 16,0 2 0-16,0 0 3 0,1-1 0 0,-1 0 2 0,2 0-4 15,-2 0-1-15,1 0-3 0,-1-2-3 0,0 1 1 16,1 0-3-16,-1 1 0 0,1 1-1 0,0-1-1 16,0-1 1-16,0 2-1 0,2-1 1 0,-2 1-3 15,1 0 3-15,-1 0 0 0,0 0 0 0,0 0-1 16,0 0 0-16,0 0 0 0,1 0 1 0,-1 0 0 15,0 0 0-15,0 0-1 0,-1 0-1 0,3 0 2 16,-2 0-1-16,0 0 0 0,0 0 0 0,0 1 1 16,2 0-1-16,-2 0 0 0,1 0 1 0,-1 2-1 15,1-2 1-15,2 3 0 0,-2-2 0 0,-1-1-1 16,1 1 1-16,0-1 0 0,1 2 1 0,0-3-1 16,0 4 1-16,-2-2-1 0,2-1 1 0,0 2 1 15,-1 0-2-15,-1-1 1 0,1-1-1 0,-1 1 1 16,0-2 0-16,-1 1 0 0,0-1-1 0,1 1 0 15,0 0 0-15,0 0 1 0,-1 0 0 0,3 2-1 16,-2 0 1-16,1 0 0 0,-1 2-1 0,1 0 1 0,-2 1 0 16,0-1-1-16,4 0 0 0,-3 0 2 0,0 0-2 15,0-2 1-15,2 2 0 0,-1-2 2 0,-1 1-2 16,-1-2 1-16,0 4 0 0,3-2-1 0,-3 0 1 16,4 4 0-16,-4-5-1 0,2 2-1 0,1 1 1 15,2 0 1-15,-5-2-1 0,4 2 1 0,-4-1 1 16,0-3-1-16,2 1 1 0,-2 0 1 0,0-1 1 15,0 1 0-15,0-2 1 0,0 1-1 0,-1-2-1 0,0 1 2 16,0 3-1-16,0-3-1 0,1 0 0 0,0-1 0 0,0 1 0 16,2 0-2-16,-1 0 1 0,1-1 0 0,-3 0 1 15,1 0 0-15,-1 0-1 0,0 0 1 0,2 0-2 16,-1-1 3-16,-1 1 0 0,1 0-1 0,1 0 0 16,0 0-1-16,-1 0-1 0,4 0 1 0,-7 0 0 15,3-1-2-15,0 1 0 0,0 0 0 0,0-1 1 16,0 0-2-16,0 0 2 0,-3-2-2 0,3 2 0 15,-1 1-1-15,0-2 1 0,1 1 0 0,-2 0 0 16,1 0 0-16,1 0-1 0,1 0 3 0,-1-1-1 16,0 1 0-16,0 0-1 0,-1-1 1 0,1 1 1 15,0 0-2-15,-1 0 0 0,-2 0 0 0,3 0 0 16,0-3 1-16,-1 1 0 0,1 1 0 0,-1 1-1 0,1-1 0 16,0-2 1-16,0 0-1 0,0 1 0 0,0 0-1 15,0 2 1-15,0 0-1 0,0-2 0 0,-1 1 1 16,1 1 0-16,0-3 0 0,-1 2 0 0,0-1 0 15,1 0-1-15,0 3 2 0,0-3-1 0,-2-1 1 16,1 3-1-16,1 0 2 0,1 0-2 0,-1 1 0 16,0-4 0-16,2 2 0 0,-2 1 0 0,0-1-1 15,0 0 1-15,0-1-2 0,0 1 2 0,0-1 1 0,-3 1-1 16,2-1-1-16,-1-1 0 0,2 3 1 0,0 0 0 16,2-1 0-16,-2 0 0 0,1 0-1 0,0 2 1 15,-1 0 0-15,2-1-1 0,-1-1 0 0,0 2 0 16,0-3 1-16,2 2 0 0,-3 1 0 0,4-4 0 0,0 2-2 15,-3-2 1-15,-1 0 1 0,1-1-2 0,3 3 2 16,-3-1 0-16,1-1-2 0,0-1 2 0,-2 0 0 16,2 3 0-16,2-2 0 0,-2-1 0 0,0 0 0 15,0 1 0-15,0 1 1 0,3 1-1 0,-1-1 0 16,-2 0-1-16,0 1 0 0,1 0 0 0,0 0-1 16,-1 2 2-16,0-3 0 0,1 2-2 0,-2-1 2 15,3 2 1-15,-1 0 0 0,2 0-2 0,-2 1 1 0,-1-2 0 16,-1 1-1-16,-1 0 1 0,1-1 0 0,3-1-2 0,-5 1 2 15,1 0 0-15,-4-1 0 0,4 2-1 0,1-1 1 16,3 1 1-16,-2 1-2 0,-2 2 2 0,2-3-1 16,2 2 0-16,0-1 1 0,-3 1-1 0,-1-1 0 15,0 0 1-15,-2 2 1 0,0-1-2 0,2 1 2 16,2-1 0-16,-1 1-1 0,-1 1 2 0,0-2-3 16,1 1 1-16,1-2 0 0,0 3 0 0,-3-1-1 15,1-1 0-15,0-1 0 0,0 1 0 0,3 1 0 16,0 0 0-16,-3-1 1 0,2 1-1 0,-1-2 2 15,2 2 0-15,-3-1-2 0,0 1 1 0,0-1-1 16,0 0 0-16,1 1 0 0,-1-2 0 0,2 2-1 16,-2 0 0-16,5 3 1 0,-3-3 0 0,0 0-1 15,0 3 1-15,2-2 0 0,-2 2 0 0,0-2-2 16,-1-1 2-16,2 2-2 0,0 1 1 0,1-1 1 16,-2 1 0-16,4 1-1 0,-2-2 1 0,0 3 2 15,0-1-1-15,-1-3-1 0,-1 0 2 0,2 1-2 16,-4-2 0-16,3 1 1 0,-2 1 0 0,3-3-1 0,-1 2 0 15,0 1 0-15,-2-3 0 0,2 2 2 0,-2-2-1 16,0 2-1-16,-1-4 0 0,0 3 2 16,0-3-2-16,1 0 1 0,1 1 1 0,-2-1-1 0,4 4-1 15,-4-4 0-15,3 2 2 0,-2 0-1 0,-1-1 1 16,0-1-1-16,0 1-2 0,-1-2-2 0,0-1-3 16,1 1-3-16,0-2-15 0,0 2-8 0,-2 1-11 15,4 0-8-15,-1 0-37 0,0-1-23 0,-1-1-30 16,0 2 87-16,1-2-74 0,0-1-32 0</inkml:trace>
  <inkml:trace contextRef="#ctx0" brushRef="#br0" timeOffset="-148544.75">17359 13215 111 0,'0'1'78'16,"-1"2"-33"-16,1-2 9 0,0 1-5 0,-3-1-5 0,2 1 2 15,-1-2-21-15,2 2 8 0,-1-2 1 0,0 0 0 0,0-1 2 16,1 1-1-16,1-1 1 0,-1 1-5 0,0-1-4 15,0 0-3-15,0 1-3 0,1-2-4 0,2 1-7 16,-3 0-1-16,1 1-4 0,2 0-3 0,-2-1 0 16,1-2 1-16,-1 3-2 0,-1 0 4 0,0 1 1 15,1-1 3-15,-1 0 5 0,2 2 1 0,-2-2 4 16,0 1 5-16,-2-1 3 0,2 3-1 0,0-1 2 16,0 2-1-16,2 0 2 0,-2-1-4 0,0 3 2 15,1-1-6-15,-1 0 1 0,1 1 0 0,0 1-1 0,-1-2-1 16,0 2-3-16,0-1 0 0,0 0-1 0,2-1 1 15,-1-3-3-15,-1 5 1 0,0-2-3 0,0-3-4 16,0 4 1-16,0-3 1 0,0 2-1 0,0-1-4 16,0 0 0-16,0-1-1 0,1-2-1 0,0 2-1 15,-1-2 0-15,0 1 1 0,1 0-3 0,-1 1 2 16,1-1-2-16,1 2 1 0,-2 1-1 0,0-3 0 16,1 0 1-16,0 0-2 0,-1 1-2 0,2 1-5 15,-2-3-2-15,0-1-4 0,1 1 1 0,0 1-28 16,-1 0-12-16,1-2-10 0,0 0-37 0,-1 0-13 15,0 0-20-15,0 1 79 0,0-1-84 0,1-1-9 16</inkml:trace>
  <inkml:trace contextRef="#ctx0" brushRef="#br0" timeOffset="-148265.34">17368 13076 932 0,'-5'-2'365'0,"0"-2"-264"0,-1 2-71 0,4 0-2 0,0-1-4 16,-1 1-2-16,3 0-1 0,-1-2-5 0,1 1-4 16,0 1-2-16,0 0-8 0,0 0 0 0,0-1-4 15,1 3-1-15,-1-1 1 0,0 1 0 0,0-1-2 16,0 1 1-16,0 0 0 0,2 0-2 0,-2 1-11 15,0 0-7-15,2 4-10 0,-1-5-13 0,0 2-38 16,2 1-28-16,-1 2-34 0,0-1 92 0,1-2-85 16,1 3-36-16</inkml:trace>
  <inkml:trace contextRef="#ctx0" brushRef="#br0" timeOffset="-146900.52">17452 13176 269 0,'-1'-1'165'16,"0"1"-90"-16,1-2 17 0,-2 2-55 0,1 0 9 15,1 0-3-15,0 0-3 0,0 1-4 0,-1-2-9 16,1 1-4-16,-2 1-2 0,2 1-9 0,-2-2-4 16,1 2 1-16,1-1 1 0,-1 0 0 0,1 1 2 15,0 1 0-15,0-1-3 0,0-2 7 0,1 0-5 0,0 0-1 0,-1 2 2 16,0-1 0-16,2-1 1 0,0 0-2 0,-2 0-1 16,2 2 3-16,-2 1 1 0,0-1 1 0,2-2-1 15,-2 1 1-15,0 0-1 0,0 0 1 0,1 2-2 16,-1-3-1-16,0 1 1 0,1 2-1 0,-1-3-2 15,0 2 1-15,0 1 2 0,0-1 0 0,-1-1 1 16,1 2-2-16,0-1-3 0,0 2 0 0,0 2 0 16,0-2 0-16,0-3-2 0,0 3 0 0,1 0-1 15,0 1 1-15,0-2 0 0,0 1-1 0,0-3 0 16,1 2-2-16,0 0 1 0,-2 0-1 0,2-1-1 16,-1 2 0-16,0-2 0 0,1-2-3 0,2 6 1 15,-3-4 1-15,1 1-1 0,0 2 0 0,0-1-1 16,2-3 1-16,-3 5 1 0,2-1 2 0,-3-3-2 0,2 3 0 15,0-2 0-15,-1 0-1 0,2-1 1 0,-1 2 0 16,0-2 0-16,1-2-2 0,-1 4 1 0,2-2-1 16,-1 2 1-16,1-1 1 0,0-1-1 0,-1 0 0 15,-1 1 0-15,0 2 0 0,2-4-1 0,-1 0 2 16,-3-1-2-16,1 2 0 0,1-2-1 0,2 2 2 16,-2-2-1-16,-1-2 0 0,2 2 2 0,0 2-2 15,1-2 0-15,-3 0 2 0,1 0 0 0,0 0-2 16,0 0 1-16,3 0 0 0,-5-2 0 0,1 0 3 15,2 1 0-15,-1 1-3 0,2 0 1 0,-2-2 1 0,1 0 0 16,-3-3 0-16,1 5-2 0,2-1 0 16,-2-3 0-16,2-2 2 0,-3 4-2 0,1 0 0 15,1 0 1-15,0 1-2 0,-1-2 3 0,1-1-3 16,0 4 0-16,-2-2 0 0,0-1 0 0,0-1 0 0,0 0 0 16,1 0 0-16,-1 0-1 0,-1 0 2 0,3 3-2 0,-2-2 1 15,0-1 0-15,0 2 0 0,0 0 0 0,0-1 0 16,0-1 0-16,0 0 0 0,-2-1 0 0,0 1 1 15,2 1-1-15,0 0 0 0,-1-2 1 0,1 3-1 16,-1-1 0-16,0 0 0 0,0-1 0 0,0 1 0 16,-1 0 0-16,2 1 0 0,0-2 0 0,-1 3 0 15,0-1 0-15,1 0 0 0,0 1 0 0,-2-1 0 16,2 0 0-16,2 1-1 0,-2-1 1 0,-2 1-1 0,4 0 1 16,-1-1-2-16,0 2 0 0,-1 0 0 0,0-1 2 15,0 1 0-15,0 0-3 0,0 0 1 0,0 0 1 16,0 0 1-16,3 0-2 0,-3 0 1 0,0 0-2 15,0 0 3-15,1 1-1 0,0 1 2 0,-1-1-3 16,-1-1 2-16,1 1 0 0,0 0 0 0,1 1 0 16,-1 0 0-16,-1 0 1 0,1-1-1 0,0 1 1 0,0 0-1 15,1 0 0-15,0 1 2 0,2 1-1 0,-6-1-2 16,4-1 1-16,-4 1-1 0,3-1 0 0,0 2 1 16,-2 1 1-16,2 1-1 0,0-4 0 0,0 3 4 15,2-1 0-15,1 3 1 0,-3-2 0 0,2-1 1 16,-2 1 0-16,0-2 1 0,1 3 0 0,2-1 3 15,-3-1-3-15,1 2 2 0,0-3 1 0,0 1-2 16,0-1 1-16,-1 1 1 0,0-2-2 0,0 1-3 0,-1-3-1 16,1 1-1-16,0 2 1 0,-1-2-1 0,1 1-3 15,1-1 0-15,-1 0 3 0,0 2-3 0,0-1 3 16,-1-1-2-16,2 1 0 0,-1-2 0 0,2 0 1 16,-2 0 0-16,1 1-2 0,1 0 1 0,-2 0-2 15,0 0 2-15,0 1-4 0,-2-1-1 0,2 0-1 16,0 1-6-16,2-1-9 0,0 1-8 0,0-2-8 15,-2 4 2-15,0-4-44 0,3 4-18 0,-3-3-21 16,2-1-22-16,1 2 89 0,-3 0-67 0,3-1-20 16</inkml:trace>
  <inkml:trace contextRef="#ctx0" brushRef="#br0" timeOffset="-145118.33">17748 13197 124 0,'0'0'101'16,"0"0"-25"-16,0 0-32 0,2 0 18 0,-2 1 2 15,-2-1 3-15,1 0-7 0,-2 1-3 0,2-1-1 16,1 0-2-16,-2 0-2 0,1 0-2 0,1 0-5 15,0 0-10-15,2-1-1 0,-1-1-5 0,2-1-10 16,-3 2-6-16,0-1-2 0,-2 0-4 0,4 2-4 16,-2-1 0-16,0 1 0 0,1 0-1 0,-1 1-2 15,1-1 3-15,-1 2 0 0,2-1-1 0,-2-1 5 0,1 2 1 16,-1 0 2-16,1-1 1 0,1 1 5 16,0-1 0-16,-2 1 1 0,0 0 3 0,0 3 0 0,0-3 2 15,-1 2-1-15,0 2-1 0,0-2 1 0,1 2 0 16,0 1-1-16,0-1-1 0,0-2-2 0,2 2-2 15,1 0 0-15,-2 1-1 0,-1-2-2 0,0 2 0 16,0-2 0-16,0 1-1 0,0 1 0 0,0-2-1 16,0-2 2-16,0 2 0 0,1 1-2 0,1-2-1 15,-1 1-3-15,0 1-1 0,2 0-1 0,0 0-2 16,0 3 0-16,0-5-2 0,-1 3 1 0,3-1-1 0,-1 0 1 16,-1 0 0-16,1-2 0 0,-2 0 2 0,-1-1-2 0,1 0 3 15,-2-1-3-15,1 0 4 0,0-2-3 0,0 2 2 16,1-2-1-16,-1 0 0 0,0 1 3 0,-1-1-2 15,2-1 2-15,-2 0-3 0,0 1 1 0,0-1-1 16,0-2 0-16,-2 0-3 0,2-1 0 0,-1-1-5 16,0 2-2-16,-2-4-4 0,3 0-1 0,-1 0-5 15,0 0 0-15,-1 0-3 0,-1-3-1 0,3 1 3 16,-1 0-2-16,-2-1 7 0,1-1 1 0,-1 0 5 16,3 2 1-16,0-1 2 0,0 1 3 0,0 1-1 15,0-2 3-15,0 4-3 0,2 0 0 0,0 1 0 16,-1-1-1-16,3 2 1 0,-2-1-2 0,0-1 2 15,0 1 0-15,3-1 1 0,-2 1-2 0,-2-1 2 16,1 1 1-16,0-2-2 0,2 3 2 0,-1-1 1 16,-1 1-1-16,0 1 1 0,1-1 1 0,1 2 0 15,-2 1-2-15,0 0 2 0,1-1 0 0,-2 2-2 16,0 0 1-16,0 0-1 0,-1 0 3 0,2 0-2 0,0 0 1 16,0 1 3-16,-1 0 0 0,1-1 0 0,-1 2 2 15,2-1 0-15,-2 2 2 0,-1-1 0 0,1 1 1 16,-1-1-1-16,1 0 1 0,0 2 1 0,-1-1-2 15,1 0 1-15,-1 1-3 0,2 0 2 0,-1-1-1 16,-1 3-1-16,0-1-3 0,1 0 1 0,-1 1-1 16,1-2 0-16,-1 3 1 0,2-3-3 0,-2 1 0 15,1-2 1-15,-1 1 2 0,1 2 0 0,-1-2-1 16,1 2 0-16,0-2-3 0,0 2 3 0,-1-1-1 16,3 3 0-16,-2-3 0 0,1 1-2 0,-2-1 1 0,0-2-2 15,2 4 1-15,-1-1 1 0,-1-4 0 0,1 0-1 16,0 2-1-16,1-2 2 0,-1 1-1 0,-1 0 2 15,0-2 1-15,1 0-2 0,-1 0-1 0,0 0 0 0,0 0 2 16,0 1-2-16,0-1 1 0,1-2 0 0,-1 1-2 16,0 0 0-16,0-2 2 0,0 2-1 0,0-2 1 15,0 0 1-15,0 2 0 0,0 2-2 0,0-2 3 16,0 0 0-16,0 0-2 0,0 0 0 0,0-1 0 16,0 1-1-16,0-2 2 0,-1 1-3 0,1-2 1 15,-1-1 0-15,1 2-1 0,0-1 1 0,0 0-1 16,0-2 0-16,-1 1 0 0,1-2 0 0,0 3 0 15,0-2-2-15,0-1 1 0,0 0 1 0,0 0-4 16,0-1 4-16,1 2-2 0,0 0 0 0,-1-3 0 16,1 2 0-16,-1 1-1 0,2-1-1 0,0 1 3 15,0-1-3-15,1-1 0 0,-2 1-1 0,2 1 2 16,-2-2 0-16,1 3 1 0,0-2 1 0,-1 1-2 16,1 1 2-16,0-1 1 0,3 3 0 0,-4-2 0 15,3 0-1-15,-1-1 1 0,0 0 0 0,0 1 0 16,0 0-1-16,0-1-1 0,0 2 0 0,1-1 2 0,0 0-2 15,-1 2 1-15,0-1-1 0,3 1 2 0,-3 0-2 16,1-1 2-16,-1 1 0 0,1 0-1 0,1 1 1 0,-3-1 0 16,1 1 0-16,-1-2-1 0,0 2 1 0,1 0 0 15,-1 1 1-15,0 0-1 0,0 0 1 0,0 0-2 16,1 1 1-16,-1 0 0 0,0 1 0 0,-1-1 0 16,0 1 0-16,0-2 0 0,0 2 1 0,0-1-1 15,1 0 1-15,-2 1-1 0,0 1 1 0,2-1-1 16,-1 0 0-16,1 1 0 0,0 1 0 0,-1-1 0 15,1 1-1-15,2 1 1 0,-2 0 0 0,1 0 0 16,-1 1 0-16,0-2 0 0,1 1-1 0,2 2 2 16,-3-1-1-16,0 0 1 0,0 0-1 0,0 0 0 0,2 1 1 15,-3 1-1-15,2 3 1 0,-2-5-1 0,2 5 0 0,1-2 0 16,1 2 1-16,-3-2 0 0,1-1 0 0,2 3-1 16,-3-2 2-16,-2 0-2 0,3-3 1 0,-2 3-1 15,0 0 0-15,3 1 0 0,-3-3 1 0,0 0-1 16,2 0 2-16,-1-3 1 0,0 1 0 0,1 0 0 15,-3-3-2-15,0-1 0 0,-3 0-1 0,2-1-7 16,0 0-7-16,0 1-7 0,2-1-8 0,-1-2-29 16,2 0-17-16,-2 1-30 0,3-1-36 0,-2 1 94 15,0-3-68-15,-1-2-20 0</inkml:trace>
  <inkml:trace contextRef="#ctx0" brushRef="#br0" timeOffset="-138092.81">14366 13814 147 0,'-2'-3'125'0,"0"1"-39"0,2 0-46 15,0-2 22-15,-1 2-10 0,1 0-18 0,3 2-10 0,0-2-11 16,0 0-5-16,-3-2-7 0,1 3-1 0,3-1 2 0,-2 0-2 16,-1 0-3-16,0-2 2 0,0 2 2 0,-1 0-3 15,2 0 2-15,-2 0 0 0,4 2 0 0,-3-3 1 16,-1 1 13-16,3 2 5 0,-3-2-5 0,3 2 16 16,-3-1 8-16,0 0 1 0,0 1 3 0,0 0 2 15,0 0-9-15,0 0-5 0,-3 0 5 0,2 2-14 16,-2-2-10-16,2 0 0 0,1 0-3 0,-2 0-2 15,1 0 0-15,1 2 0 0,0 0 0 0,0-2 0 16,-2 3 6-16,2-2 2 0,-5 1 4 0,5-1-1 16,-3 0 6-16,1 0 1 0,0 2 0 0,0 0 1 15,-2-2 0-15,2 1-2 0,2-1 1 0,-3 0-1 16,3 1-3-16,-1-1-3 0,-3-1 1 0,2 1 4 16,1 2-7-16,-1-3 0 0,0 1-5 0,-3 1-1 15,2-1-2-15,2 1 0 0,-1 0-1 0,1 2-6 16,-5-4 4-16,3 1-2 0,3 1 3 0,-3 0 0 15,-1-1 0-15,1 1 0 0,-2 1 1 0,1 0 0 16,1 2 0-16,-2-1 2 0,2 2-1 0,-1-4 1 0,0 4 0 16,1-3 0-16,0 0 3 0,-1 3-2 0,4-3-1 15,-5 2 0-15,1-1-1 0,-1-1 1 0,2 3 0 16,-1-2 0-16,-2 3-1 0,3-3 1 0,-2 0 2 16,-1 3-2-16,1-3 3 0,4 2-1 0,-5 0 0 15,3 1 3-15,3-2-1 0,-7 2 2 16,5 0-3-16,-2-2 2 0,3 2-2 0,-3-1-1 0,2 1 1 15,1-1-3-15,-1 1 1 0,2 1-3 0,0-1 1 16,2 2-2-16,-1 1 0 0,0 0 0 0,2 1 0 16,-1 0-2-16,-1 0-1 0,2 2 3 0,-2 0 0 15,2 0 2-15,0 1 1 0,0 0 0 0,-2 1 2 0,3-2-1 16,-1 1 3-16,-1-2-2 0,3-1-1 0,-3 4 1 16,2-3 2-16,1-2-1 0,-3 2-2 0,2 0 2 0,0 0-1 15,2 2 0-15,-2-2 0 0,0-5-2 0,1 3-2 16,-1 0-1-16,0-2 2 0,4 0-1 0,-1 1 1 15,-4-4-1-15,2 3 1 0,3 0 0 0,-2-1 0 16,0 0 1-16,-3 0-2 0,1-1-2 0,-1-1 1 16,1 0-1-16,-1 0 0 0,2 0 0 0,-1-1-1 15,1 0-1-15,0-1 0 0,0 2 1 0,-1 0-2 16,2 0 1-16,-4 0-1 0,1-2 0 0,-1 1 0 16,1 1-1-16,1-2 0 0,-2 0 1 0,1 1-1 15,0-1 2-15,1 1-2 0,-2 1 0 0,0-2 0 16,-2 0 2-16,0 3-1 0,1-2-1 0,-1 0 1 15,0 1 0-15,0-1 0 0,0-1 0 0,0 2-1 16,1-2 0-16,2-1 1 0,-3 2 0 0,0-2-5 16,1-1-3-16,-1 0-3 0,-1-1-6 0,1 1 1 15,-4-1-24-15,5 0-11 0,-2 0-11 0,-2-2-43 16,1 1-32-16,1 0-45 0,-2 0-61 0,0-2 150 0,3-1-105 16,-2-1-78-16</inkml:trace>
  <inkml:trace contextRef="#ctx0" brushRef="#br0" timeOffset="-137280.09">14552 14081 612 0,'-4'-1'264'0,"2"-2"-169"0,0 1-56 0,1 0 22 15,-1-2-20-15,2 3-18 0,-1 0-3 0,1-1-3 0,1 0-3 16,1 0-3-16,-1-1-11 0,0 2-6 0,2 0 6 16,0 0-1-16,-1 0 1 0,0 0-2 0,1 1 1 15,-1 0-1-15,2-1 2 0,-2 0 1 0,-2 1 4 16,2 0 3-16,0-1 2 0,-1 0 1 0,0 1 7 15,2 1 4-15,-2 0 4 0,1 1 0 0,0 0 1 16,-1-1 1-16,1 2 3 0,-2 1 0 0,3 0-4 16,-2-1-2-16,1 2-2 0,-2 0 2 0,1 1-3 15,0 0-5-15,2 2-2 0,0 0-1 0,-1-1-2 16,1 2-2-16,-1 0 0 0,2-1-3 0,-3 0 2 16,2 1 4-16,-2 1 0 0,1 0-1 0,0 1 1 15,-1-4-2-15,2 1-2 0,0 4 1 0,-1-2 2 16,1-1-4-16,1-1-1 0,-3 1 1 0,2-2 3 15,-1-2 0-15,0 5 2 0,1-7-2 0,0 3-1 0,-2-1 2 16,1 1 0-16,0-2-1 0,0 1-3 0,0-1 1 16,-1-1 2-16,1 1-2 0,0-3-1 0,-1 1-3 15,1 0 0-15,0-1 0 0,0 3-1 0,0-1-2 16,-1 0-2-16,0-1 1 0,0 1 1 0,0 1-1 16,-1-1-1-16,1 0 1 0,-1-1-1 0,0 2 1 15,0-2 1-15,2-1-2 0,-2 2-4 0,-2-1-2 16,2 0-4-16,0-2-2 0,-1 1 1 0,1 1-11 0,0-2-6 15,-2 0-16-15,2 0-11 0,-1 0-9 0,0 1-16 16,1-1-20-16,-3 0-90 0,-1-2 133 0,2 1-82 0,0 0-26 16</inkml:trace>
  <inkml:trace contextRef="#ctx0" brushRef="#br0" timeOffset="-136024.65">14399 14041 703 0,'-10'-1'282'0,"1"1"-199"0,1 1-59 0,3-1 4 16,0 3-6-16,0-1-5 0,2-1-1 0,0 3-9 15,0-3-2-15,0-1-4 0,3 0-1 0,0 0-4 16,2 0 0-16,2 0-1 0,-3-1-1 0,2-1 5 16,1-1 1-16,0 3 4 0,1-2 4 0,-3 0 4 0,2 0 1 15,0 0 10-15,2-2 4 0,-1 3 2 0,-1-1 1 16,2-1-1-16,-3 2 4 0,-2-2-3 0,4 2 1 15,-1-1-9-15,-3 1-3 0,4 0-1 0,-2 0-3 16,2 1-3-16,-1-2-5 0,1 0-3 0,-1 0 0 16,-2 1-3-16,2 0 1 0,0-1-1 0,1 1 0 15,0-1 0-15,-3 1 0 0,4 1 0 0,-1-1-1 16,1 1 1-16,-1-2-1 0,-2 0 0 0,1 1 0 16,3 0 2-16,-2-1-1 0,2 0 3 0,-2 0 1 15,2-2 0-15,-1 2 1 0,2 0 5 0,0 0 0 16,-1-1-1-16,0 2 0 0,0-1 0 0,0 1-1 0,1 1-1 15,2-1 0-15,-4 0-5 0,1 2-1 0,3-1 0 16,-1 1 2-16,-1-1-4 0,2 1 0 0,-1 1 0 0,2 1 1 16,0 0-1-16,1-2 0 0,-1 2 0 0,-1-1-1 15,1 2 1-15,-1-1 0 0,-3 1 0 0,1 0-1 16,-2 0 1-16,1 0 1 0,-4 0 0 0,4 2-1 16,-5 0 1-16,1-1 1 0,7 1-2 0,-3 0 1 0,-2 1 0 15,3-1 1-15,-5 2-1 0,3-4 1 16,1 3-1-16,-6-3 1 0,-1 1 0 0,2-2 0 15,2 0 1-15,-3 1-1 0,1-1 0 0,-2-1 0 0,0 0 2 16,0 2-1-16,1-2 1 0,-1 0 1 0,-1 0-1 16,1 0-2-16,-2 1 1 0,2-1 2 0,0 0-2 15,0 1 0-15,0-1-3 0,-1 2 3 0,-5 0-2 16,2-1 2-16,1 1-1 0,0-1-1 0,-3 0 1 16,1 0-1-16,0 1 3 0,1-1-4 0,1 0 3 15,-2 1 0-15,0-1-1 0,-1-1-1 0,3 1 1 16,-4 1 2-16,1-1-2 0,0 0 1 0,0-1-3 15,-1 1 1-15,1-2 2 0,0 3-2 0,0-2-1 16,-1 2 0-16,2-2 1 0,-2 0 1 0,0 1-1 16,1-1 1-16,1 1-3 0,0-2 1 0,-1 0 2 15,1 0-2-15,0 0 0 0,1 2 0 0,1 1 0 16,-1-1-1-16,0-1 2 0,1 2-1 0,0 1 1 0,2-3-1 0,-2 2 0 16,0-3 0-16,1 1 0 0,0-2 0 0,0 1 1 15,-1 0 0-15,2 0 0 0,-1 0 1 0,0-1-1 16,2 0 4-16,-2 2 0 0,2-2 2 0,-1 2-2 15,1-1 3-15,0-1-1 0,1 0 1 0,-1 0 2 16,0 0-3-16,2 0-2 0,-2-2 0 0,0-2-1 16,0 1-3-16,0 0 2 0,1 1-1 0,0 1-1 15,0-1 0-15,0 0 2 0,1 2-2 0,-2-1 0 16,3 2 1-16,-2-2-1 0,1 1 0 0,-2 0 0 16,1 0 0-16,-1 0 1 0,1 0 0 0,2 2 1 15,-1-2 1-15,-1 0 1 0,0 0-2 0,0 0 2 16,1 0 1-16,0 0-1 0,-1-1 0 0,1 1-1 0,1-1 1 15,0 1 0-15,-2 1 3 0,1-1-3 0,2 1 0 16,-2 1-1-16,4 2 1 0,-2-4 1 0,0 3-1 16,0-1-3-16,2 1 0 0,0 1 0 15,1 0 0-15,0 1-1 0,-1 0 0 0,2 1-1 0,-1 0 1 16,-2-2-1-16,2 1 0 0,1 2 0 0,0-2 0 16,-1 0 0-16,-1-1 0 0,2 3 0 15,-1 0 0-15,0 0 0 0,0 0 0 0,1-1 0 0,-1 0-1 16,0 1 1-16,0 1 0 0,-4-4 0 0,6 2 0 15,-2 0 1-15,-3 1-1 0,0-2 1 0,0 2 0 16,0-2 0-16,0-1 1 0,1 1-1 0,-5 0 1 16,2-2-1-16,0 0 0 0,1-1 1 0,1 1 1 15,-1 1-1-15,0-2-1 0,-1 0 0 0,4 1 1 16,-5-2 0-16,-1 0 0 0,0 0-1 0,0-1 3 16,0 0-2-16,2 2 1 0,-2-2 0 0,0 0 1 0,1 2-2 0,-1-2 0 0,-1 0-1 15,1 0-3-15,-1-1-3 0,1-1-3 16,-1 2-9-16,0-1-8 0,1-1-5 0,1 2-10 15,-1 0-25-15,0-1-15 0,-1 1-17 0,-2 0-23 16,2 0-92-16,3 0 148 0,-2 0-94 0,-1 0-41 16</inkml:trace>
  <inkml:trace contextRef="#ctx0" brushRef="#br0" timeOffset="-134407.75">14963 14370 370 0,'-3'-2'192'0,"2"1"-98"0,-1-1-56 0,1-1 34 15,0 2-33-15,1-2-12 0,0 3-5 0,-1-2-3 16,1 1-5-16,0-1 1 0,0 2-9 0,1-2-2 15,-1 2-6-15,1-2 3 0,2-1-1 0,-2 1 1 0,1 0 3 16,-1 0-1-16,3 1 6 0,-1 1 2 0,-2-1 7 16,0 1 1-16,1-4 3 0,1 3 2 0,-2 0 5 15,-1 0 0-15,1 2 2 0,0-1 2 0,1-1 2 16,-1 3 0-16,2 3-1 0,-2-2 1 0,2-2-4 16,0 1-2-16,-2 3-4 0,0 0-2 0,1-2-4 15,-1 1-1-15,1 0 0 0,-1-1-2 0,1 4-3 16,0-3-3-16,0-1 4 0,-1 3-1 0,1-1-3 15,1 1-1-15,0-2 2 0,-2 4 0 0,1-3 3 16,0 2 1-16,1 0-3 0,-1-2 0 0,0 1-3 16,1-1 0-16,-1 0-2 0,1 1-1 0,0-2-2 15,-2 1 0-15,1 0-2 0,0-2 1 0,-1 3 1 16,2-3 0-16,-2 0-1 0,-1 1 2 0,2-2-2 16,-2 0 2-16,1-1 1 0,-1-1 0 0,0 0-2 15,-1 0 1-15,-1 0-1 0,2 0 2 0,0 1-1 0,-1 0 0 16,-2 1-2-16,2-2-1 0,-1 1 4 0,0-1-2 15,1 0 2-15,-1 0-2 0,-2-1-1 0,2-1-1 16,0 0 3-16,-1 0-2 0,3 0 1 0,-2-3-3 16,-1 0 1-16,1 0-2 0,0-1 1 0,1 0 1 15,-3-1-2-15,2 1 0 0,-1-1 0 0,2 1 0 16,-2 0 0-16,3-1 0 0,0 1 0 0,0-1-1 16,0 2-1-16,0 0 2 0,0 0-2 0,2-2 0 15,-2 2 1-15,2 0-1 0,-1 1 0 0,1-2-1 16,0 1 2-16,-1 1-1 0,2 1 1 0,-2-3 0 15,1 4-1-15,0-3 0 0,1 3 0 0,-1-1 2 0,1-1-1 16,0 1 0-16,1-1-2 0,-1 3 3 0,-1-1 0 0,1-2 0 16,0 2-1-16,1 0 1 0,-1 2-3 0,-1-1 1 15,4 0 2-15,-5 1-4 0,1-1 1 0,3 1 0 16,-3 0 3-16,1 2-3 0,-1-2 3 0,2 1 0 16,0 0 1-16,-2 3 0 0,1-3 0 0,1 1 0 15,-1 0 1-15,-1 1 1 0,1-2-2 0,1 2 0 16,-3 0 2-16,2 0-3 0,-1 1 2 0,0 0 0 15,1 0-1-15,0-2-1 0,-2 4 3 0,2-3-1 16,0 0-1-16,-1 0-1 0,-1 1 1 0,3 0-1 16,-3 0 0-16,1 2 1 0,1-2-2 0,0 1 1 15,-3-1 0-15,2 2 3 0,-1-3-2 0,-1 1 0 0,1 2 1 16,2-3 0-16,-3 1 1 0,0 1-2 0,0-2 0 16,0 0 0-16,0 1 1 0,0-2-2 0,-2-1 2 15,1 2-1-15,0 0 0 0,0 0 1 0,1-1 0 16,-2-1 2-16,2 0-1 0,-2 1 1 0,1-2-2 15,0 1 4-15,-2-1-2 0,1 0 0 0,1 0-1 16,1 1 0-16,-1 1-2 0,-1-2 2 0,2 0-1 16,0 0-2-16,0-2 0 0,0 2 0 0,0-1 0 15,0 0 0-15,0 0 0 0,-1 0 1 0,0 1-1 16,0-2 1-16,1 1-1 0,-2 0 0 0,2-3 0 16,-1 2 0-16,0-1 1 0,1 1-1 0,-1-2 0 15,1 1-1-15,-1-1 1 0,1 0 0 0,-1 2 0 16,1-2-2-16,0 0 0 0,0-1-1 0,0 0 0 15,1 0 1-15,0 2-4 0,0-2 2 0,0-2 0 16,2 1 2-16,-1 2-1 0,-1 0 2 0,1 0-1 0,-1 0 2 16,1 1 0-16,-1-1 0 0,2 2-1 15,-2-2 0-15,0 1 0 0,1-2 1 0,-1 2 0 0,2 0-1 16,0-1-2-16,-1 1 1 0,-1 0 2 0,2 0-2 0,1 1 0 16,2 0 0-16,-4 0 1 0,0-1-2 0,2 0 3 15,0 0 0-15,-2 1-3 0,1 2 3 0,0-2 0 16,1 2-1-16,-2-3 1 0,1 3-1 0,1 0-1 15,-2 0 1-15,2 1 1 0,3-1-1 0,-7-1-1 16,3 1 1-16,-1 3 0 0,2-2 1 0,-1 0 0 16,-2 0-1-16,2 0 0 0,-2 0 1 0,1 1 0 15,0-2 0-15,0 3 0 0,-1-1 0 0,0-1 0 0,2 3 0 16,1 0 0-16,-3-2 0 0,2 3-1 0,-1-4 0 16,-1 2 1-16,4 1 0 0,-4-1 0 0,-1 1-1 15,0-1 1-15,2 0 0 0,-1 2 1 0,1-1-1 16,-2 0 0-16,1 1 0 0,0-1 0 0,1 0 1 15,2 2-1-15,-4-2 0 0,1 2 1 0,0-2-1 16,1 2 1-16,2-1 0 0,-4 1 0 0,1-2 1 16,0 0 1-16,2 1-2 0,-1 1-1 0,0-1 2 15,1 1-2-15,-3-2 2 0,4 0-1 0,-2 0-1 16,0 2 0-16,2-2 0 0,-3-1 0 0,2 0 0 16,-2 0 0-16,2 0 0 0,-3 0 0 0,2 0 0 0,-1-2-3 15,0 1-1-15,1 0-2 0,1-1-2 0,-2 0-1 0,0-1-10 16,1 0-7-16,-1 0 3 0,0 0 0 0,-1 0-21 15,-1 0-31-15,1-1-18 0,1 1-25 0,-1 0-29 16,1 0 98-16,1 0-83 0,3-1-18 0</inkml:trace>
  <inkml:trace contextRef="#ctx0" brushRef="#br0" timeOffset="-133884.84">15535 14157 641 0,'-3'2'267'0,"-1"1"-177"0,-2 0-61 0,4-2 8 16,2 0-4-16,-3 1-8 0,2 0-7 0,1-3-4 0,0 3 2 16,1-1 0-16,2-1-5 0,-2 0-2 0,-1 0-1 15,4-2 1-15,0 2 4 0,2 0 2 0,-4-1 4 16,1 1-1-16,2-3 4 0,1 2 8 0,1-1 4 15,-4 0-1-15,3 0 0 0,-2 0 2 0,2 0-5 16,-3-3 0-16,3 3-1 0,1 1-7 0,-4-1-3 0,4 1-3 16,-3-1-4-16,3 1-2 0,-2 0-2 0,2 1 0 15,-3 0-3-15,2 0-3 0,-1 0-2 0,1 0 3 16,-2 0-3-16,-1 0 0 0,3 3 2 0,-3-2-3 16,3 0 1-16,-3 1 0 0,1 1 2 0,1 1-2 15,-1-2 1-15,-1-2-1 0,0 2 0 0,1-1 1 16,-1 3 0-16,0-3-1 0,1 1-2 0,-1-1-3 15,-1 2-1-15,2 2-5 0,-1-3-1 0,2 2-7 0,-2-4-20 16,2 1-8-16,-1 0-12 0,-1 0-9 0,1-1-39 16,-2-1-20-16,1-1-31 0,1 0 94 0,-1 1-76 15,2-1-29-15</inkml:trace>
  <inkml:trace contextRef="#ctx0" brushRef="#br0" timeOffset="-132936.92">15959 13951 679 0,'-3'-3'275'0,"1"1"-189"0,2-1-63 0,-1 2 16 16,1 1-23-16,0-1-2 0,1 0 1 0,0 1-6 15,2-1-5-15,1 1 0 0,-2 0 1 0,3 0-2 16,-3 0 0-16,2 0-3 0,-1 0-1 0,2 0 1 16,-2 1 5-16,0-1-4 0,1 0 5 0,1 2 8 15,1 2 5-15,-2-2 6 0,-1 2 1 0,2-1 8 16,0 1-3-16,-2 1 3 0,2 1-4 0,-2 1-10 16,0 2-4-16,3 1-2 0,-1-1-2 0,0 2-8 15,-1 2 1-15,1-1-1 0,1 2-1 0,-2-1 5 16,1 1-1-16,-1 1 0 0,-1-2-2 0,2 3 0 0,-1 1 0 15,1-1 0-15,-3-2-1 0,3 3-2 16,0-3 1-16,0 2-2 0,-1 2 1 0,3-3 0 0,-3-2 0 16,3 3-1-16,0-2 2 0,-4-1 0 0,3 0-1 15,3-1 0-15,-3-2 0 0,-4-2 1 0,4 2 0 16,-1-2-2-16,-3-2 1 0,1-2-3 0,-3 0-6 16,2-1-6-16,-2 0-6 0,4 0-20 0,-1-1-7 15,-1-1-12-15,1-1-15 0,1 1-36 0,-1-1-24 16,-2-2-27-16,2 0 96 0,-2-1-79 0,1 1-34 15</inkml:trace>
  <inkml:trace contextRef="#ctx0" brushRef="#br0" timeOffset="-131670.71">15866 14031 552 0,'-2'-2'243'0,"-4"-1"-147"0,4-3-50 0,0 3 21 16,2 3-21-16,0-3 0 0,-2-1-1 0,1 1-3 15,1 3-5-15,0-3-6 0,3 0-11 0,-1 0-4 16,0 0-3-16,-2 1-3 0,2 0-4 0,-1-2 2 15,0-2 2-15,3 3-1 0,-3-1 2 0,0-1 1 16,4 2 1-16,-1 0 0 0,0 0 4 0,-3 1-1 0,3-3 6 16,0 2 3-16,0 2-2 0,-3-3 1 0,1 0 3 15,1 0 2-15,0-1-5 0,2 1 0 0,-1 0-5 0,0 0-5 16,0 2 0-16,2-1-2 0,0 0-3 0,1 0-4 16,0 1-2-16,-1 0 0 0,2 0-1 0,-2 0-2 15,4 1 0-15,1-2-1 0,-3 1 0 0,5 1 1 16,-3 1-1-16,3 0 0 0,-1 2 1 0,1-1 0 15,0 3 0-15,3 0 0 0,-2 2-1 0,2-2-2 16,-2 0 3-16,2 1 0 0,0 1-2 0,-3 1 2 16,-2-2-2-16,1 2 1 0,1-1 0 0,-4 0 1 15,1 1 1-15,-2-3-1 0,-2 2 0 0,3 1 0 16,1-1 0-16,-5 0 1 0,0-2-2 0,1 4 1 16,1 1 0-16,-3-1-1 0,2-2 2 0,-6 0-1 0,3 1 0 15,-1 1 0-15,6 1 2 0,-7-3-2 0,0 1 0 16,0-1 0-16,4 1-2 0,1 1 1 0,-6-3-3 15,0 1 2-15,-2-4-3 0,2 2 3 0,1-1 2 16,-2 1-1-16,-2-3 1 0,-4 0 0 0,6 1 1 16,-2 0 2-16,1 2 0 0,-3-3-2 0,-4 1 0 15,5 0-1-15,-5-2 0 0,8 3 0 0,-6-2-5 16,1 1-5-16,1-1-3 0,0 0-2 0,3 0-2 0,-3 0-4 16,2 2-3-16,-1-3 1 0,0 1 6 0,0 1 2 15,2 2 6-15,-3-2-1 0,-1 0 3 0,1 1 2 16,0 0 6-16,1 0-1 0,-2-1 0 0,-1 0 0 15,2 2-1-15,0-4 1 0,2 2 1 0,-1 0 1 16,2-1-2-16,-2 0 0 0,3 1 1 0,-2-1 1 0,0 0-2 16,1-1 2-16,1 0-1 0,-5 0 1 15,3 0 0-15,1 2 2 0,-1-4-2 0,1 1 0 16,2 1 1-16,-2 0-2 0,2-1 1 0,0 0 0 16,-1-1 1-16,1 1-1 0,0 1 0 0,0-1 1 0,0-2-1 15,0 3 2-15,0-2 0 0,-1 0-3 0,1 2 1 16,0-1 2-16,0-1-1 0,1 1-2 0,0-1 3 0,1 1-2 15,-1-2 1-15,0 2-1 0,0 0 0 0,-1 0-2 16,0 1 0-16,0 0 1 0,0 0-1 0,0 0 0 0,0 0 1 16,0 0 0-16,2 1 0 0,-1 1 0 0,0 0 2 15,-1-1 0-15,0 0 1 0,0-1 1 16,0 2-1-16,0-1 3 0,1 0-1 0,-1-1 2 0,0 1-1 16,0 1 0-16,1 1 0 0,2 0 1 0,-3-1-3 15,1 1 0-15,2 1 1 0,-3-3-1 0,2 0-1 16,-2 0-2-16,0 1-1 0,1-1 1 0,1 1 1 15,-1 1-1-15,-1-3 0 0,0 2-1 0,0 0 1 16,4 2 0-16,2 1 3 0,-3-5-5 0,-3 2 1 16,5 1 0-16,-3-1-1 0,3 2 2 0,-4-2-2 15,0-2 0-15,5 4-1 0,-3-2 1 0,-1 2 0 16,2 0 0-16,-2 2 0 0,4-2-1 0,-1 0 3 16,-4-2-1-16,5 4 0 0,-2-1 0 0,3 2 0 15,0 1 0-15,0-3-2 0,-3 3 1 0,3-3-1 16,-5 0 0-16,-1 1 1 0,6 2-1 0,-7-3 1 0,4 3 0 15,-1-1 1-15,-3-2 1 0,6 4 1 16,-3-5-2-16,4 4 0 0,-7-5 1 0,3 2 1 0,-1-2-1 16,6 3 1-16,-2-2-3 0,0 1 1 0,1-3-1 15,-1 2 2-15,1-1 0 0,3 2 0 0,-5-1-1 16,-1-3 2-16,1 0 1 0,-2 0-2 0,1 1 2 16,0-2-2-16,-1-1-2 0,-1-1-2 0,0 1-4 15,2 0 1-15,-1 0-22 0,0-2-7 0,-1 1-12 16,2 1-10-16,-3 0-32 0,2-1-18 0,-2 0-25 15,0 1-36-15,0-1 109 0,0 1-70 0,1-1-15 16</inkml:trace>
  <inkml:trace contextRef="#ctx0" brushRef="#br0" timeOffset="-130072.61">16581 14317 434 0,'-2'-2'177'0,"0"1"-125"0,0-2-41 0,-1 3 7 16,3 3-12-16,-2-3-4 0,1 1-7 0,1-2-10 16,0-1-2-16,0 1-4 0,-2 0-1 0,2-1-6 15,0 1 0-15,0 0 3 0,0 1 2 0,0-2 12 16,0 2 6-16,-1-1 7 0,1-2 6 0,0 1 12 0,-1 1 4 15,0 0 5-15,0-3 4 0,0 4-1 0,-1 0-3 16,0-3-3-16,0 3-2 0,1-3-5 0,0 1-4 16,-1 1-7-16,1 0-2 0,-1-4-1 0,1 3-1 15,0 1-3-15,-2-1-1 0,2 1 0 0,-1 0 0 16,2 0-1-16,-1 1 0 0,0 0-1 0,1 1 0 16,-3-1 1-16,3-1 1 0,-1 2 0 0,-2-1 0 15,2 0 0-15,0-2 1 0,-1 0 0 0,2 2 0 16,-2 0-1-16,1-1 0 0,0-1 2 0,1 2 0 15,-3-3-1-15,2 2 2 0,0-3-1 0,-1 2-2 16,2 2 2-16,0-1-2 0,-3-1 1 0,3 2-2 0,-1 0 1 16,0 0-2-16,1 0 2 15,0 1-2-15,0-1-1 0,-2 2 3 0,0-2-1 0,0 0-2 0,1 1 2 16,0-1 0-16,1 0 1 0,-2 3 1 0,1-2 2 16,-2 0 0-16,2 1-1 0,-1 0 1 0,0-1 0 15,0 3 1-15,-2-2-2 0,3 3 0 0,-2-2-2 16,1 2 0-16,0 0 1 0,1-1 3 0,-3 0-3 15,3-1 2-15,1 1-2 0,-2-3 4 0,1 3 2 16,1-3-1-16,-2 2 0 0,1-3-1 0,1 5 3 16,-1-3 2-16,0 0 4 0,1-1 2 0,0 1-1 0,0 2 2 15,0-1 5-15,1 0 0 0,-1-3-2 0,1 2-2 16,0 2-1-16,1-2-5 0,-2 0 0 0,2-2-4 16,0 3-1-16,1-1-2 0,-1 0 1 0,0-1-1 15,-1 0 0-15,0-1 2 0,0 1 0 0,1-1 3 16,1 0-1-16,-1 1 0 0,1-1-1 0,-1 1 1 15,3 1-1-15,-2-1-2 0,-1 2-1 0,0-1-2 16,0 1 0-16,1-2 3 0,-2 4-1 0,1-3 2 0,0-1 0 16,-1 1 4-16,1 1 4 0,0-2 1 0,-1 3 1 15,1 1 2-15,0-3-1 0,0 2-2 0,0 0 1 16,1 0-3-16,-1 0-2 0,0 0 0 0,-2-2-2 16,1 2-1-16,0-2-1 0,0 0 0 0,0 1-1 15,-1-1-1-15,3 1 1 0,-1 0-5 0,-1 0 0 16,2-1-1-16,-2 2 1 0,0-1 1 0,0-1-1 0,2 1-1 15,-2-1 0-15,-1 0 3 0,1-1-3 0,-1 1 1 16,0-1 0-16,2 1 0 0,-1-1 0 0,-1 2-1 16,1-2-1-16,-1 1 0 0,1-2 1 0,-1 2-1 15,1-2-6-15,-1 2-7 0,0 0-5 16,0 1-5-16,1-1-5 0,-1 0-7 0,0-1-9 0,0 0-20 16,0-1-11-16,0 0-14 0,0 0-21 0,-1 0-29 0,0-1 87 15,1 0-63-15,0-1-12 0</inkml:trace>
  <inkml:trace contextRef="#ctx0" brushRef="#br0" timeOffset="-129308.93">16456 14438 479 0,'-2'-2'223'0,"-1"1"-138"0,3 1-61 0,0 0 27 0,-1 0-26 15,1-1-17-15,0 0-3 0,0 1-1 0,0 0-3 16,1 0-1-16,2-1 0 0,-2 1 0 0,2 0 0 0,-3 0 0 16,2 0 0-16,1 1 0 0,0-1 0 0,-1 0 0 15,0 0 0-15,-1 0 2 0,1 0 1 0,0 0-1 16,0 0 16-16,0 1 3 0,-2-1 6 0,2 0 12 15,-2 0 2-15,1 1 1 0,0-1 4 0,0 1 15 16,0-1-28-16,0 0-3 0,2 0-4 0,-1 1-11 16,1-1-4-16,-2 1-1 0,1-1-6 0,2 0-12 15,-1 1 9-15,-2 1 1 0,1-2-1 0,0 1 1 0,-1 0-2 16,3-1 0-16,-1 1 0 0,-2-1 1 0,1 0 1 16,-1 0-1-16,2 0-1 0,-1 0 0 0,1-2 1 15,-1 1 1-15,-1 1-1 0,3-2 2 0,-1 2 0 16,-1-1 1-16,-1 0 1 0,3 0 2 0,-2 1 0 15,-1 0-2-15,3 0 1 0,-3 0-2 0,3 0-1 16,0 0 1-16,-3 0-3 0,2 1-1 0,1-1 0 16,-2 0-4-16,1-1 0 0,-1 1-5 0,0 0 1 15,2-1-5-15,-1 1-3 0,-1-1-6 0,0 0-1 16,1 1-1-16,-1 0-3 0,1-1 1 0,-2 1-8 0,1 0 0 16,1-1 2-16,-1 1 2 0,-2-1-6 0,2 1-15 15,-1-2-8-15,0 2-8 0,0-1-10 0,-1 1-11 0,0 0 51 16,1 0-42-16,2 0-1 0</inkml:trace>
  <inkml:trace contextRef="#ctx0" brushRef="#br0" timeOffset="-128194.28">16470 13847 547 0,'-2'-2'296'0,"-1"2"-197"0,1 0-44 15,0 0-40-15,2 0 23 0,0-1-16 0,0-1 0 16,0 2-6-16,0 0-46 0,2 0 33 0,0 2-2 0,0-2 1 15,-1 1-13-15,2 1 14 0,1 1 2 0,0 0 11 16,-1-3 5-16,1 2 7 0,-3-1 4 0,3-1 8 16,2 1 5-16,-3-1 0 0,1 1 0 0,-1 1-3 15,2-1-2-15,0 3-5 0,2-2-2 0,-1 3-6 16,1 2-2-16,-1-3-4 0,2 2-1 0,1-2-7 16,0 3-3-16,0-2-2 0,1 2 1 0,1-1-4 15,1 1-2-15,1-1 1 0,-1 2-2 0,2-1 2 16,-2 0-1-16,1 1 2 0,-5-1 0 0,5-1 0 15,-4 2 1-15,1-2-3 0,2 2 2 0,-3 0 0 16,-1-2 1-16,4 2-2 0,0 0 2 0,-3-1 1 16,-1 0 0-16,3-1 2 0,-3 1-1 0,2-1 1 15,-1 2-3-15,-3 0 0 0,4 1-2 0,-2-2-1 16,-2 1-1-16,1-2 1 0,-2 2 0 0,2 1-1 16,-2-1 6-16,0 3-2 0,-1-4 1 0,-1 2 2 15,1 2-2-15,0 2 2 0,-1-2-2 0,-2 0-1 16,2-1-3-16,-1 1 0 0,0 0 0 0,-1 0-1 0,-1-2-1 15,0 4 1-15,0-1 0 0,0-1-1 0,-1-1 0 16,1 4 1-16,-4-2 0 0,1 2-2 0,0-1 2 16,0 1-2-16,1-2-1 0,-2 3 2 0,1-2-2 15,-1-2-4-15,-1 3-9 0,3-2-3 0,-2-2-6 16,-1 2-3-16,3-3-17 0,-2 0-7 0,2-1-6 0,-2 0-2 16,1-1-22-16,-2 1-9 0,0-1-16 0,0-2-20 15,-2 3 81-15,3-1-51 0,-3 1-13 0</inkml:trace>
  <inkml:trace contextRef="#ctx0" brushRef="#br0" timeOffset="-117684.15">13884 5764 109 0,'-2'-5'68'0,"-1"4"-25"0,0-4-24 0,3 2 12 15,0-1-5-15,-1 0-4 0,2 0-3 0,-1 3-2 16,0-3-1-16,1-3-2 0,-2 4 6 0,0-2 3 16,0-1 3-16,1 4 3 0,0-5 2 0,-3 2-3 15,3 3-1-15,0-2 8 0,0 0 0 0,3 2-5 16,-3-2 0-16,2 1 0 0,-1 1 3 0,-1-2-3 16,0-1 4-16,1 1-8 0,3 2-4 0,-3-2-1 15,-1 1-2-15,0 3-2 0,0-1-7 0,3 1-1 16,-2 0-2-16,0 3-1 0,-2-3-1 0,1 1 2 15,-1-1-1-15,1-1 1 0,1 2 3 0,-2 2 3 16,1-3-1-16,1 2 1 0,1 2 2 0,-1 1 0 16,0 0-1-16,-1 0 1 0,2 1 1 0,2 1 3 0,-3-2 1 15,-1 2-1-15,0-1 1 0,0 1 1 0,1-1 0 16,4 1-4-16,-4 1 0 0,-1-2-3 0,2 4-3 16,1-3 0-16,-1 0-1 0,3 1-1 0,-5 1-2 15,3-2 0-15,-1 2 1 0,0-2 2 0,-1 0 0 16,2 1 1-16,-2 1-1 0,0-2 2 0,-1 1 2 15,3 1 0-15,-2 1 0 0,1-3-2 0,2 2 2 16,-3 1-4-16,1 1 1 0,1 1-1 0,-2 0-2 16,1-2 1-16,1 2-2 0,-2 0 1 0,-1 0-3 15,2 0 2-15,-1-2-1 0,-1 2-2 0,1 1 2 16,1 2-2-16,-2-3 0 0,0 2-2 0,0-1 0 0,0 0 1 16,1 2 0-16,-1 0-2 0,2-1 2 0,0-2 0 0,-2 1 2 15,2 1-1-15,-2-2 2 0,1-1-2 0,-1-1 0 16,1 0 3-16,-1-4-3 0,-2 1 0 0,2-2-1 15,0 0 2-15,0-1-2 0,-2-1 0 0,0 0 1 16,0-2-2-16,1 0 1 0,0 0 0 0,0 0-1 16,1 0 0-16,-1 0 0 0,1 0 2 0,0-1-3 15,0 0 1-15,0 0-1 0,2 0 0 0,-2 0-3 16,0 0-4-16,0-3-6 0,0 3-6 0,0 0-4 16,1 0 1-16,2 0-27 0,-5 0-10 0,4 0-4 15,-1 0-11-15,0 1-9 0,1-1-33 0,-2 0 4 16,0 0-47-16,0-1 108 0,1 1-59 0,-2 0-31 0</inkml:trace>
  <inkml:trace contextRef="#ctx0" brushRef="#br0" timeOffset="-116900.66">13644 5963 214 0,'-4'0'161'0,"0"2"-61"0,2-1 16 0,0-1 2 15,-1 0-52-15,0 1 27 0,2-1-6 0,0 1-10 16,1-1-17-16,0 0-1 0,1 0-10 0,-1 0-4 16,1 0-11-16,1 0-5 0,-1-2 0 0,0 1 2 15,3-1 0-15,-1 1-9 0,0 0 0 0,1-2-2 0,-1 2-1 16,3 0-1-16,-2-1-1 0,2 1-2 0,-2-1-1 16,1 1 2-16,1-2-1 0,1 2 1 0,-1-2-1 15,1 2 1-15,-1-1-1 0,0-3 1 0,1 3-1 16,1-3-1-16,1 5 0 0,-3-5-1 0,1 4-2 15,0 0-1-15,-2 0-4 0,0 1 1 0,2 1-1 16,-4 0-1-16,-1-1 0 0,2 2-3 0,1 0 1 16,1 0 0-16,-3-2 1 0,5 1 0 0,-4 0-2 0,2-1 0 15,2 1 1-15,0 0 1 0,-4-1-2 0,4 2 0 16,1-1 1-16,-4 2-2 0,1-2 1 0,2 1-2 16,-1-1 1-16,1-1-1 0,-3 0 2 0,2 1-1 0,0 0-1 15,2-1 1-15,0 0 0 0,-4 0 3 16,0 0-4-16,2 0 1 0,0 0 0 0,-3 0 1 0,5 0 0 15,-6 0-1-15,4 1-1 0,-2 0 1 0,2-1-1 16,-3 1 1-16,3-1 0 0,-3 0-1 16,0 0 1-16,1 0 0 0,1 0-1 0,-4 2 0 15,3-1 2-15,1 0-1 0,-1 1 0 0,0 0-1 0,-1 0 2 16,0 0-2-16,0-2 1 0,1 2-1 0,-2 1-1 16,2-2 1-16,-2-1-1 0,0 1 1 0,4 0 1 0,-4 0 0 15,3 0 1-15,-3 0 0 0,1-1 0 0,-1 0-1 0,2 2 1 16,-2-2-1-16,2 0-1 0,-1 0 1 0,-1 0-1 15,2 0 1-15,-1 0 0 0,3 2-1 0,-3-2-1 16,0 1 1-16,0-1 1 0,0 0 1 0,0 0 0 16,0 0-2-16,1 0 2 0,-3 0 1 0,2 0 1 15,-1 0-2-15,0 0-1 0,1-1 1 0,0 0 0 16,-4 1-1-16,1-1 1 0,2 1 0 0,0-2-2 16,-2 2 1-16,1-1 0 0,-2 0 0 0,3 1 1 15,-1-2-1-15,2 2-1 0,-2 0 0 0,0-2 0 16,0 2 0-16,1-1 0 0,0-1-9 0,1 2-5 15,-2-2-4-15,-1 1-6 0,3-1-8 0,0 2-29 16,1-1-18-16,2 0-19 0,-2 0-22 0,2-1 76 16,2 0-57-16,0-2-16 0</inkml:trace>
  <inkml:trace contextRef="#ctx0" brushRef="#br0" timeOffset="-115406.53">16402 5379 182 0,'-1'-2'121'0,"-1"0"-36"0,2-1-37 0,-2 0 25 0,1 2-5 0,-1-1 11 16,2 1-2-16,-1-2-14 0,0 2-5 0,1-1-7 15,-1-1-2-15,1-1-5 0,0 3-7 0,0-1-15 16,0-1-4-16,0 0-1 0,0 1-3 0,0-3 0 16,0 3-5-16,0 1 1 0,0-3 2 0,0 3 0 0,1-3 2 15,-1 2 1-15,0 1 3 0,1 1 0 0,-1 0 0 16,0 0 1-16,0 1-1 0,-2 0-3 0,0-1-1 16,0 3 2-16,-2-1-3 0,1 1 0 0,-1-1 2 15,1 1 1-15,0 2 2 0,-1 1 2 0,0 1 2 16,-2-3-1-16,2 3 2 0,-2-2 1 0,1 2-3 15,-3-2-1-15,2 1 0 0,0-1-2 0,1 1 1 16,-1-1-4-16,1 1-4 0,-2 2 0 0,2-3 1 16,0 3-3-16,0-2-2 0,-3 2-2 0,2 1-1 15,-1 2-1-15,1-3 2 0,-1 0-3 0,0 5-1 16,0-2 1-16,-2 2 0 0,1-1-1 0,4 3 2 16,-4-2 2-16,4 1 0 0,-3 1-1 0,1 2 3 15,1-2-1-15,2 2 2 0,3 1 0 0,-4 0-1 16,-2-2-1-16,3 3 0 0,1-4 2 0,2 2-2 15,-3-1-2-15,0-1 0 0,2 1 0 0,1 1-1 16,1-1 0-16,2 3 0 0,-2 0-2 0,1-2-1 0,0 3 0 16,-2-2 1-16,3 0-1 0,-1-1 0 0,-1 2 1 15,2-5-1-15,-1 3 1 0,2-1 1 0,2-1 1 16,-4 0-2-16,4-1 2 0,-2 0 0 0,1-1-2 16,2 2 2-16,-2-6-1 0,-2-2 1 0,2 0-1 15,0 2 1-15,0 0-2 0,-1-3-1 16,-1-2-1-16,3-1-6 0,-2 1-8 0,1 2-20 0,-1-4-13 15,-1 2-14-15,4-3-18 0,-2 1-55 0,1 0-35 16,-1-2-38-16,0 0 127 0,1 0-87 0,0-3-35 0</inkml:trace>
  <inkml:trace contextRef="#ctx0" brushRef="#br0" timeOffset="-114889.22">16519 5771 97 0,'1'-1'139'0,"0"1"-8"0,2 0-51 16,-2-1 35-16,0 0-7 0,1 0-7 0,0 1-15 16,0 0 1-16,2 0-16 0,-1 1-9 0,-1 1-12 15,1 0-5-15,2 3-5 0,-1-2-2 0,-1 1-9 16,3 2-10-16,-1-1 4 0,-1 1 2 0,0-1-5 0,-1 3-2 0,4 2-2 15,-3-3 0-15,2 1-2 0,-2 1-1 0,2 1 0 16,0 0 4-16,0-1-4 0,-1 1 1 0,-2-1 0 16,3 1-1-16,-2 1 0 0,-2 0 0 0,1 0-1 15,1-1-5-15,-1-1 2 0,2 3 0 0,1-3-3 16,-4 1 0-16,4 0-1 0,-1-1-1 0,1 1 0 0,-3-2 1 16,3 1-2-16,-2 1 0 0,-3-1-2 15,1-1 2-15,2 2-2 0,-2 0 1 0,1-4 1 16,0 1-1-16,-3 0-1 0,3-1 0 0,-3-2-1 0,2 0-5 15,-2-3-17-15,0 1-8 0,-1 1-12 16,-2-2-11-16,2-1-13 0,1-1-20 0,1 2-86 16,-2-2 119-16,-2-3-65 0,2 2-30 0</inkml:trace>
  <inkml:trace contextRef="#ctx0" brushRef="#br0" timeOffset="-113724.52">16382 5745 918 0,'-9'-8'340'0,"-4"-1"-261"16,7 4-61-16,-2 1-9 0,3-1 1 0,-2 1-1 15,4-1 0-15,0 4 0 0,0 0 4 0,3-1-7 16,0 0-4-16,0 0 2 0,0 0-2 0,3-1-3 0,-3 1-1 16,1-1-1-16,1 0-4 0,-2-1 8 15,1 1 3-15,1-1 2 0,-2-1 9 0,2 1 9 0,1-1 2 16,-2 1 6-16,0 1 7 0,-1-2-3 0,3-1-1 16,-3 0-3-16,3 2-6 0,0-4-5 0,1 2-2 15,-1 0-5-15,0 0-5 0,3 0-2 0,-4 1-1 16,5-1-1-16,-1 2-3 0,0-2 0 0,0 2 0 0,3-2 1 15,1-1-3-15,-2 1 1 0,1 2 0 0,0-1-1 16,3-1 0-16,-1 1-1 0,2 0 0 0,-1 2 0 0,2 0 0 16,-1-1 1-16,0 3-1 0,1 0 1 0,0-1 0 15,-1 2 0-15,2 0-1 0,-3 0 1 0,3 1 1 16,-1 0-1-16,3 1 0 0,1 0 0 0,-3 1 0 16,2-1-1-16,1 3 1 0,-4-2-1 0,3 1 0 15,-2 0 1-15,-1 1-1 0,-1-1 0 0,-1 3 0 16,0-2 2-16,-3-1-1 0,5 2 0 0,-5 1 0 15,-2 0 0-15,0 1 0 0,1 0 0 0,-1-3 0 16,-2 1 0-16,0 3 0 0,-2-2 0 0,0 1-2 16,0-2 2-16,-2 1 1 0,0-2-1 0,0 5 2 15,-1-3-1-15,1 0 0 0,-1-1 1 0,0 0 1 16,0 1 0-16,-1-2-2 0,-1 2 2 0,1-1-1 16,-2-2 0-16,-2 0 1 0,0 2 1 0,2-2-2 15,-3 2 0-15,-2 0-1 0,4 1 1 0,-4-3 2 16,2 3-1-16,0-3 0 0,0 0-1 0,-3 2 1 15,1-4 0-15,1 0 1 0,-3 0-1 0,3 1-1 16,-3-1-1-16,-1 1 0 0,4-1 1 0,0 1 0 0,0-2-2 0,0 2-2 16,0-1 2-16,0 0 0 0,1 0 0 0,3 0 0 15,-6 0-1-15,5 1-1 0,-2 0 1 0,2-2 2 16,-2 4-1-16,1-2-1 0,0 0 1 0,-4-2-1 16,8 2 1-16,-5-1 0 0,3 2 0 0,-6-3 0 15,4 2 0-15,-1-3 0 0,1 2 0 0,4 1 0 16,-5-1 0-16,2-1 0 0,4 1 0 0,0 0-2 15,-1 0 2-15,0 0 0 0,-2-1 0 0,0-1 0 16,3 0 0-16,-2 1 0 0,2-1 0 0,-4 2 0 16,2-1 0-16,1-1-1 0,0 3 1 0,0-1-1 0,-1-1 0 15,2 1 1-15,0-2 0 0,0 1 2 16,0 0-2-16,0 0 2 0,0-1-2 0,1 0 4 0,-1 0-3 16,1 0 0-16,-1 0-1 0,0 0 0 0,0 0 0 15,0-1 0-15,0 1 0 0,-1 0-1 0,3 0 1 16,-2 0-1-16,2 0 1 0,2 0 0 0,-2 0 0 15,0 0 0-15,3 0 0 0,-2 0 1 0,0 1-1 16,1-1 0-16,2 1 1 0,-3 1 0 0,2-1-1 16,-3 0 0-16,3-1 0 0,1 2-1 0,0-1 1 15,-1-1 0-15,-1 1-1 0,3 0 1 0,-3-1 0 16,4 2 0-16,-2-2 0 0,0 2 2 0,1-1-2 16,2 1 1-16,-1-1 0 0,-1 0 0 0,2 1 0 15,0 0-1-15,0 1 0 0,2-1 0 0,-5 1 0 16,2-1 1-16,2 0-1 0,-1 2-1 0,0 0 1 15,1-1 0-15,0 0 1 0,0 2-1 0,0-1 0 0,0 1 1 16,-2 0-1-16,1 0 0 0,0 0 0 0,-2 2 0 16,1-1 0-16,0-1 0 0,-1 0 0 15,-1 1 0-15,2-1 3 0,-3 2 0 0,2-2-2 0,-2 2 2 16,1-2-2-16,-1 1 1 0,0-1 0 0,-1 2-1 0,1 0-1 16,1 0 0-16,-3-3 2 0,0 3-1 0,1-1 1 15,1 2-1-15,0 1-1 0,-2-2 1 0,0-1 1 0,0-2-1 16,1 3 0-16,-2-3 0 0,1 2-1 0,-2 0 1 15,0-1 0-15,2-1 1 0,-2 2-2 0,0 0 0 16,-1 2 1-16,2-3 0 0,-1 2 1 0,0-3-1 16,0 1 0-16,-1-1-2 0,0 0-1 0,1 2-7 15,-1-4-14-15,0 1-9 0,0 1-12 0,0-1-18 16,0 1-55-16,0 0 15 0,1-1-91 0,-1-1 128 16,0 0-95-16,0 0-41 0</inkml:trace>
  <inkml:trace contextRef="#ctx0" brushRef="#br0" timeOffset="-111824.42">17116 5990 575 0,'2'-2'284'16,"-2"1"-174"-16,-2-1-62 0,-1-2 10 0,3 3 5 16,-1-1-7-16,1 0-6 0,0 2-4 0,1-2-14 15,-1 0-5-15,4 0-9 0,-1 2-6 0,-2 0-10 16,3 0 0-16,-2 0-1 0,3 0 1 0,-1 2-1 16,-3-1 5-16,4 0 4 0,-3 1 2 0,4 0 8 15,-3 1 4-15,-1 1 1 0,1-2 3 0,-1 2 4 16,1 1-4-16,1-2 1 0,-2 1-2 0,1 3-2 0,0-2-7 15,-1 4-2-15,2-2-3 0,-2 1-2 16,0 1 0-16,-2 1-5 0,3 0 1 0,-2 1-4 16,0-2 3-16,3 0 0 0,-3 2 0 0,-1-1 0 0,2 0 0 15,2-1 1-15,-4 1 0 0,0-3-1 0,-1 0-1 16,0 2 0-16,2-1 0 0,1-2-2 0,1 2 0 16,-3-3 2-16,3 2-4 0,-1-1 0 0,-1-1 0 15,1-3 2-15,0 1 0 0,-1 0 1 0,1 0-2 16,2 0 0-16,-3-1 1 0,1-1 1 0,1 1-1 15,0 0-1-15,-3-2 0 0,1 3 0 0,-1-1 0 0,0-2 3 16,-1-1-2-16,1 1 0 0,0 0 3 0,-3 0-1 0,3 0 0 16,0-1-2-16,0 0 3 0,-1 1-2 0,1 0 1 15,0-2-2-15,0 1-1 0,0-1 1 0,-2 0 0 16,0 1-1-16,0-2 0 0,-2-1-2 0,-1 1 2 16,3-1 1-16,0 0-2 0,2 2 0 0,-3-1 1 15,-1 0-1-15,4-1-1 0,-2 0 1 0,1 2-1 16,-2-1 0-16,1-2 0 0,1 0 0 0,-2 0-2 15,1 1 2-15,2 1 0 0,-2-4 0 0,3 0 0 16,0 3 0-16,0-1-2 0,-2-1 2 0,2 1-1 16,-1-3 0-16,0 3-1 0,4-1 1 0,-4 2-2 15,-3-3 3-15,4 3-3 0,2-1 1 0,-3 0 1 16,1 2-1-16,0-3 0 0,-1 3 1 0,4-3 0 16,-4-1-1-16,3 2 1 0,0 0 1 0,0 0-2 15,-2 2 1-15,1-1 1 0,2-1 0 0,-1 3 0 16,-3-2 0-16,4-2 1 0,-3 1-1 0,5 1 0 15,-1-1-1-15,-1-3 0 0,-1 4 0 0,2 0 1 0,-3-1-3 16,5 2 1-16,0-1 2 0,-5-1-2 0,5 2 2 16,-1 1-1-16,-1-1-1 0,2-1-1 0,1 2 3 15,-5 0 0-15,0 0 0 0,4-1 0 0,-2 2-1 16,1 1 0-16,-1 0 1 0,0 0-1 0,-1 0-1 16,0 3-1-16,1 0 0 0,-2 0 1 0,-1 2 1 15,3-2-2-15,-1 1 0 0,-1 1 3 0,1 0 0 16,-1-1 0-16,1 2 0 0,-1-1 0 0,1 2 0 15,-2-3 1-15,0 3 0 0,0-2-1 0,2 1 0 16,-2 0 0-16,0 1 0 0,0-2 0 0,1 2 0 16,0 1 0-16,0-2 0 0,-3 0 0 0,2-4 1 0,0 3 0 15,1 0-1-15,-2-2 0 0,0 0 1 0,0 1-1 0,1 0 2 16,-1 1-3-16,0 0 0 0,-1-1 1 0,2 3 0 16,-1-3 0-16,-1-1 0 0,3 2 0 0,-3-5 0 15,1 3 1-15,1 2 0 0,-2-5-1 0,0 0 0 16,1 2 0-16,0 0-1 0,-1-2 0 0,1 1 1 15,-1 0 0-15,1 0 2 0,-1 4-1 0,0-2 0 0,1-2-1 16,-1 2 2-16,0-3-2 0,0 5 2 0,0-3-2 16,0-2 0-16,0 0 1 0,0 0-1 0,0 0 0 15,-1 1 0-15,1 0 1 0,0-2 0 0,0 1-1 16,0 0 0-16,0 1 0 0,0 0 1 0,0-1 1 16,0 0-2-16,0 1 0 0,0 1 0 0,0-2 0 15,0 1 0-15,0-1 1 0,0-1-1 0,0 1 0 16,0 0 1-16,0 0-1 0,0-1 0 0,0 0 1 15,0 1 2-15,0 0-2 0,0-1 1 0,1 0 0 16,-1 0-2-16,0-1 4 0,0 1-3 0,0 0-1 16,-1-1 1-16,2 2-1 0,-1-1 2 0,-1 0-2 15,1 0 0-15,1 0 0 0,0 0-1 0,-1 1 0 16,0-2 0-16,0 0 0 0,0-2 1 0,2 2 0 16,-2 0 0-16,0 1 1 0,1-1 1 0,0-3 0 15,-1 1-1-15,0-4-1 0,0 8 0 0,0-5 2 0,0 3-3 16,0-4 0-16,0-1 0 0,0 4 0 0,0-1-1 15,0 3 2-15,0-5 0 0,0 1-1 0,0 0 0 16,0-1 1-16,2 3-2 0,-1-3 1 0,1 3 1 16,0 0-1-16,1-3 1 0,-2 2 0 15,1-4-1-15,0 4 1 0,0 0-1 0,0-1 1 16,0 0 0-16,0 1 0 0,1 0-2 0,-1 2 2 0,2-2-1 16,-2 1 1-16,0 0 0 0,0-2 0 0,1 2-2 15,1-1 2-15,-1 0 0 0,-1 1 0 0,0 1 1 0,2-3-1 16,-2 3 0-16,2 0 0 0,-1-1 1 0,0 0-2 0,0 0 1 15,-1 1 0-15,1-1 0 0,2 2-2 0,-2-1 1 16,1-1 1-16,2 1-1 0,-3 1 0 0,2-1 1 16,-1 1 0-16,0-1-1 0,0 2 0 0,0-1-1 15,-1 1 2-15,0 0 0 0,0 1-1 0,1-1 1 16,-1 2-1-16,1-2 0 0,1 1 1 0,-2 1 0 16,3 0 0-16,-3 0-1 0,1 1 0 0,0 0 0 15,-3 0 0-15,2 1 2 0,2-1-2 0,-4-1 1 16,4 3-1-16,0 0 0 0,0-1 1 0,-2 0 0 15,2 0 0-15,2 1-1 0,-2 1 1 0,-2 0 0 16,1-1 0-16,0 0 0 0,-1-1-1 0,3 2-1 16,-5-1 1-16,3 0 1 0,1 3 0 0,1-1-1 15,-2 0 1-15,2 1-1 0,-2-2 1 0,3 3 0 16,-2-3 0-16,-1 0 0 0,-1 0 0 0,3 0 1 16,-1 1-1-16,-3-1 0 0,-1 0 1 0,0-1 1 15,0 2-1-15,5 1-1 0,-5-2-1 0,-1-1 1 16,5 2 0-16,-3-2 2 0,4 3-2 0,-3-1 0 15,-1-1 0-15,-2-1 1 0,1 0 0 0,-1-1 0 0,0 0-1 0,2 1 0 16,-2-3 0-16,-2 1-1 0,2-1 1 0,4 2 0 16,-4-1 1-16,2 2-1 0,-2-3 0 0,1 0 0 15,1 3 1-15,0-3 0 0,0 0-1 0,-2 0-2 16,4-1-18-16,-3 1 11 0,1-1-30 0,3 1-12 16,-3-2-45-16,0 0-23 0,0-2-34 0,0 2-36 15,2-2 124-15,-1 0-104 0,-1 0-8 0</inkml:trace>
  <inkml:trace contextRef="#ctx0" brushRef="#br0" timeOffset="-108584.43">17989 5953 37 0,'0'-1'41'0,"0"0"14"0,-1 0-7 0,1 0 17 0,-3 1 9 16,1-2 9-16,2 2 4 0,-1 2 2 0,0-2 1 15,-2 0-9-15,0-2-5 0,1 2-5 0,1-1-6 16,0 1-15-16,1-1 0 0,0-1-10 0,-1 0-8 15,1 1-3-15,0-1-13 0,-2-1-6 0,2 1-1 16,0-1-5-16,0 1-7 0,0 2 5 0,2-1 0 16,-2 0-9-16,0-1 7 0,1 2 5 0,0 0 1 15,-1 0 2-15,0 0 0 0,0 0 3 0,0 0 8 16,0 0-1-16,0 0 5 0,0 0 1 0,0 2-2 0,0-2 8 16,-1-2 0-16,0 1 0 0,1 1-4 0,0-1 7 15,-2 1-1-15,2 0-1 0,0 0 2 0,0-1-3 16,0 1 0-16,0-1-4 0,0 1 0 0,0 1-6 15,0-1-2-15,0 0-2 0,0 0-1 0,0 1-6 16,0-1-1-16,2 1 0 0,-1-1-2 0,0 0-2 16,-1 0 1-16,1 0-1 0,0 0 0 0,2-1 0 15,-2 1 0-15,2 0-2 0,-1 1 3 0,0-1-1 0,-1 1-1 16,4 1 0-16,-1-2-1 0,-3 3-1 0,1-3 1 16,1 0 2-16,0 0 0 0,0-1-1 0,2 1 0 15,-3 0 2-15,0 0 0 0,3 1 0 0,-1 0 3 16,-1 0-2-16,0 2 0 0,2-1 2 0,-2 0 0 15,1-1-1-15,3 1 1 0,-4-1-2 0,4 0-1 16,-4 0 0-16,3 0 0 0,-1-1-1 0,0 0-1 16,5 0 2-16,-3 0-1 0,-5 0-2 0,6 0 2 15,-1 1-3-15,1-1 1 0,0-1-1 0,-3 0 2 16,-4 1-1-16,7 0 0 0,-3-2 0 0,1 1 1 0,2 0-1 16,-3-1-1-16,-2-1 0 0,4-1-1 0,0 4 1 15,-1-4 1-15,1 1-1 0,-2 1-1 0,1 0 3 16,0-1-2-16,3 2-1 0,-4-3 2 0,0 2-2 0,0-1 0 15,-1 0 0-15,0-1 0 0,1 3 0 0,2-2 0 16,-5 1 2-16,3-1-2 0,-2 1 0 0,-1 0 0 16,3 0-2-16,-3 0-6 0,2 2-4 0,-4-2-13 15,2 2-8-15,1-1-7 0,1 1-11 0,-3 0-32 16,2 0-15-16,-2 0 6 0,2 0-43 0,-3 0-80 16,2 0 148-16,-1 0-92 0,2 1-38 0</inkml:trace>
  <inkml:trace contextRef="#ctx0" brushRef="#br0" timeOffset="-107633">18424 5610 647 0,'0'-1'256'0,"0"-1"-159"0,-1 0-37 0,0 0-12 15,1 2-1-15,0-3-23 0,0 2 6 0,1 0-2 16,0 1-2-16,0 0-9 0,1 0-1 0,0 5-3 15,0-4-2-15,-2 1 1 0,0 3 1 0,2 2 2 16,-1-1 11-16,0 0 5 0,2 0-1 0,-2 1 3 0,1 0 8 16,-2-1-1-16,0 2 0 0,2-2 2 0,-2-1-10 15,0 2 1-15,0 0-3 0,1 3-2 0,0-4-8 16,-1 0-2-16,1 1-2 0,0 0-2 0,2 2-1 16,-1-2-6-16,0-1 0 0,-1 0-4 0,1 2 1 15,0 1-1-15,2-1-1 0,-1 2-2 0,1-2 1 16,0 2-1-16,0-1 1 0,0 1 1 0,1-1-2 0,-1 2 0 15,2-3 0-15,-1 2 2 0,1 0-1 0,-4-1 0 16,3 1 0-16,-1-4 0 0,0 4-1 0,-1-3 3 16,-1-3-1-16,2 1 0 0,-3 2-1 0,5-3 1 15,-1 1 0-15,-3 0-1 0,1 0 0 0,2-2 0 16,-3 2 0-16,1-1 0 0,-1-2 0 0,-2 1 1 16,1 0-1-16,-1 0-1 0,0 0 1 0,0-1 0 15,0 0 2-15,3 0-1 0,-1 0-2 0,-2-1 2 16,3 1 0-16,-1-2 2 0,-3 0-2 0,1 1-3 15,-1-1-1-15,0 0-3 0,-1 0-1 0,0 0-12 16,0 0-7-16,1 0-8 0,1 0-9 0,-2-2-35 16,1 1-24-16,0-2-32 0,-2 1-49 0,0-1 122 0,0 0-87 15,-3-3-25-15</inkml:trace>
  <inkml:trace contextRef="#ctx0" brushRef="#br0" timeOffset="-106392.09">18289 5728 527 0,'-7'0'195'0,"0"-2"-139"0,3 2-37 16,0 0-2-16,3-2 1 0,-3 1 1 0,2-2 7 15,2-2 0-15,1 0 2 0,0 2-2 0,-1-4 10 16,0 2 1-16,0-2 3 0,0 1 3 0,3 2 0 16,-3 0-1-16,0 2-3 0,0-2 1 0,1 0-8 15,1 3-1-15,-2-1-3 0,3 0-1 0,0 0-5 16,0 0-2-16,-1 0-2 0,0 1-2 0,-1-1-2 15,1-1-3-15,2 1 0 0,-2 0-3 0,-1 0 0 0,1 0 0 16,-1-1 5-16,1 0 1 0,-1 1 1 0,-1 1 1 16,-1-2 1-16,2-1 6 0,-1 2 0 0,0-1 0 15,0 1-2-15,1-3-3 0,1 1 2 0,0 1-3 16,0 2 0-16,-2-4-7 0,2 1 0 0,0-1 0 16,1 2-2-16,-1-1-1 0,1-1-3 0,0 1 1 15,2-1-1-15,0 0-1 0,0 0 0 0,0 0-1 16,2-1-1-16,-1 1 3 0,2 1-2 0,-2 0 0 0,2-2 0 15,0 2 1-15,0-1-1 0,0 1-2 0,0 2 1 16,3-2-1-16,-1 2 0 0,-1 0 0 0,2 0 0 16,0 1 0-16,-1 1-1 0,1 0 1 0,2 0 0 15,-2 0 0-15,0-1 0 0,0 1 0 0,-1 1 0 0,2 0-1 16,-3 0 1-16,5 2-1 0,-5-2 1 0,2 2-2 16,0 1 0-16,1-1 1 0,2 2 1 0,-7-2 0 15,3 1 0-15,-1 0 0 0,-2 0 1 0,3-1 0 0,-2 2 1 16,-1-1 0-16,0 0 0 0,0 2-2 0,0-1 3 15,3 1-2-15,-4 0-1 0,4 2 1 0,-4 0-1 16,-1-1 0-16,2 2 0 0,-3 0 2 0,3 1-2 16,-2 0 1-16,-2-2 0 0,1 2 1 0,0 0 0 15,-3-1 0-15,-1 0-1 0,0-2 0 0,0 0 2 16,-1-1-3-16,1 2 3 0,0-2-2 0,-3-2 1 16,0 1 1-16,3 2-1 0,-1 0 2 0,-2-1-2 15,0 1 1-15,-2-4 0 0,1 4 1 0,0-3-2 16,-3-1 0-16,2 2-1 0,-2-2-1 0,-1 0 2 15,3 0 0-15,-1 2-2 0,-1-3 1 0,2 3 0 16,0-2 0-16,-5 1 0 0,2-2 0 0,3 1-1 16,-3-1 0-16,-2 0 1 0,2 0 0 0,-4 0-1 15,4-2 1-15,-1 2-1 0,0-1 0 0,-2 1 2 16,3-1 0-16,-1-1-2 0,1 2 0 0,1 0 0 16,0 0 0-16,-1-1 2 0,3 1-2 0,-4 0 0 15,7 0-2-15,-3-1 2 0,0 0 0 0,1 0 0 16,-1 0 0-16,3-1 0 0,0 0 0 0,-2 0 0 0,1 0 2 15,2 1-1-15,0-1-1 0,1 0 0 0,-1-1 0 16,0 0-1-16,1 1-1 0,-1 0 1 0,1 0-1 16,0-1 0-16,0 1 0 0,0 0 1 0,2 0-2 15,-1 0 1-15,0-1 2 0,0 1-1 0,3 0 0 16,-3-1 1-16,1 1-1 0,-1 0 0 0,1-1 1 16,2 1 0-16,-3 0 0 0,2 1 0 0,-2-1 0 15,2 0 0-15,1 0 0 0,-2 0 0 0,3 1-1 0,-1 0 1 16,-2 0 0-16,1 0 0 0,0 1 0 0,2 1-1 15,-4-1 1-15,3 0 0 0,-3 1 1 0,4-2-1 16,0 3 0-16,-1-2-1 0,6 0 1 0,-3 0-1 16,-1 0 0-16,4 1 1 0,-1-1-1 0,2 2 0 15,-2-2 1-15,-2 2 0 0,0 0 0 0,2 1 0 16,-2-1-1-16,2 1 1 0,0 2 0 0,-1-2 1 16,1 0 0-16,0 0-1 0,2-2 2 0,-2 3 0 15,0 0-1-15,1-1-1 0,-1-1 2 0,0 2-2 16,0-1 1-16,-1-1-2 0,-3 4 1 0,1-2 0 15,1-2 0-15,0 4 1 0,-3-3 1 0,1 1 3 16,-1-1 0-16,0 1 3 0,0-2-2 0,0 0 4 16,-2 1 1-16,0-1 0 0,1 0 1 0,-2-1-2 15,0 0 4-15,-1 0 0 0,2 1 1 0,-2-2-1 16,0 0 1-16,0-2 0 0,0 1 0 0,0 2-1 16,-2-3-2-16,2 0-1 0,-1 0-1 0,1 1 0 0,-3-2-4 0,1 0-1 15,1 0 0-15,-1-2-1 0,-1 1-6 0,1-3-6 16,-2 0-11-16,1 0-6 0,0 1-4 0,0 0-6 15,0-2-7-15,1 2-24 0,-1-1-6 0,2 3-11 16,0 0-9-16,-1-1-52 0,1 1-34 0,1 0-42 16,1 2 134-16,2 0-114 0,-2-1-47 0</inkml:trace>
  <inkml:trace contextRef="#ctx0" brushRef="#br0" timeOffset="-105065.73">19153 5920 357 0,'0'-1'152'0,"-2"1"-81"16,1 0-15-16,2 0 0 0,-2-1-1 0,0 1-10 15,1 0-19-15,1 0 8 0,-2-2 1 0,1 1-6 0,0 1-7 16,0-1 0-16,4-1-1 0,-4-1-3 0,3 2 0 16,-3-1 2-16,3 0 7 0,-2-2 2 0,1 2 3 15,1-1 2-15,-3 3 0 0,0-2 6 0,2 1-2 16,0 0 0-16,-1-2-5 0,1 3-4 0,-2-1 1 15,1 0-6-15,-1-2-1 0,4 1-8 0,-3-1-3 16,0 1-2-16,1 0-4 0,-2-1 1 0,0 1-3 16,-2-2-2-16,2 2 1 0,-2 0-1 0,-2-1-1 15,3 2 2-15,-1-2-1 0,1 1-1 0,1 0 0 16,0 0 1-16,-2-1 0 0,2 1-2 0,0 0 1 16,-4 0-1-16,2 1 1 0,0 0 0 0,-2 0-1 0,2-1 0 15,-4 2 0-15,2-3 1 0,0 2 0 0,1 0 0 0,-2 0 0 16,1 0-1-16,0 0 2 0,0-1 1 0,1 2-2 15,-3 0 0-15,3-1 3 0,3 0 0 0,-4 1 3 16,1 0-1-16,0-2 1 0,-4 2-1 0,4 0 1 16,-2 0 3-16,-2-1-3 0,0 1-1 0,2 0-2 15,-2 0 1-15,2 0 1 0,-1 1 1 0,-1-1-1 0,1 2 1 16,-2-1 0-16,4 1 1 0,-3 0 1 0,0-2 1 16,1 2-1-16,2-1 0 0,0 3-2 15,1-1-1-15,-1 0 1 0,-1 2-3 0,0-2-2 0,3 1 0 16,-1-1-2-16,-1 1 0 0,-2-1 1 0,4 1-1 15,-3-1-1-15,2 0 1 0,0 0 0 0,-2 0 0 16,2 2 0-16,0-2 1 0,1 2-1 0,-1-1 0 16,1 0 0-16,0 2 0 0,2-3 0 0,-2 1 0 15,1 2 1-15,-2-4-1 0,3 1 2 0,-1 2-2 16,1-3 0-16,0 2 0 0,0 0 1 0,-1-2 0 16,1 2-1-16,0-1-1 0,0 1-1 0,1 0 2 15,0-1 0-15,2 0-1 0,-2 0 0 0,1 0 1 16,0 0 0-16,-1 0 0 0,1 0 0 0,0-1 0 15,-1 2-1-15,1 1 1 0,0-1 0 0,-1 0 0 0,1-1-1 0,0 1 1 16,1 1 1-16,0-1-2 0,-2-1 1 0,1 1 0 16,0-1 3-16,2 0-3 0,-3 0 1 0,2 1 1 15,-1-2-3-15,0 2 2 0,1 1-1 0,0 0-1 16,-1-1 1-16,0 3-2 0,2 0 1 0,-2-4-1 16,2 5 2-16,1-4 0 0,-1 0 0 0,0 2-1 15,1-1 1-15,-1-3 0 0,2 4 0 0,-1-1 1 16,-2-1 0-16,1 1-1 0,-2-3 0 0,-2 1 0 15,3 0 1-15,-2-2 1 0,-1 1-1 0,1 0-1 16,0 0 0-16,0 0 0 0,2 0-3 0,1 1-1 16,-4-3-5-16,3 2-3 0,-1 2 0 0,0-3-3 0,0 1-7 15,-2-1-3-15,0 0-4 0,0 0 0 0,2 1-4 0,-4-2-10 16,2 2-4-16,0 0-4 0,0-2 0 0,0 1-17 16,0 1-9-16,0 0-12 0,-1-1-11 0,1-1-39 15,-1 2 91-15,-1-1-60 0,2 2-20 0</inkml:trace>
  <inkml:trace contextRef="#ctx0" brushRef="#br0" timeOffset="-104181.74">18846 6136 457 0,'0'-2'199'0,"-2"2"-115"0,1 0-7 0,1-2-30 16,0 2-7-16,0 2-4 0,0-5-23 0,0 2 5 15,0 0-3-15,1-1-6 0,1 1-1 0,-2-1-4 16,0 1-3-16,1 0-1 0,1 1 0 0,-1-2 5 15,0 2 2-15,-1 0 3 0,3 2 10 0,-2-2 5 16,0 2 3-16,-1-1 4 0,2-1 8 0,-1 0-3 16,0 0 2-16,0 0 1 0,-1-2-6 0,1 2-4 0,-1 0-1 15,4-3-1-15,0 3-6 0,-2 0 2 0,4 0-5 16,-3 0-1-16,2 2-3 0,2-4-1 0,-4 2-3 16,2 2 2-16,-1-2-3 0,0-2-2 0,1-1-2 15,1 2 2-15,-1 0-2 0,0-1 1 0,2 1 1 16,-1-3-1-16,1 1 0 0,1 2 0 0,-1 1 0 15,1 0-1-15,1-2 2 0,-2 1-2 0,2-3 0 16,-1 3-1-16,-1 1-1 0,1-2 1 0,-1 2 1 16,-1-2-2-16,2 2-1 0,-2 0 2 0,-2-1-3 15,5 1 2-15,-3 0-1 0,2-1 0 0,-1 1 0 16,0 1 0-16,-2-1 1 0,1 0-3 0,2 0 5 0,-6 1-3 16,3 0 1-16,0-1 0 0,-2 0 0 0,0 0 1 15,-1 0 0-15,1 0 2 0,-1 0-3 0,0-1 2 0,-2 0 0 16,1 1-2-16,2 0 0 0,1 1-1 0,-1 0 1 15,-1 0-1-15,0 1 0 0,2-1 0 0,-2-1 0 16,0 0-1-16,1 2-1 0,-1-2 0 0,-2 0 1 16,2 0-1-16,2-3 2 0,-4 2-3 0,1 1 1 15,0-1-1-15,0 1 2 0,1-1 0 0,3 0-2 16,-3 1 0-16,1 0-2 0,-1 0-2 0,4-1-5 16,-5-1-3-16,1 1-5 0,0-1-7 0,1 1-4 15,-1 1-9-15,0 0-23 0,-1 0-11 0,1 0 4 16,0 0-25-16,1 1-20 0,1 1-82 0,-1-2 132 0,1 1-83 15,0 0-23-15</inkml:trace>
  <inkml:trace contextRef="#ctx0" brushRef="#br0" timeOffset="-101911.18">18983 6234 228 0,'-1'-2'137'0,"0"0"-56"15,0 1-43-15,-1 0 25 0,1-1-7 0,1-1-5 16,1 3-7-16,2-3-14 0,-1 2-6 0,-2-2-4 15,2 2-4-15,1-2-9 0,-1 0-2 0,2 3-3 16,-2-5-1-16,-1 4 1 0,2-2-2 0,0 1 1 0,-2 0 1 16,0 0-1-16,0 1 0 0,2-1 0 15,-1 0 1-15,-2 1-1 0,4 1 0 0,-4-1 0 0,1 1 0 16,-1-1 2-16,0-1 1 0,0 2 5 0,-4-2-1 0,5 1 6 16,2 1 2-16,-2 0 0 0,1 0 1 0,-2 0 6 15,0 0 3-15,0 0-1 0,0 1-2 0,0 0 1 16,0 0-1-16,-3-1 1 0,2 0-1 0,2 1-3 15,0-1-6-15,1 2-3 0,-2-2 2 0,0 0-6 16,2 4 0-16,2-2-2 0,-2-1 0 0,0 3-4 16,1-2 2-16,-1 2 0 0,-1-3-1 0,2 2 2 15,-2-1 0-15,0 3 1 0,-1-5 1 0,-1 1 1 0,0 0 0 16,1 1 1-16,1 2 3 0,-1-3 2 0,0 2-1 16,-1-3 1-16,3 4 2 0,0-1 0 0,-2 1 2 15,0-3 0-15,0 0-6 0,0 1 1 0,2 1 1 16,0-1 0-16,-1 0-3 0,-1 0-1 0,1-1 0 15,2 2-1-15,-3-1 2 0,3-1-1 0,-2 2-1 16,-1-1 0-16,0 0 0 0,0-1 5 16,0 0-1-16,1 0 1 0,0 0 0 0,-1 2 1 0,2 0-1 15,0-1-1-15,-2 0 1 0,2 1-3 0,-1 0-3 16,2-1 1-16,-3 0-2 0,2 0-2 0,0 0-1 16,-3 1 0-16,4-1 0 0,-1 0-3 0,0 0 1 15,1 1-1-15,2-1 0 0,-4 0 0 0,0 0 0 0,4 1 2 16,-3-2-1-16,0 0 0 0,-2 1 1 0,0 0 0 0,-3 0 0 15,3-2 0-15,0 1 0 0,-1 0 0 0,1-1 0 16,2 2 0-16,0-2 0 0,-2 0 0 0,0 0-1 16,0 1-1-16,1-1 1 0,-1 1-1 0,0-1 0 15,-3 2-1-15,3-1 1 0,0 1 0 0,2 0-1 16,-2-1 1-16,0 1 0 0,0 1-2 0,-2 0 0 16,1-2-1-16,-1 1-2 0,1 1-1 0,1-2 0 15,-1 2-6-15,1-1-2 0,0 0-2 0,0 1-4 0,1 0-8 16,0-2-6-16,2 1-8 0,-3 1-10 0,0-1-7 15,2-1-19-15,-6 0-63 0,4 1-38 0,-1-1 123 16,-3 0-88-16,2 0-37 0</inkml:trace>
  <inkml:trace contextRef="#ctx0" brushRef="#br0" timeOffset="-90215.13">18988 5408 21 0,'1'-1'19'0,"-1"-1"-9"0,1 1 7 16,1 0 0-16,0 0-1 0,0-1-7 0,-2 1 15 16,1-1 3-16,-1 1 2 0,2-2 6 0,-1 2 7 15,2 0 5-15,-3 0 2 0,2 0 3 0,-2-1-2 16,1 0-1-16,-1 2-3 0,2-3 0 0,-2 2-5 16,1 1-1-16,0-1-3 0,-1 0-4 0,-1 1-2 15,0-1-1-15,2 1 0 0,-1-1-3 0,-1-1 0 16,1 0 0-16,0 1 2 0,0-1-2 0,1 1-2 0,1 0-2 15,-3-2-1-15,1 1-2 0,2 2-6 0,-2-1-3 16,1 1-1-16,2-3 1 0,0 3-2 16,-1-1-1-16,0 1-3 0,0 0 3 0,4 0 0 0,-2 0-1 15,0 0 1-15,-1 0 0 0,1 0 1 16,1-1 1-16,0 1 1 0,2 1 2 0,-4-1-2 0,4 0 2 16,-2 0 1-16,-2 0 0 0,2 0-2 0,-4 0 1 15,3-1-2-15,-2 1-1 0,1-1 0 0,1 1-1 16,-1 2-2-16,3-2 1 0,-2 0-2 0,0 3-1 15,2-1 0-15,-2-1-2 0,0 1 0 0,-2-1 0 16,2-1 0-16,3 2-1 0,-2-1 4 0,-1 1-4 16,-1 0 0-16,2-2 4 0,1 1 1 0,0 2-4 15,0-2 4-15,-4 1-1 0,1-1 2 0,2 2 0 0,-2-2 2 16,0 2 1-16,-2-3-2 0,1 1 1 16,2 0-1-16,-1 0 2 0,0 0-2 0,1-1 0 15,-1 3 1-15,0-2-2 0,-1 1 2 0,3 0 1 16,-2-1-2-16,-2 1 0 0,1 1-1 0,1-1-1 0,-1-1 0 15,1 0-1-15,-1 2-4 0,0-2 2 0,1 2 2 16,-1-1-3-16,1 0 3 0,-1 0-2 0,0 1 1 16,1-2 0-16,1 2 3 0,-2-1-2 0,3 3-3 0,-1-1 1 15,-1 1 0-15,1-4-2 0,-1 4-2 0,0-2 3 16,0 1-2-16,1-2-1 0,-1 1 3 0,-2-1-1 16,2 2 0-16,1 1 2 0,0-2-2 0,-1 1 1 15,1 1 0-15,0-1 0 0,-2 0-2 0,3 1 0 16,-3-1 1-16,2 2 0 0,0-1 1 0,0-1-2 15,-1 2 1-15,0-3-2 0,2 2 1 0,-1-1 0 16,-1-1 0-16,2 1-1 0,-1 0 0 0,0-1 0 16,0 3 0-16,0-1 1 0,-1 1 0 0,1-2 1 0,-1 1 0 15,0 0-1-15,1 0 2 0,-2 0 0 0,0-2-2 16,0 1 1-16,0 1 2 0,1-1-3 0,-1 1 1 16,-1-2 1-16,1 1-2 0,0 2 2 0,0-2 0 15,-1 0 0-15,2 2-3 0,-2-2 2 0,1 2-1 16,0 0 1-16,0-1-1 0,-2-2 2 0,3 1-3 15,-2 3 2-15,1-2-1 0,0 0 2 0,-1-1-2 16,0-1 0-16,0 2 0 0,0 0-1 0,0-1 1 16,-1-1-1-16,3 0 2 0,-3 4-3 0,1-1 2 15,1 0 1-15,-2-1-2 0,2 2 2 0,0-2-1 16,1 1 0-16,-2-1 0 0,0 1 1 0,-1-2-2 0,1 2-1 16,-1-1 0-16,0 0 1 0,0 1 0 0,3-1 0 15,-2 0 0-15,1 1 1 0,-2 1-1 0,0-2 0 16,3 3 2-16,-3-2-2 0,0-1 0 0,0 2 0 15,-2-2 0-15,2 2 0 0,0 0 1 0,0 0-1 16,-1-2 1-16,1 2-1 0,0 1 0 0,1-2 1 16,-2 3 0-16,1-2 1 0,0 0-2 0,0 1 1 15,0-1 1-15,0-2-2 0,-1 3 2 0,0-1-1 16,1-1-1-16,0-1 0 0,-1 0 1 0,0 0 1 16,-1 0-1-16,2 2 1 0,-2-3-2 0,1 0 0 0,-1 1 2 15,1 1-1-15,0-2 0 0,1 0-1 0,-1 1 0 16,1-1 0-16,-1 1 0 0,0 1 0 0,1-1 2 15,0 0-2-15,0 2-1 0,0-1 1 0,0 0 0 16,0 1 1-16,0-1-1 0,0-1-1 0,0 1 0 16,0-2 1-16,0 2 0 0,0-2 2 0,0 0 0 15,0 2-2-15,0-1 2 0,0 2 0 0,0-4-1 16,0 1 0-16,-2 3 1 0,2-1-1 0,0-3 0 0,-1 1-1 16,1 2 1-16,0-4 1 0,0 4 2 0,0-3-2 15,0 1-1-15,0-1 1 0,-1 2 0 0,1-1 0 16,-2 0 2-16,2 0-2 0,-1 1 1 0,0 0 0 15,-1-2 1-15,2 1 0 0,0 0 0 0,-1 0 2 16,1-1-3-16,-2 2 1 0,2-3 0 0,-1 1 0 16,-1 0-2-16,0 1 0 0,1 0 2 0,-1-1-1 0,0 2-2 15,2-2 1-15,-3 2 0 0,0 1 0 0,2-1 0 16,0-1 2-16,-2 0-1 0,1 0-1 0,1 0 0 16,0 0 0-16,0-1 1 0,-1 1-2 0,0-1 2 15,1 0-2-15,-1 0 1 0,0 1 0 0,0 0 1 16,-1-1 0-16,1 2-1 0,1-2 1 0,-1 0-1 15,0 1 0-15,0 0-1 0,0-1 1 0,0 0-1 0,0 1 0 16,-1-1 0-16,1 0 1 0,-2 2-1 0,1-1 0 16,2-2 1-16,-3 2 1 0,1-1-3 0,0 0 1 15,0 1 0-15,2-2-1 0,0 2 1 0,-1-1 0 16,-1 1 1-16,1 0-2 0,1-2 1 0,-2 3 0 16,0-1 1-16,0-2-2 0,1 0 1 0,0 2-1 15,1-2 0-15,0 1 0 0,-3-1 0 0,3 1 0 16,-1-1 0-16,1 1 1 0,-1-1 0 0,0 0 1 15,-2 1 1-15,2 0-3 0,2 2 0 0,-3-4 2 16,3 3-1-16,-2-2 0 0,1 1-1 0,-2-1 0 16,2 1 1-16,-1-2-1 0,1 1 0 0,-1 0 0 15,0-1 0-15,0 0 1 0,0 1 1 0,1 0-1 16,-1 0-1-16,0-1 2 0,2 1-2 0,-2 0 0 16,1 0 2-16,1-1-2 0,-3 2 0 0,2-2-1 15,0 0 1-15,0 1 1 0,0-2 1 0,1 2-1 16,-3-2 0-16,0 1 0 0,2 0 2 0,0 1-1 0,0-1-2 0,0 0 1 15,0 1 1-15,1-1-2 0,-2 0 1 0,2 0 0 16,0 0 1-16,-1-1 0 0,0 0 0 0,1 1-1 16,-1-1 0-16,-1 0 1 0,1 0-2 0,1 0 1 15,0 0-4-15,0 0-14 0,0 1-8 0,1-1-8 16,-1-1-13-16,2 1-36 0,-1 0-22 0,0-2-26 16,0 2-36-16,2-1 107 0,-1 1-74 0,3 0-18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08T05:47:24.086"/>
    </inkml:context>
    <inkml:brush xml:id="br0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16862 6538 63 0,'0'0'56'0,"0"-2"-21"0,0 1 7 16,-2 1-2-16,0 1-18 0,0-1 16 0,1 0-7 15,0 0-3-15,1-1 0 0,0 1-1 0,0 0-2 0,-1 0 2 16,1-1-5-16,0 1-6 0,0 0 2 0,0 0-3 16,0 0-3-16,-1-1-3 0,1 1-3 0,0 0 1 15,0 0-2-15,0 1 1 0,1-1 4 0,0 1 3 16,0 0 1-16,0 2 4 0,1-2 5 0,-2 0 2 16,0-1 2-16,0 0 1 0,0 1-1 0,0 0-3 15,0 0-3-15,0 1 0 0,0-1-2 0,-2 4-2 16,4-2-3-16,-2 0 0 0,0 1 1 0,1 0 0 15,-1-1 0-15,0 2 2 0,1-1 1 0,-1 2 0 16,0-2 1-16,0 0 1 0,0 1-4 0,2-3-1 0,-2 2-2 16,0 1-2-16,0-2-1 0,0-1 1 0,0 0-3 0,0 2 1 15,-2 2 0-15,2-1 1 0,0 0 1 0,0-1 0 16,0 3-3-16,-1 2 2 0,1 1 0 0,0-3-1 16,-1 1 2-16,-1 2-1 0,2 0 0 0,0 1 2 15,0-2 1-15,-1 1-2 0,1-1-1 0,1 0 1 16,-1-2-4-16,0 0 2 0,-1 3-1 0,2-5-1 15,1 3-1-15,-2-1 0 0,0-2 0 0,-2 2 0 16,4-2 0-16,-2-2-1 0,0 1-1 0,0-1 0 16,-2-1 0-16,2 0 0 0,0 2-2 0,0-3-1 15,-1 0 2-15,1-1 0 0,0 0 1 0,1 1-2 16,-1-1 2-16,2 0 0 0,-2 0 2 0,1 0 0 16,-1 0-3-16,0 0 2 0,0 0-1 0,-1-1 0 0,-1 0-3 15,1-1 1-15,-1-1-1 0,1 1-1 0,0-2 1 16,1 3-1-16,0-1 0 0,-2-2 1 0,1 1 1 15,1-1-2-15,0 1 0 0,-1-2 0 0,0 2 0 16,1-3 0-16,-2 2 0 0,2-1-1 0,-1 1 0 16,1 0 1-16,-2-2 0 0,1 2 0 0,0-1 0 15,1 1 0-15,0 0 0 0,0-1 0 0,-2 0 1 16,2-1-1-16,0 0 0 0,0 1 0 0,0 0 1 0,-1-1-1 0,1 2 0 16,0-4 0-16,0 5-2 0,0-1 2 0,0-1 0 15,0 0 1-15,1-2-1 0,1 2 0 0,-2-2 1 16,2 3 0-16,-2-4 1 0,0 2-2 0,0-1 0 15,0-1 0-15,0 3 0 0,2-2 0 0,-1 2 0 16,-1-4 0-16,0 0-2 0,0 2 2 0,2 3 0 16,-2-3-1-16,2 0 0 0,-1 2 1 0,-1-4 0 15,0 3-1-15,3 3 1 0,-2-5 0 0,0 1 0 16,0 0 1-16,0 3-1 0,1 0 0 0,0-1 0 16,0 2 0-16,-2-2 2 0,1 3-2 0,2 0 0 15,-2-1 0-15,1 0 0 0,-1-1 0 0,-1 1 0 16,2-1 0-16,0 0 0 0,0 1 0 0,-1 0 3 15,1-1-3-15,1 2 1 0,0 1 0 0,-3-2 0 0,2 2 2 16,-1 1-3-16,0-1 0 0,-1 0 1 0,1-1 1 16,-1 1 0-16,2 1-2 0,-1 0 2 0,0 0-1 15,-1-1 3-15,1 1-2 0,-1 0 1 0,2 1 1 16,-1-1 0-16,-1 0 2 0,1 0-2 0,-1 1 4 16,1-1-2-16,0 2 3 0,0-2-1 0,1 1-2 15,-1 1 1-15,0 0 0 0,1-1-2 0,-1 2-2 16,0 1-1-16,0 0-1 0,1-1 0 0,0 2-1 15,0-2 0-15,-1 1 0 0,3 2 0 0,-2-2 0 16,2 1 2-16,-3 0-2 0,2 1 0 0,0-1 2 16,1 2 0-16,-2-2-1 0,-2 1 1 0,2 0 0 15,0 0 1-15,1 1 2 0,0-1 0 0,-2 1 0 16,1 0 2-16,-1-4-2 0,2 4 1 0,1-2 1 16,-2-1-2-16,-2 1 0 0,4 1-2 0,-2-3-1 15,-1 3 0-15,2 1 2 0,0-3-1 0,-2 3-2 16,1-3 1-16,0 1-2 0,2 0 2 0,-3 0 1 0,1 0-3 0,1-1 0 15,-1 1 2-15,0-2 0 0,0 1-2 0,0 0 1 16,-2-1 2-16,2-1-2 0,0 0 0 0,-1 1 2 16,0 1-2-16,2-4 0 0,0 1 1 0,-2 1 0 15,0-2-2-15,1 2 0 0,-1 1 4 0,1-3-2 16,-1 0 0-16,-1 1 0 0,1-1 0 0,-1 0 2 16,1 1 0-16,-1-1 3 0,0-1-2 0,2 1 1 15,-1 0 0-15,-1 0 0 0,1 0 1 0,-1 0-3 16,0-4 4-16,1 4-5 0,-1-2 2 0,0 0-1 15,0 1 0-15,-1-3-1 0,1 1 1 0,0 1 0 0,0 2-3 16,0-1 1-16,1 0 1 0,0 0 0 0,-1-3-2 16,0 4 3-16,0-4-3 0,0 1 0 0,0-2 2 15,0 2-1-15,0 0-1 0,0 0-1 0,0-2 0 16,0 2 1-16,0-1-1 0,0 2 0 0,0-2 1 16,0-1 0-16,0-1-1 0,0 1 2 0,0 2-1 15,0-3-1-15,0-1 0 0,0 1 0 0,0 2-1 16,0-1 1-16,0 1 0 0,0-1 0 0,0 0 0 15,1 2 0-15,-1-2 0 0,0 0 0 0,2 0 0 16,-2 1 0-16,0-1 0 0,0-1-1 0,1 3 1 16,-1-2 0-16,1 2 0 0,1 1 0 0,-2-2-1 15,0 0 1-15,1 1-1 0,-1-1 2 0,0 0-1 16,0 0 1-16,0 1-1 0,1 0 0 0,0 1 0 16,-1 0 1-16,2 2-1 0,0-1-2 0,-1 0 0 15,0 0 0-15,0 0-1 0,1 0 3 0,-1 0 0 16,1-1-1-16,-1 0-1 0,0 1 1 0,3 1 1 15,-2 0 0-15,0-1 0 0,0 1-1 0,1 0-2 0,0 0 3 16,-3-1 1-16,3 0-1 0,-1 0 0 0,-1 0 0 16,0 0 1-16,1 1-1 0,-1 0 0 0,-1-2 0 0,1 2-3 15,1 0 3-15,-2 0 0 0,0-1-1 0,1 1-1 16,0 0 2-16,1 3 0 0,-1-2-1 0,1 0 2 16,-1 0-1-16,-1 0 0 0,1 0 0 0,-1 1 0 15,1-1 0-15,-1 0 0 0,0 2 1 0,2-3-3 16,-1 2 2-16,2 1 0 0,1-1 0 0,1 2-1 0,-5-3 1 15,3 0-2-15,1 1 2 0,-3 1 0 0,1-1 0 16,-1 1 0-16,0-1 0 0,-2-1 0 0,2 2 0 16,1 2 2-16,1-1-2 0,-1-4 1 0,1 5-1 15,-2-1 0-15,2 0 0 0,0-2 0 0,-1 3-2 16,-2-4 2-16,0 1-1 0,2 4 0 0,-1-3 2 16,-1-1-1-16,3 2 0 0,-3 0 0 0,3-1-1 15,1 2 1-15,-3 1 0 0,1-2 0 0,0 1-1 0,-1-1 1 16,5 1 0-16,-6 0 2 0,1-1-1 0,-1-2-1 15,2 3 3-15,-1-1-3 0,-1 2 2 0,0-3 0 16,4 1-2-16,1 3 1 0,-5-4 0 0,2 3 0 16,0-1-1-16,0 1 0 0,0-2 1 0,0 1-1 15,0 1 1-15,-2-2-1 0,1 3 0 0,0-4 1 16,-1 0 1-16,0 1-2 0,0 0 1 0,-2-1-1 16,2 1 0-16,0 1 1 0,1-3-1 0,-1 4 0 0,0-1 0 15,4 1 0-15,-3-2-2 0,1 0 2 0,1 1 0 16,-2-2 1-16,2 3-1 0,-1-2 0 0,2-1 0 15,-3 1-3-15,3 0-4 0,-1 0-21 0,1 1-10 16,1-3-17-16,1-1-15 0,2 0-54 0,-2 1-32 16,3-2-40-16,-2 0 120 0,1-1-106 0,2 0-42 15</inkml:trace>
  <inkml:trace contextRef="#ctx0" brushRef="#br0" timeOffset="1069.08">17291 6713 81 0,'0'-2'52'0,"0"0"-21"0,-2-2-16 0,2 4 14 0,-2-2 1 16,2-1 0-16,2 2 0 0,-4-2-1 0,2 2 4 15,2 0 2-15,-2 1 0 0,0-2 1 0,1 2-5 0,0 0 8 16,-1-2 1-16,0 2-4 0,0-1 0 0,-1 0-3 0,1 1 4 15,1 0-1-15,-1 0-3 0,0 0-8 0,1 2-1 16,-1 0 0-16,0-1-2 0,5 5-2 0,-5-5-1 16,1 3-5-16,1-1 2 0,-2-1 0 0,0 2-1 15,0 1-2-15,0-3 1 0,0 2 2 0,0 0-1 16,0-1 4-16,0 3-1 0,0-1 0 0,1 1 0 16,2 0 1-16,-2 0 0 0,-1-1-1 0,0 3-2 15,4-1-2-15,-3-1-1 0,-1 1-2 0,2-1 1 16,-2-1 1-16,0-1-2 0,0 0 0 0,0 1-1 15,0-1 1-15,0-1-1 0,1 1 0 0,0-1-2 16,-1 0 1-16,1 2-1 0,3-2 0 0,-4 0 2 16,1-1 1-16,-1 0 0 0,0 1 2 0,0-1 5 15,0-1-2-15,0-1 1 0,0 0 2 0,0 1-2 16,0-1-1-16,-1 0 0 0,1-1 0 0,-3-1-5 16,3 0-1-16,-1 1-2 0,0-3-1 0,0 1-2 15,0-1-1-15,1 1-1 0,-2-2 0 0,2 2 1 0,-1-2-3 16,-2-1 3-16,2 1-2 0,0 0 0 0,-1-1-1 15,0 2 0-15,2 1 0 0,0-3-2 0,-2 2 1 16,2 0-1-16,0 0-1 0,-1 0 1 0,0-3 0 16,3 4 0-16,-2-4 0 0,2 3 1 0,-2-1-1 15,0-1-1-15,0 1 2 0,1 1 0 0,-1 0 0 16,1-3-2-16,-1 2 1 0,0-1 0 0,1 1 1 16,0 1 2-16,3-2-1 0,-3-3 0 0,0 3 0 15,-1 1 1-15,0 0 1 0,2 0 1 0,-2-2-2 16,2 3-1-16,-1-2 0 0,1 3 1 0,1-3 0 15,-1 3-1-15,0 0 0 0,0 2 0 0,-2-2 0 0,1-1-1 16,-1 1 0-16,1 3-1 0,0-3 1 0,-1 0 2 0,2 0-1 16,-1 3-1-16,2-2 0 0,-3 1 2 0,2 1 1 15,-1-1-1-15,1 1-1 0,1-3 2 0,-2 2-3 16,0 0 2-16,2 0 3 0,-2 0-3 0,0-2-1 16,1 1 1-16,0 1 1 0,-1-2 0 0,0 3 0 15,1-2-1-15,-1 1 0 0,0 0-1 0,0 1 2 16,0 0 1-16,0 0-3 0,1 0 2 0,-1 0-1 15,-1 0 0-15,0 0 1 0,1-1 0 0,0 1 1 16,-1 1-2-16,0-1 0 0,2 1 0 0,-1-1-2 16,-1 0 3-16,2-1-2 0,-1 1-1 0,2-1-2 0,-2-1 2 15,0 1-1-15,1-2-2 0,-1 1 1 16,0 2-7-16,0-1-5 0,1 0-3 0,1 1-9 0,-1-1-30 16,-2 1-13-16,3 0-18 0,-1 2-27 0,0-2-85 15,1 1 137-15,0 2-90 0,-1 2-38 0</inkml:trace>
  <inkml:trace contextRef="#ctx0" brushRef="#br0" timeOffset="2353.03">17456 6452 444 0,'-1'1'154'0,"-1"-1"-124"0,0 0-26 16,2 2-4-16,-1 0-1 0,-1 1 0 0,1-1 3 0,1 2-2 15,0 1 1-15,0-1 1 0,0 2-1 0,0-1-2 16,0 3 9-16,0-1-3 0,1 3-2 0,-1-2 3 16,0 0 33-16,0-1-18 0,0 5 35 0,0-1 7 15,-1 1-6-15,1-5 9 0,-1 4 6 0,1 1 2 16,-2 2-31-16,1-1 19 0,-1-2-34 0,1 3-3 15,0 0-1-15,-1 0-5 0,2 0-6 0,-1-1-3 16,1-1-2-16,0 0-1 0,0-1-2 0,0 0-1 0,0-4 0 16,0 4-2-16,0-5 1 0,0 1 0 0,1 1 1 15,2-4-1-15,-2 1 1 0,2 1 0 16,-3-2-1-16,3 0 2 0,0-2-1 0,-3 0 0 0,0-2-1 16,0 2 1-16,0-1 0 0,2 0-1 0,-1 0 1 0,0-1 1 15,1 0-3-15,2-1 1 0,-4 1 1 0,0-2-1 16,3 0 0-16,-2-1 1 0,1 0 0 0,-1 0-4 15,2-1 4-15,-3-1 0 0,3 1-2 0,-1 0 1 0,-2-1 1 16,2 1-2-16,-1-2-1 0,2 1 2 0,-2-1-2 16,0 1 1-16,1-2-1 0,-1 1 1 0,1-1-2 15,0 0 1-15,1 0 1 0,-3 0-1 0,2 2 0 16,0-1 0-16,-1-1 0 0,2 5-2 0,-2-3 2 16,3 1 0-16,-2-1-1 0,1 1 0 0,2 2 0 15,-1-1 0-15,-1-5 0 0,3 3 1 0,-3-1-1 16,1 1 0-16,3-2 0 0,-3 0 0 0,0-2 1 15,1 3-1-15,0 3 0 0,0-6 1 0,0 1-2 16,2 2 1-16,-5 0 0 0,5 1 0 0,-1-2 0 16,1 2 0-16,1-1 0 0,-4 2 1 0,1 1 1 15,2-1-1-15,-2 2-1 0,-1 1-1 0,0-1 2 16,-3 2-1-16,0 0 0 0,3 2 0 0,-3-2 0 16,0 3 0-16,2 1 0 0,-1-1 1 0,-3-1-1 15,1 1 1-15,-2 2 0 0,2-1 1 0,0 1 1 16,0-1-1-16,-3 1 0 0,-2 1-1 0,3-2 1 0,-2 2 0 15,0 0 1-15,0 0-3 0,-2-1 1 0,1-1-1 16,-1-1 2-16,0 0-1 0,4 2 1 0,-5-3-1 16,1 1 0-16,0 0 0 0,2 2 0 0,-3 1 1 15,3-1 0-15,0 0-1 0,-2 2-1 0,1-2 0 16,1-1 0-16,0 2 0 0,1-2 0 0,-2 0 1 16,1-2-3-16,1 0 2 0,-1 0 1 0,2 1 0 15,0 1-1-15,-1-4 0 0,2 3 0 0,0-2-1 16,-1 0 2-16,1 0-1 0,0 0 0 0,1-1-1 15,0 0 0-15,0-2 0 0,0 2 1 0,0 0 0 0,0 0-1 16,0 1 0-16,0-1 0 0,0 0 1 0,0 0 0 16,0 0 0-16,0 0 0 0,0-1-1 0,1 1 0 15,0 0 1-15,2 0 1 0,-2 0-1 0,0 0-1 0,-1 2 0 16,2 0 1-16,0-1 0 0,-1-1-1 0,0 2 1 16,2-1 0-16,-1 1 1 0,0 0 2 0,1 0 0 15,1 1-2-15,-2 0 3 0,-1-1-2 0,2 3-1 16,-1-3 1-16,0 3-1 0,2-2-1 0,-1 2-1 15,1-1 2-15,0 2 0 0,2-1 1 0,-1 0-1 16,0 0-1-16,1-2 1 0,0 4 0 0,0-3 1 16,-3 1-2-16,5-1 0 0,-4 0 0 0,1 1 1 15,1-1 0-15,-4 1 0 0,4-1 1 0,-2-2-1 16,1 2 1-16,-5-1 0 0,4-2 0 0,-3 2 0 0,4-3 0 16,1 1 0-16,-2-1-1 0,-2 1 1 0,6-1 0 15,-5 0-2-15,3 0-4 0,-2 0-6 0,-2 0-4 16,-1-1-3-16,-1 1-23 0,3-2-12 0,-2 2-15 15,4 0-19-15,-5-1-73 0,1 0 113 0,3 0-73 16,-3 1-34-16</inkml:trace>
  <inkml:trace contextRef="#ctx0" brushRef="#br0" timeOffset="2852.41">17796 6441 244 0,'-4'6'112'0,"-2"1"-59"0,3 0-22 16,-1 0 9-16,1-1 2 0,1 1 4 0,2 0-3 16,0 1-5-16,0 0-3 0,-1-3 0 0,1 3-5 15,1-1-3-15,0-1 0 0,1-1 0 0,-2 0 5 16,1-1-1-16,-1-1 4 0,4 2-2 0,-4-4 3 16,1 1-1-16,3 4-1 0,-3-1 0 0,1-2-7 0,1 1 1 15,0 2-3-15,-1 0-1 0,0-1-9 0,-1 0-3 16,2-1-1-16,-1 0-2 0,0 4-3 0,-2-1-2 15,1-3-1-15,1 4-1 0,0 0 2 0,0 2 0 16,0 0 2-16,-1-2 0 0,2 3 1 0,0 1 4 16,-2-5-3-16,1 1 2 0,0 1 0 0,-2-2 1 15,2 1-1-15,-2 0-2 0,0-3 1 0,0 3-3 16,2 0-1-16,0-2 0 0,-2 1-1 0,3-1-2 16,-3 0 0-16,1 0-1 0,1 1-1 0,-2-2 0 15,0 2 1-15,0 0-5 0,2-2-13 0,-1 0-9 16,-1 1-9-16,1-1-11 0,-1 0-12 0,0-2-18 0,0 0-53 15,0-2 13-15,0 3 70 0,0-3-56 0,0 1-17 0</inkml:trace>
  <inkml:trace contextRef="#ctx0" brushRef="#br0" timeOffset="3236.43">17708 6705 693 0,'-4'-5'275'16,"-2"-2"-180"-16,4 5-60 0,1-3-7 0,-3 1 6 15,4 3-12-15,0 0 13 0,-1-1-9 0,1 0-5 16,1-1-4-16,2 2-3 0,-2 1-1 0,2-1-7 0,3 1 4 15,3 0 1-15,-2 0 4 0,0 0 3 0,0-1 2 16,-4-1 0-16,8 2 1 0,-6-1 2 0,0-2-4 16,2 1-5-16,-2 0 1 0,1 2-5 0,1 0 0 15,3 0-1-15,-6-1 0 0,4 1-3 16,-3 0-2-16,2 0 1 0,-1-1-3 0,0 1 1 0,0-1-2 0,0 0-1 16,0 0 0-16,1-1-2 0,-4 0 2 0,3 4 0 15,-2-1 0-15,0 0-4 0,2-1-3 0,-4 1 0 16,3 1-5-16,-2-1-13 0,0-2-7 0,-1 1-8 0,2-1-9 15,-2 0-30-15,1-1-15 0,0-1-27 16,-2 3-29-16,4 0 97 0,-3 0-67 0,1 0-17 16</inkml:trace>
  <inkml:trace contextRef="#ctx0" brushRef="#br0" timeOffset="3769.1">18258 6559 217 0,'-6'3'113'0,"4"-1"-43"0,1 0-30 16,0 2 19-16,-3 0 3 0,2-1 5 0,2 2 5 0,0 2-9 16,-2-3 1-16,1 3-10 0,0-2-4 0,1 3-7 15,2 0 0-15,-2-3-1 0,0 3-3 16,0-3-3-16,4 3-5 0,-2 0 4 0,2 3 0 0,0-4-8 16,-2 1-3-16,3 1-5 0,0 0-3 0,1 1-7 15,1 0-1-15,-4-2-5 0,1 1 1 0,1-2-4 16,1 3 3-16,-1-4 0 0,-1 0 0 0,-2 1 0 15,3-1-1-15,-1 2 0 0,-1-2-2 0,0-1-14 16,-1 2-9-16,0-1-15 0,0 0-12 0,0-1-49 16,-1 1-32-16,2-1-38 0,-2-1 105 0,0 1-98 15,1-2-41-15</inkml:trace>
  <inkml:trace contextRef="#ctx0" brushRef="#br0" timeOffset="4718.89">18124 6541 640 0,'-11'-2'261'15,"4"-1"-179"-15,-2 0-60 0,5 2-10 0,0-3 5 0,4 2 3 16,0-1-1-16,-4 0-8 0,4 1-2 0,1 0 0 0,1-2-5 16,2 3 1-16,-2 0-3 0,0-2 3 0,-2 1 3 15,5 1 5-15,-1-2 4 0,-3 1 2 0,5 0 3 16,-2-1 7-16,0 2 2 0,4-4-4 0,-5 2 1 16,1 1-4-16,0-3-2 0,1 1-2 0,-2 0-2 15,4-1-9-15,-4 2-1 0,1-4-1 0,1 4-2 16,2-2-2-16,-2 1-2 0,-1-1 2 0,3 2-1 15,-2-2 1-15,4 3-3 0,-2-1 2 0,2 0-2 16,-3-2-1-16,2 2 1 0,3 1 0 0,-4 1-2 0,0-3 2 16,1 4-1-16,-1-1-1 0,3 0 2 15,-2 1 0-15,-2 0 1 0,1 0 1 0,2-1-1 0,-2-1-1 16,1 1 3-16,0 0-1 0,-2 1 0 0,2-1 0 16,1 1-2-16,-1-2 0 0,0 1 1 0,0 2-1 15,2-1 0-15,-3 3-2 0,1-1 0 0,1 1 1 16,-2 3 1-16,1-3 0 0,-1 2 1 0,-2 0 0 15,1-1 1-15,-2 2-1 0,1-2 1 0,-1 1-1 16,-3 2-1-16,2-2 0 0,-1 2 1 0,0 1 1 16,0-1 0-16,-1 0-1 0,-1 2 0 0,0-2 0 15,0 2 1-15,0-1 0 0,-1 1-1 0,-1-2 1 0,1 0-2 16,0 4 1-16,0-3 2 0,-1 0-1 0,0 1-1 0,-3-3-1 16,2 3 2-16,-1 0-1 0,-1 0 1 0,1-3 2 15,-3 1-3-15,2-2 2 0,-1 4-1 0,2-2 1 16,0-3 0-16,-4 2 1 0,3-1 0 0,-2 1-3 15,2-1 3-15,-1 0-3 0,-1 2 1 0,2-5 1 16,0 4-2-16,0-3 0 0,1-1 1 0,-1 0-1 16,1-2 0-16,1 1 1 0,-1 1 0 0,1-1 0 15,1-1-1-15,-1 0 0 0,1 0 0 0,-1 0 2 16,2 0-2-16,0-3 0 0,0 1 0 0,1 2 1 16,-1-3 0-16,1 2-1 0,0-1 0 0,0-4-1 15,0 3 1-15,1 3 2 0,-1-6-2 0,0 1 2 0,2 3-3 16,0 0 2-16,0-2 0 0,0 3 0 0,1 1 0 0,-1-3-2 15,1 3 1-15,0 0-1 0,0 0 0 0,0-1-1 16,1 1 1-16,-1-1-2 0,1 1 2 16,1 0 1-16,-1 0-1 0,-1 1 0 0,-1-1 0 15,3 0 2-15,-1 0-2 0,-1 2 2 0,1 0-2 0,-2 2 0 16,2-1 1-16,-2 2 2 0,2-3 0 0,0 4 1 16,-1-2 1-16,1-2-1 0,0 3 2 0,0-2-1 15,2 0 0-15,-3 0-2 0,1 3 0 0,-1-1-2 16,1 1 2-16,1 1-1 0,-1-2-1 0,-1 1 2 15,3-1-2-15,-2 3 1 0,0-3-1 0,2 0 1 16,-4-1 0-16,1 2 0 0,2 0 1 0,-1-2-1 0,-1 2 0 16,0-3-1-16,1 2 1 0,-1 0 1 0,0-3-2 15,0 2 1-15,-1-3-2 0,1 1 2 0,-1-1 0 16,2 1 1-16,-1-1 0 0,-1-1-1 0,0 1 0 16,1 0-2-16,-1 1-4 0,-2-1-4 0,0-1-4 15,0 0-2-15,0 0-16 0,0 0-7 0,0 0-9 16,0 0-7-16,0 0-30 0,0-1-20 0,0 1-26 15,2 0-32-15,-1 0 106 0,-1-2-73 0,1 1-19 16</inkml:trace>
  <inkml:trace contextRef="#ctx0" brushRef="#br0" timeOffset="5152.31">18665 6671 478 0,'0'-2'218'0,"-5"0"-126"15,4 0-54-15,0 2 34 0,-2-3-40 0,3 3 1 16,0 0 1-16,-2 0-4 0,2 0-4 0,0 0-12 15,0 2-2-15,4 0-5 0,-3 0 0 0,1 0 1 16,2 1 1-16,1 4 2 0,-3-4 4 0,0 0 10 16,-2 3 2-16,0 1 4 0,0-1 1 0,0 0-1 15,0 0 0-15,-3 0 0 0,3 1-2 0,0-1-6 0,0-1-5 16,-5 1 1-16,4 0-4 0,-3 1-6 16,4-2 0-16,0 2-2 0,-1-1-2 0,1 1-3 0,-1 0 2 15,3-2-3-15,-3 2 0 0,1-2 2 0,-2 1-1 16,-1 0-2-16,1-1 2 0,2 0-1 0,0-1 0 15,0 3 0-15,0-3 0 0,1 1-1 0,3-1 0 16,-3 2 1-16,-1-3-6 0,0 0-3 0,-3-2-4 16,2 3-3-16,2-2-21 0,-3 1-8 0,2-3-13 15,1 0-13-15,3 0-46 0,-4 0-25 0,2 0-30 16,2-3 102-16,-1-2-90 0,1 2-38 0</inkml:trace>
  <inkml:trace contextRef="#ctx0" brushRef="#br0" timeOffset="5319.2">18583 6474 562 0,'-4'-3'242'0,"-6"-2"-199"16,3 1-46-16,4 4-15 0,0 0-8 0,1 0-33 15,-2-1-25-15,3 1 60 0,-1 0-46 0,2 0-20 0</inkml:trace>
  <inkml:trace contextRef="#ctx0" brushRef="#br0" timeOffset="6253.12">18854 6677 227 0,'-3'-6'135'0,"1"4"-69"15,0 0-41-15,1-1 38 0,-1 1-48 0,0 1-3 16,0 1 0-16,-1-2-1 0,2 2-3 0,-2-1-3 16,3 1-2-16,-1 0 0 0,-1 1-3 0,-1-1 0 15,2 1 0-15,0 4 0 0,-1-3 0 0,0 1 7 0,-3-2 6 16,2 2 12-16,0-1 7 0,0 1 5 0,-2-2 1 15,3 2 5-15,-4-1 7 0,3 3-5 0,-1-2 0 16,1 0-14-16,0 3-2 0,0-2-5 0,0 1-3 16,-1-2-2-16,2 0-9 0,1 2-3 0,0-2-1 15,0-2-2-15,-1 1 0 0,2 0-1 0,0 0-2 0,0 0 0 16,0 0-1-16,0-2 0 0,0 1 0 0,3 2 1 16,-2-3 0-16,1 0 1 0,-1 0-1 0,-1 0 2 15,3-1-1-15,0 1 3 0,-3 0-2 0,1 0-1 16,-1 0 1-16,3 0 1 0,0 0-1 0,0 1-1 15,-1-1 0-15,0 0 0 0,0 0-2 0,2-1 0 16,-1 1-1-16,0 1 0 0,-1 0 0 0,2-1 2 0,-1 0-3 16,1 2 0-16,0 1 0 0,-1-2 2 0,0 2 0 0,-1-3 1 15,2 3-1-15,-1 1-1 0,-1-3 1 0,0 2 0 16,1-1 2-16,1 1-1 0,-3 0-1 0,1 0 0 16,0 0 0-16,1 0 0 0,-1 0 1 0,2 0 0 15,-1 0-1-15,1 1-2 0,0-1 2 0,-1-1 0 16,1 1 0-16,-1 1 2 0,-1 0-2 0,0-1 3 15,-1 1-1-15,1 0 2 0,-2-1 2 0,0 2 6 16,0-2 2-16,-3 0 3 0,3 3 0 0,-2-3 2 16,0 2 0-16,-1 0 4 0,-1 0 0 0,1 1-3 15,1-2-3-15,-1 0-2 0,-3 2 5 0,1-1-2 16,-1 0 0-16,3 0-2 0,-1-1-4 0,-2 3 1 16,1 0 0-16,-1-2-1 0,1 2-3 0,0-3 1 15,0 2-4-15,2-2-1 0,-2 3-1 0,1-4 0 16,0 1-1-16,1 1-2 0,-1-3-2 0,3 0-11 15,-1 0-5-15,-1-1-8 0,1 0-11 0,0-1-33 16,2 0-25-16,0 0-32 0,0 0-36 0,0-1 105 16,0 0-78-16,1-2-22 0</inkml:trace>
  <inkml:trace contextRef="#ctx0" brushRef="#br0" timeOffset="7203">18932 6544 230 0,'0'1'111'0,"0"0"-53"16,0-1-31-16,0 3 38 0,0 0-39 0,0-1 10 15,2 0 5-15,0 1 3 0,-1 3 1 0,-1-3 0 16,2 3 0-16,-1-1-1 0,-1 1-2 0,0 1 2 0,0 1-1 16,0 1 3-16,0 0 1 0,0 3 4 15,0-4-4-15,-1 2 4 0,-1 3-3 0,2-3-3 16,-1 2-2-16,-1 0-3 0,-2-2-2 0,2 1-7 0,-1 1 2 15,1-1-5-15,-2 0 0 0,1-1-6 0,0 1-1 16,-1 2-2-16,2-2-3 0,-3 0-2 0,3-1-3 16,-2 2-4-16,2-1 0 0,0-1-3 0,-1-1-1 15,2 0 0-15,-1 0 0 0,2 1-1 0,0-4 0 16,0 0 1-16,0-1 0 0,3 1-2 0,-2-3 1 16,1 0-2-16,-1 0 1 0,0-1-1 0,0-1 1 15,1 0 1-15,-1-1-1 0,1 0 2 0,0 1-2 16,-2-1 3-16,2 0-3 0,-1-1 2 0,0 0-2 0,0 0 0 15,0-1 0-15,-1-1 0 0,1 1 0 0,-1-2-1 16,2 0 0-16,-1-1 0 0,0 1 0 0,0-1 0 16,-1 0-2-16,2-2 0 0,-1 3 0 0,2-1 0 0,0-2 1 15,-1 0 0-15,1 0-2 0,-1 0 2 0,2 0 1 16,-1 0-3-16,1-1 2 0,2 3-1 16,0-2-1-16,-2 2-3 0,3-2 3 0,-1 0-5 0,0 1-2 15,1 1 0-15,-1-1-2 0,1-1-1 0,-3 4 1 16,2 0-1-16,-1-1-2 0,1 2 2 0,-2 1 3 15,-2-2-1-15,2 3 3 0,-4 0 1 0,0-1 3 16,1 1 3-16,-1-1-2 0,0 0 3 0,1 1 1 16,-1-1 3-16,0 2-2 0,2-1-1 0,-2 0 1 15,0 1 0-15,0-1 1 0,0 1 0 0,-3 1-4 16,2-2 1-16,-1 0 1 0,-1 0-1 0,3 1 0 16,-1 0-1-16,-1 1-1 0,0-2 1 0,1 1 1 15,-2 2-1-15,1-1 1 0,1 0 0 0,-3 0 0 16,2 2 0-16,-2-1-1 0,3 1 1 0,-2-2 0 0,1 3 0 15,-3-1 0-15,2-1-1 0,0 1-1 0,0-2 3 16,0 1 2-16,0 0-4 0,-1 1-1 0,0-3 2 16,1 1 1-16,0-1 0 0,2 2 1 0,0-3-2 15,0 3-2-15,-1-3 2 0,2 0 0 0,0 1 0 16,0 0-1-16,0 0 1 0,0-1 0 0,0 0 0 16,2 1 3-16,-2 0-2 0,1-1 0 0,0 0 1 15,2 1 0-15,-1-1 0 0,-1 1 0 0,1 1 0 16,2 1-2-16,-2 0 0 0,1 0 2 0,1 0-2 15,-2 1 0-15,-1-1 0 0,3 3-2 0,-1-3 2 16,3 2-1-16,-2-1 2 0,0 0-1 0,-2-1 0 0,3 2 0 16,0 0-2-16,0-1 2 0,-2 1 0 0,0-3 0 0,-1 2 0 15,5 1 1-15,-1-1-1 0,-2-1 2 0,0 0-2 16,0-1 1-16,3 1-1 0,0-1-2 0,-2-1-6 16,-1 2-14-16,-1-2-4 0,3 1-10 0,-2 0-6 15,-1-2-24-15,1 1-14 0,-1 0-20 0,1 0-20 16,2 0 78-16,1 1-52 0,-3-2-10 0</inkml:trace>
  <inkml:trace contextRef="#ctx0" brushRef="#br0" timeOffset="8037.9">19010 6414 577 0,'-1'0'190'16,"0"0"-140"-16,-1 0-26 0,0 0 6 0,1 0 2 0,1 1 4 16,1 0 2-16,0 0 2 0,2-2-5 0,-1 1-4 15,1 0-1-15,1 0-10 0,-2 1-2 0,-1 0-1 16,0 0 5-16,0 2 2 0,2 0 6 0,-3-1 5 15,2 0-3-15,0 1 7 0,-2 2 1 16,3-2-2-16,-1 2-5 0,-2-1-2 0,-1 0-3 0,1 1-4 16,2 1-5-16,1 0-5 0,1-1-3 0,-2 2-3 15,0-3 0-15,4 2-6 0,-2-1 2 0,3 1-2 16,-4-2 1-16,0 1-1 0,3-1 0 0,-2-1 2 16,3 1 1-16,-2 2 0 0,2-3 1 0,-2-1 0 0,2 2 1 15,0 0-1-15,2 3 2 0,-2-3-3 0,-1 0 0 16,1 0 2-16,-2 1-4 0,2 1 0 0,1-2-1 15,-2 1 1-15,0 0-1 0,0 0 2 0,0 2-3 16,0-1 1-16,3 3-1 0,-3-2-1 0,-2 3 2 16,1 1-2-16,2-1 2 0,-3 0-1 0,1 0 0 15,-1 0 1-15,0 1 2 0,2 1-1 0,-4-1-1 16,1 1 1-16,-1-3 1 0,1 3 1 0,-1-2 3 0,-2 0-1 16,1 0 6-16,-1-1 0 0,0-1 1 0,0 1 0 15,1 1 0-15,0-2 0 0,-1-1-2 0,1 2 0 16,0-3-4-16,1 3-2 0,-2-1 5 0,0-2-4 15,1 0 2-15,-2 0-2 0,1 3 1 0,-2-1 1 0,-1-2-2 16,1 2 1-16,0 1-1 0,-1 0 1 0,-2 2 0 16,3-1 0-16,-2-1-2 0,-1 2 0 0,1-1 0 15,-2 0 2-15,2 1-2 0,0 1 0 0,-1 1-1 16,0-2 1-16,-3 0 1 0,1 1-1 0,1 1 0 16,-1-2-1-16,0 0 1 0,-2 1-1 0,1 1 0 15,1-2-2-15,0-2-1 0,0 1 1 0,0-2-2 16,1 1 3-16,2-1-2 0,0-3-2 0,-2 0 2 15,2-1 0-15,-2 3 1 0,3-4-2 0,0-1 1 0,-4 1-1 16,2-1 0-16,-3 1 1 0,6 0-1 0,-5 0-1 16,3-2 0-16,1 2-1 0,-4-1-4 0,5-1-13 15,0 2-9-15,-2-2-10 0,2 1-17 0,1 1-51 16,-3 0 14-16,4 0-12 0,-1-1 53 0,-1 4-56 16,0-1-13-16</inkml:trace>
  <inkml:trace contextRef="#ctx0" brushRef="#br0" timeOffset="10335">16705 6413 36 0,'0'1'31'0,"-2"1"-12"15,0-1-10-15,-1 1 6 0,-1-1 1 0,4 2-1 16,0-1-3-16,0 0 0 0,-2 1 3 0,2-1 2 0,1 2-3 0,-2-1 10 16,1 1-3-16,-3-1-3 0,0 0 4 0,-1 1 1 15,2 1 2-15,-1 1-2 0,0 0 3 0,3-1-5 16,0 2 2-16,-4 0 2 0,4 2 0 0,-3 1 2 15,0-1-3-15,2 1 6 0,-4-2 0 0,2 3-2 16,2 0 0-16,-2-1 1 0,2 1 0 0,-1 0-3 16,-2 0 1-16,4 1 2 0,-3 0 0 0,5 2-2 0,-4-1 1 15,2 2-1-15,0-1 0 0,0 0-3 16,2 0 2-16,-2 1-3 0,0-1 1 0,0-1 2 0,1 0-2 16,0 0-4-16,0-1 0 0,-1 0-1 15,1 2-1-15,0-5-3 0,5 3-4 0,-5 3-2 16,1-1 0-16,0-1-1 0,1 0 0 0,-1-2-1 0,4 3-1 15,-2-3-2-15,-1-1 1 0,0-1 0 0,0-3-1 0,3 4-1 16,-2-1-1-16,1-1 1 0,0-4-3 0,1 3 4 16,-2-1-3-16,0-4 1 0,0 4 0 0,1-3-1 15,0 0 0-15,0 0 1 0,-3 1 1 0,3-1-3 16,-1 1 2-16,3-1-2 0,-3-1-1 0,-2-1-3 16,1 1-2-16,2 3-5 0,0-2-5 0,0 0-18 15,-2 2-8-15,2-2-12 0,0 1-16 0,2 1-45 16,-1-2-26-16,-2-2 91 0,2 1-71 0,3 1-33 15</inkml:trace>
  <inkml:trace contextRef="#ctx0" brushRef="#br0" timeOffset="13279.76">14945 5515 59 0,'-4'0'74'0,"0"0"-5"0,1 0-27 15,-2 0 14-15,4 1-1 0,-2-1 0 0,0 2-16 16,1 0-7-16,0-2-7 0,0 0-6 0,2 2-11 15,-1-1-2-15,1 0-3 0,0 0-2 0,0-1 1 16,1 2-2-16,1-1-1 0,0 1 1 0,0 0 0 16,-2 0 0-16,0-1 0 0,2 1 0 0,-1-1 1 0,0 0 3 0,-1 2 9 15,0 0 6-15,-1-1 8 0,1 1 4 0,0-1 1 16,-1 4 11-16,-1-1 2 0,1 1 0 0,0-1-5 16,1-1-5-16,0 4 0 0,-2 0-2 0,2 1 2 15,0-4-10-15,-1 5 1 0,2-1 1 0,-1 3-2 16,-1-2 0-16,1 0-4 0,-2 1 0 0,3 1-5 15,-1 2 3-15,-1-3-4 0,1 1-2 0,1-3-3 16,0 4 1-16,-1-3-2 0,0-1 0 0,0 0 1 16,0-1-1-16,0 0 2 0,-2 0 1 0,2 2 3 0,1-1-3 15,0 1 5-15,3-1-1 0,-4 2-1 0,1-1 0 16,2 0-1-16,-2 1-1 0,0 0-3 0,0 1 3 16,2 0-4-16,0 0-1 0,0-2 1 0,-1 5-1 15,2-1-3-15,-2 0 2 0,1-2-2 0,-2 2-3 0,2 1 3 16,0 2 0-16,-1-1-1 0,1-3 3 0,0 5 2 15,1-1 2-15,-1 0 0 0,-1-2 3 0,0 0 0 16,-1 1 0-16,2 1 2 0,-1 0-5 0,-2-3 0 16,3 1 1-16,-3 0-2 0,2 1-1 0,-1-2 1 15,0-1-3-15,1-3 2 0,-2 2 0 0,1-1-4 16,0-1 0-16,1-1 1 0,-2-2-2 0,1 2-1 16,1-1 1-16,-1 1-2 0,0-3-1 0,1 1 2 0,-2-2-1 15,1 1 0-15,0-1 1 0,-1 2-2 0,0-4 0 16,0 2 1-16,0 1 0 0,1-2-1 0,-1 1-1 15,2 0 4-15,-1-1-3 0,0 0 1 0,0-2-1 16,0-1 1-16,-1 1 1 0,0-1-2 0,1 0 1 16,-1 1-5-16,0 0-8 0,2-2-23 0,-1 1-10 15,0-1-15-15,1 0-19 0,-2 1-70 0,1-1-46 16,0 1 127-16,0-1-94 0,-1 0-51 0</inkml:trace>
  <inkml:trace contextRef="#ctx0" brushRef="#br0" timeOffset="14968.57">14601 5894 144 0,'-3'2'96'0,"0"-1"-30"0,1 0-32 0,1 2 11 0,1-3 12 16,-2 0-1-16,1 2-8 0,1-2-5 0,0 0-2 0,0 1-3 16,0-2-5-16,0-1 1 0,0 1-8 0,0 0 0 15,1 0 3-15,0-1 0 0,-1-1 1 0,0 1 0 16,1-2 4-16,0 1-1 0,-1-1-3 0,1-2-2 16,0 2-4-16,1-2 1 0,0 2-3 0,0-1 2 15,-1 0-3-15,1 1-2 0,2-1-2 0,-2 2 1 16,0 0-1-16,1-2-4 0,-1 1 0 0,2 0-4 15,-1 0 0-15,0-1 1 0,-1 0 0 0,2-1-2 16,-1 1-5-16,0 0 3 0,2 1-2 0,-2-4 2 0,1 4-3 16,1-3-2-16,-2 4-1 0,1-4 1 0,0 3 1 15,2 0-1-15,0-4 0 0,-1 3 0 16,1 1 0-16,0-3 1 0,-1 0 1 0,2 1-1 0,1-3-1 16,-2 1 4-16,2 1-2 0,-1-2 3 0,0 1 0 15,2-1-1-15,2 2 1 0,0-3 0 0,-2 2 0 16,4 0 1-16,-4-2-1 0,2 3 0 0,-1-2 1 15,-1-1-1-15,1 0-1 0,0 1 2 0,0 1-1 16,-1-1-2-16,3 0 0 0,-1 0-1 0,0 2-1 16,1-1 0-16,0-1 1 0,0 1-2 0,2 1 2 15,-3-1-2-15,2 0 1 0,0-1-2 0,1 1 1 16,1-1-1-16,-1 2 0 0,1-1 0 0,1-2-1 16,-1 6-1-16,0-3 2 0,1 3 0 0,0-1 0 15,2 4-2-15,-2-2 1 0,0 2 0 0,1 0 0 0,2 1 2 16,0 0-2-16,-2 1 0 0,0 1 1 0,-3 4-1 15,3-3 2-15,-3 2 0 0,-4 1-1 0,0 0-1 16,0 2 1-16,-1 1 0 0,0 0 0 16,-1-1 3-16,-1 4-3 0,0 1 2 0,-2 3 0 0,1-3 2 15,-2 1-1-15,0-2 1 0,0 1-1 0,-2 4-1 16,1-3 2-16,0-3-1 0,-3 3 0 0,3-1 0 0,-3 2 2 16,0-1 0-16,0 0 0 0,0-1 3 0,0-3-1 0,0 1 3 15,-3-1 1-15,2 1-1 0,-2-2 1 0,1-1 0 16,-1 0 1-16,-3 1-3 0,2 1-1 0,0-1 0 15,-3-1-2-15,1 4 0 0,-3-3-1 0,1 1-1 16,-1 1 0-16,-3-3-1 0,2 3 1 0,-2 0-2 16,-1-1 0-16,-1-1 0 0,0 3 0 15,-2-2-1-15,2 2 1 0,0-2-2 0,0 1 3 16,-3-1-1-16,2-1 1 0,1 1 0 0,2-1 0 0,1 0 2 16,2-5-3-16,-2 3 4 0,1-1-2 0,3 0 1 15,-2-2 1-15,3-1-2 0,-1 1 1 0,1 0 0 16,0-1 0-16,0 1-2 0,2-1 1 0,-1-3-2 15,2 1 1-15,-1-1 0 0,-1 0-3 0,2 0 1 16,0 0 2-16,1 0-2 0,-1-2 0 0,1 2-1 16,2 0 1-16,0-2-1 0,0-1 0 0,1 1-2 15,-1 0 2-15,2-1-1 0,0 2 0 0,0-3 1 16,1 3-2-16,-2-1 0 0,1 0 1 0,3 0 1 16,-3-2-2-16,1 2 2 0,2-1 0 0,-3 1-2 15,2 0 2-15,1-3 0 0,0 4 0 0,-2-1 0 0,1 0-1 0,2 0-1 16,-1-2 2-16,0 2 1 0,0 1-2 0,1-1 1 15,-1 0-1-15,3-1 0 0,-1 1 0 0,-1 0 2 16,1 2-1-16,-2-2-1 0,3 2 1 0,0 0 1 16,-2 0-2-16,0 0 1 0,1 0 0 0,2 0-1 15,-1 1 2-15,0 0-2 0,-1 0-1 0,3-1 0 16,-2 0 2-16,1 1 1 0,-1 0-1 0,2 0 0 16,-3-1-1-16,3 0 1 0,-2 3 0 0,2-1 0 0,1 0-1 15,-4-2-1-15,1 0 2 0,0 1 0 0,2 1 2 16,-4 0-2-16,1 0 1 0,-1-1-1 0,0 0 0 15,1 2-1-15,-3-1 1 0,0 2-1 0,2-1 0 16,-1-1 1-16,1 2 0 0,-1 3 0 0,2-2 0 16,-4 0 0-16,3 1 0 0,-1 1 0 0,-1 1 0 15,1-2-1-15,-1 2 1 0,-2-3 0 0,3 3 0 16,-1-1 1-16,0 0-1 0,0 3 0 0,0-3 1 16,-1 2 0-16,0 0-1 0,-1 2 2 0,0-5-1 15,0 4-1-15,-1-3 1 0,0 0 0 0,0 2-1 16,-1-5 0-16,0 1 0 0,-1 1 0 0,-1 0 0 15,1-1 1-15,-2 0 0 0,1 0 0 0,-1 0 0 16,0 3 1-16,1-2 0 0,-2-1 0 0,0 0-2 16,1 2 1-16,0-2 0 0,-2 2 0 0,1-3 1 15,-2 1 1-15,2-1-3 0,-2-1 3 0,-1 2-2 16,0-2 3-16,-1 0-3 0,0-1 0 0,1 2 3 16,-1-1-3-16,-2 0 1 0,0 1-1 0,1-2 1 0,-1 1 0 15,3-1-1-15,-4 0-1 0,-1-1 1 16,1-1 0-16,2 2 1 0,-4-2-1 0,4 0-1 0,-2-2 1 15,0 1 0-15,-1 1 2 0,2 0-3 0,-2-2 0 16,0 1 0-16,3 1 1 0,-2 0 0 0,2 0-1 0,-3 0 0 16,2 1-2-16,2 0 0 0,0 0 1 0,2 2 0 0,-3-1 0 15,1 1-2-15,2 0 0 0,0 0 2 0,2 0 0 16,-3 1 0-16,3-1 0 0,0 2-2 0,0-3 0 16,1 1-1-16,0 0-2 0,1 0-6 0,-1-1-3 15,2 0-9-15,0-1-8 0,0 3-8 0,1-3-9 16,0 0-36-16,1 0-23 0,1-1-37 0,2 0 94 15,0 0-81-15,3 0-37 0</inkml:trace>
  <inkml:trace contextRef="#ctx0" brushRef="#br0" timeOffset="31647.71">15612 6279 23 0,'0'-1'30'0,"0"0"3"0,1 0-17 0,-2 0 11 0,1 1 14 16,0 0 1-16,-2 0 1 0,2 0-5 0,0-1 8 15,-1 1-2-15,0-1 2 0,1-2-5 0,-2 3-10 16,2-1-2-16,1 0-1 0,-1 1-4 0,-1 0-9 16,1 0-3-16,0 0-3 0,0 0 1 0,0 0-5 15,0 0-2-15,0 1 0 0,0-1 1 0,0 1 1 16,1 1 2-16,0-1 3 0,-1-1 0 0,0 1 4 16,1-1 3-16,-1 1 3 0,1 0 1 0,-1 0 3 15,0 1-2-15,0-2 3 0,0 3-1 0,0 0-3 0,0-3-4 16,3 2 1-16,-3 0 0 0,0-2-5 0,1 1 0 15,-1 1-2-15,0-1-1 0,0 2 0 0,0-1 2 16,2 0-4-16,-2-1 2 0,0 2-3 0,0 0 2 16,0-2-3-16,0 2 4 0,0 0 0 0,0-1 0 15,0 3 0-15,0-1 1 0,0-1 0 0,-2 3 1 16,1-2-1-16,1 1-1 0,0 0 1 0,0-2-1 16,0 3 0-16,-1-3-4 0,1 3 2 0,0-2-2 15,0 3 2-15,-2-2-2 0,2 1-4 0,0 0 2 16,-1-4-1-16,1 6 1 0,0-1-2 0,0-1 1 15,0 0-1-15,0 0 2 0,0 1 3 0,0-1-2 16,3 3 2-16,-3-3 3 0,0-1 2 0,-2-1 0 0,2 2 1 16,0-2-2-16,-2 0 1 0,1 1-3 0,-1-2 1 15,0 2-1-15,2 0-4 0,-2-2-1 0,-1 2-1 16,1 0 3-16,0-1 0 0,-1-1 0 0,1 0 0 16,0 0 0-16,0 1 6 0,0-2 3 0,-1 1-1 15,2-3-1-15,0 1 1 0,0-1 2 0,-2 0-2 16,1 0 1-16,1-2-6 0,1 1-1 0,-1 1 1 15,1-2-2-15,0 1-3 0,-2-1-2 0,2-1 2 16,-1 0-2-16,1 2-1 0,0-1 0 0,-1 0-1 0,1-3 0 16,0 4 0-16,0-1 2 0,-2 0-1 0,1-2-1 15,1 0 3-15,-2 0-3 0,1-1 1 0,1 1-1 16,-1 0 0-16,0-1-1 0,1 1 0 0,0-1 1 16,0 1 0-16,-2 1 1 0,2-2-1 0,0 2 1 15,0 0 0-15,0 0 0 0,0-3-1 0,0 2 0 16,0-2 0-16,0 2 0 0,0-2-1 0,0 0 1 15,2-1-1-15,-1 1 0 0,0-1 1 0,0-1 0 16,0 1 1-16,0 0 0 0,0 0 1 0,1 0 0 0,0 0-2 16,0 0 0-16,-1-1 0 0,1 3 3 0,0-2-3 15,0-2 0-15,-1 2-1 0,1 0 0 0,-2-2 1 16,2 6 0-16,-1-4 0 0,1 1 0 0,2 3-1 16,-3-1-1-16,2 1 3 0,-3-1 0 0,2-1-1 0,-1 1 0 15,1 1 0-15,-2-2-1 0,3 2 1 0,-1 1 1 16,0-3-2-16,0 2 0 0,0-1 1 0,2 0 0 15,-1 0 0-15,-1 1-1 0,1-3 1 0,0 0-1 16,-1 0 1-16,3 3 0 0,-1-3 0 0,0 2 0 16,-2 2 0-16,3-4 0 0,-2 5 0 0,-1 0 0 15,2 1 1-15,-3-1-1 0,-1 0 1 0,4 1-1 16,-2 0 1-16,-2-1 1 0,2 0-2 0,0-1 0 16,-1 1-1-16,2-2 1 0,-1 2 0 0,-2-2 0 15,3 2-1-15,-2 0 0 0,0 1 1 0,1 0-1 16,0-1 2-16,0 1-1 0,0 0-2 0,-2 0 0 15,2 0 0-15,-2-1 1 0,0 1 0 0,0 0-1 16,1 2-1-16,1 0 3 0,-2-2-2 0,1 3 2 16,1-1 0-16,-1 1-1 0,2 0 0 0,-1-2 1 0,-2 1-1 15,0 0 0-15,1 1 1 0,0 0 0 16,2 0 0-16,-2 2 0 0,-1-2 2 0,3-1-3 0,-3 3 2 16,3 1-1-16,-1-2-1 0,-1 1 2 0,1-1-2 15,0-1 1-15,-2 2 0 0,-1-1 0 0,2 0 0 16,-1 2 0-16,3 1 0 0,-1-2-2 0,0 2 2 15,3 0 0-15,0 0-2 0,0 0 1 0,-2-1 1 16,-1 1 0-16,3-2 0 0,-2 2 0 0,-1-3 0 16,0 1 0-16,-2 2 0 0,1-3 0 0,1 3 0 15,0-3 0-15,-2 2 1 0,0 0 0 0,1-1-1 16,0-1 0-16,1 1 2 0,-1 0-1 0,-1-1 0 0,0 1-1 0,1-2 0 16,-1 2 0-16,3 0 0 0,0-1 0 0,-3 0 0 15,1 0-1-15,0 1 1 0,1 0 0 16,-1 0 2-16,2 0-1 0,-3 0 1 0,5 1-1 0,-3-1-1 15,2-1 1-15,-1 2-1 0,0-2 0 0,3 2 0 16,-1-2-1-16,-5-1 0 0,2 2 2 0,-2-1-1 16,0 1 2-16,1-2-1 0,-2-1-1 0,2 1 0 15,-1 1 1-15,0-1 2 0,2 0-4 0,0 2 1 16,0-2-1-16,1 1 1 0,-3 1 0 0,0-1 2 16,0-1-2-16,0 3-1 0,0-2 2 0,0-1 1 15,0 0 1-15,0-1-2 0,3-1 0 0,-4 1-1 16,1 1 0-16,0-3 3 0,0 3-2 0,0-3 0 0,0 2 0 15,-2-2 1-15,1 1-1 0,1-1 0 0,0 0-2 16,0 0-7-16,0 0-6 0,0 0-7 0,0 0-23 16,1 1-13-16,-1 0-15 0,2-2-24 0,-2 1-82 15,0-2 125-15,0 0-79 0,2 0-37 0</inkml:trace>
  <inkml:trace contextRef="#ctx0" brushRef="#br0" timeOffset="32633.08">15541 6452 123 0,'0'-3'88'15,"-1"-1"-21"-15,1 0-29 0,0 2 19 0,0 0-2 16,0 0 0-16,1 1-3 0,-1-2-4 0,0 2-3 16,0 0 0-16,2 0-2 0,-2 0 1 0,0-1 1 15,0 2-3-15,1-2-3 0,0 1 1 0,-1 1-6 16,2-2-5-16,-1 1 3 0,1 1-11 0,-1-2-6 15,2 2-2-15,-1-1-1 0,0 1-2 0,0-1-3 16,-1 0 1-16,1 0-7 0,-1 0 8 0,2 1-3 0,0-1-1 16,-1 1 5-16,0 0-1 0,-1 0 0 0,3 0 0 15,-3 0 1-15,1 0 2 0,0 1-1 0,0-1 0 16,-1 0-5-16,1 0 2 0,0 0-2 0,0 0-1 16,1 0 0-16,-1 2 0 0,0-2 1 0,-1 1 1 15,0-1 1-15,0 2 1 0,1-2 2 0,-1 1-1 16,0-1 1-16,0 1-1 0,-1-1-2 0,1 1 1 15,2 1-1-15,-2 0-1 0,0-2 0 0,1 3 0 16,-2-1-1-16,1-1-2 0,0 0 0 0,0 0 0 16,0-1-1-16,0 2 2 0,-1-2-4 0,4 0 1 15,-3 0-1-15,-1 0 2 0,3 0 0 0,-1 0-1 16,2 1-1-16,-3-1 0 0,2 0 3 0,-3-1-3 16,2 1 0-16,0 0-1 0,1 0 1 0,0 0-1 15,-3 0 2-15,5 0-2 0,-1 1 1 0,1 1-1 0,-2-2 2 16,1 0-2-16,-2 2 1 0,1-1 0 15,3 1-1-15,-4-1 1 0,1 2 0 0,-3-3 1 0,5 0-1 16,1 0 1-16,-2 0 1 0,0-1 0 0,0 1 1 16,-1 0-1-16,1 0 2 0,0-3-2 0,0 3 1 15,-3-1 2-15,2 0-3 0,1 1 3 0,-4-2-1 16,3 0 0-16,-2 2-1 0,2-1 0 0,-2 0 0 16,2-1-2-16,-1 1 2 0,-1 1-3 0,4 0 0 15,-3-1 1-15,1 1 1 0,1-1-3 0,-2 1 3 16,0 0 0-16,0 0-1 0,2-1-1 0,-1 1 1 15,-2-2 0-15,0 2-2 0,0 0 1 0,3 0 0 16,-3 0-1-16,-1 0 0 0,1-1 2 0,-1 0-3 16,4 1 1-16,-4 0 1 0,1 0-1 0,-1 0 0 15,0 0 0-15,0 0 0 0,4 0 0 0,-4 0 1 16,1 0-1-16,1 0 0 0,-2 1 1 0,5 0-1 0,-3-1 3 16,0 0-3-16,-2 0 0 0,0 1 0 0,1-1 1 15,-1 0 1-15,1 0-1 0,-1 0 0 0,0 0-1 16,0 0 1-16,0 1 1 0,0-1-1 15,1 1 0-15,-1 1 1 0,3 2-1 0,-3-4 1 0,0 2 0 16,-3-1 0-16,6 0-3 0,-2 1-13 0,1-2-12 16,1 1-15-16,-3 0-18 0,1 2-70 0,3 0-52 15,0-1 125-15,-1 0-97 0,1 2-37 0</inkml:trace>
  <inkml:trace contextRef="#ctx0" brushRef="#br0" timeOffset="59807.73">19851 5837 63 0,'-1'0'56'15,"-1"-1"2"-15,1 1-18 0,0 0 16 0,-1-1 0 16,1 0-2-16,0-1 3 0,1 2-1 0,-1 0-4 16,1 0-13-16,-1 0-3 0,1 0-6 0,-1 0-2 15,0 0-2-15,1 0-7 0,0 0 2 0,-2 0 1 16,2 0-3-16,0 0-1 0,-1 0 3 0,1 0 1 16,-1 3-1-16,1-3-1 0,-2 1-2 0,2-1 2 15,0 1-1-15,0 0 3 0,0 0-3 0,0 0 1 16,-1 0-1-16,1 0 1 0,0 0 1 0,-1 1 0 0,0-1-2 15,1 0 1-15,-1-1 0 0,1 1-1 0,0 1 0 16,0-1-1-16,0 0-1 0,0 0-3 0,0 0 2 16,0 0-4-16,0 1 0 0,0-1-2 0,1 0 0 15,0-1-2-15,-1 1 0 0,1-1-1 0,-1 0 0 0,1 0 3 16,1 0-3-16,-1 0 3 0,0 2-3 0,1-1 2 16,-2 0-2-16,2 1 0 0,0 0 0 0,0-1-2 15,0 0 1-15,0 0-1 0,0-1 0 0,0 1-2 16,-1 0 2-16,3 0-1 0,-1 0-1 0,0 1 0 15,-1-1 0-15,2 1-2 0,0 0 0 0,0 0 2 16,1 0-3-16,0 0 0 0,2 2 2 0,-2-3-2 16,2 2 0-16,2-2 0 0,-3 2 2 0,2 0-4 15,-3 0 2-15,3-1 2 0,-1 1-2 0,0 1 1 16,-1-1 1-16,1 0-2 0,-2 0 1 0,0 1 3 16,1-1 0-16,2 0 0 0,-3-1 2 0,2 3 0 15,2-2 0-15,-2-2 2 0,-1 3-1 0,3-2-1 16,-5-1 1-16,3 0-2 0,-3 0 1 0,1 0-1 15,0 0 0-15,-1-1-1 0,2 1 3 0,1 0-1 16,-1-1-1-16,-5 0 2 0,6 1-3 0,0-1 2 16,-4 0-1-16,4 0 0 0,-1 0 2 0,-4 0-3 15,5 0-1-15,-2-1 1 0,0 0 0 0,-3 0 0 0,0 0-3 0,1 1 3 16,0-1-4-16,-1-1 3 0,0 2-1 0,1 0-1 16,0-1 1-16,1 1-1 0,-1 0 2 0,0-1-3 15,0 0 2-15,3 1-1 0,-3-3 0 0,-1 2 2 16,2 1-2-16,0-1 0 0,-2 0-1 0,-1 0 2 15,2 1-2-15,-1-1 0 0,0 0 2 0,-1 0-2 16,0 0 0-16,1-1 2 0,1 2 0 0,0-1 1 16,-1 0-2-16,0 0 3 0,0 1-2 0,1-1 0 15,1 1 1-15,-4-1-7 0,1 1-7 0,1-2-8 16,2 1-30-16,-3 0-21 0,1 0-22 0,-2-1-33 16,2 2 78-16,1-1-61 0,-1 1-18 0</inkml:trace>
  <inkml:trace contextRef="#ctx0" brushRef="#br0" timeOffset="60756.38">19761 6319 84 0,'-1'-1'77'0,"0"-2"-15"0,1 2-27 16,0-2 26-16,0 1 2 0,0 1-1 0,0-2-5 15,1 1-1-15,0 0-1 0,1 0 0 0,1-1-2 16,-2-1-2-16,2 1-3 0,0 0 0 0,1-1-1 16,-2 0-4-16,1 1-1 0,0 1 0 0,1-1 0 0,-1-1-8 15,-2 1 0-15,2 2-6 0,0-2-4 0,-1 1-3 16,-1-1-4-16,1 2-2 0,-1-2-3 0,1 3-2 16,-1-1-4-16,-1-2 2 0,3 2 2 0,1 1-5 15,-4 0 0-15,1-1 0 0,2 1 0 16,-2 0-3-16,2 0 4 0,-1 0-4 0,0 0-1 0,-1-1 1 15,1 0 2-15,-1 1 0 0,2 0-1 0,1 2 0 16,-3 0-1-16,1-1 1 0,0 1 0 0,1 1 0 16,-1-3 0-16,1 1-1 0,-1 1-1 0,0-2 2 15,2 0 0-15,0 2 1 0,0-1 0 0,0 2-1 16,0-1 1-16,1 0-1 0,0-1 2 0,0 1-2 16,1-1 1-16,1 0 1 0,-1 1-2 0,1-1 2 15,0 0-2-15,-1-1 2 0,3 2-2 0,-2-1 3 16,0 0-4-16,3-1 2 0,-4 0 1 0,3 1-1 15,5 1-1-15,-4-1 0 0,0 1 3 0,2-1-2 0,-4 0 3 16,1-1 1-16,4 1 1 0,-7-1 2 0,-2-1 0 16,4 1 0-16,-2 0 1 0,-1-1 0 0,-1 0-2 15,2 1 2-15,-4 0-3 0,1-2-1 0,1 2 1 16,0-1-2-16,-1 1-1 0,4 0-2 0,-2 0-1 16,0 0-2-16,1 0 1 0,-2 0 0 0,1-1-1 15,2 1 0-15,-4 0-1 0,1 0 2 0,1 0 0 0,-3 0 0 16,1 0 0-16,2 0-1 0,-3 0 1 0,1 0-2 15,-1 0 2-15,0-1-2 0,0 1 0 0,1 0 0 16,-1 0-1-16,0 0 1 0,1 0-1 0,0 0 3 0,0 0-2 16,-2 0 1-16,2-1 1 0,0 1-1 0,-1 0 1 15,-1 0-1-15,-1 2 2 0,3-2-3 0,-2 1 0 16,0 0 2-16,-1-1 1 0,1 0-3 0,0 0 0 16,1 0 1-16,0-1 0 0,0 1 1 0,-2 0-1 15,0 0-1-15,0 0 0 0,1 3 4 0,-1-3-2 16,0 0-2-16,0 1 0 0,1-1 3 0,-1 1-1 15,1-1 0-15,0 2 1 0,-1-2-15 0,1 0-12 16,2 0-10-16,-2 0-18 0,0 1-19 0,1 1-91 16,1-2 116-16,1 1-81 0,0 0-28 0</inkml:trace>
  <inkml:trace contextRef="#ctx0" brushRef="#br0" timeOffset="63078.36">20834 5478 64 0,'-1'-4'84'15,"0"2"-15"-15,0 1-28 0,-1-3 18 0,2 1 4 16,0 0-4-16,-1 1 0 0,1-1-15 0,-1 1-4 0,0-3 4 16,-1 3-3-16,0 1-1 0,1-2-10 0,0-1 6 15,0 1-2-15,-1 2-4 0,1-2 1 0,0 1-3 16,-1 0-3-16,1-1 1 0,1 2-2 0,-2 0-7 15,1 0-1-15,0 0 0 0,0 0-3 0,-1 0-5 16,0 1-2-16,2 0-2 0,-4-1 0 0,3 1 0 16,0-2-1-16,1 2-2 0,0 0 0 0,-1 0 4 15,1 2 0-15,-2-1 0 0,2 0-1 0,0 0 1 0,-2 0-2 16,2-1 3-16,-2 2-1 0,0-1-2 0,1 0-1 16,0 0 1-16,-1 3 1 0,-1 0 0 0,2 0 0 0,-2 1 0 15,2-2 0-15,-1 3-2 0,1-1 2 0,1 2-1 16,-2-2 1-16,2 1-2 0,0-1 3 0,0 2-2 15,0 1 0-15,0-1 4 0,0 2 0 0,0-1 0 16,2 1 1-16,0 1 3 0,-1 0 1 0,-1 1-1 16,1-1 2-16,3 4-2 0,-3 0 1 0,1 3 2 15,0-2-2-15,-1 0-1 0,4 3 0 0,-3-2 1 16,2 0 0-16,-1-2 3 0,1-2-1 0,0 3-3 16,-1-3 2-16,1-1 0 0,-1 1 0 0,0-1 3 15,2 1-1-15,-3 0-3 0,2-4 1 0,-2 0 0 0,2 1 1 16,-1-1-2-16,-1-1 1 0,0 0-4 0,1 0 0 0,-2-2-1 15,1 1-1-15,1-2 0 0,-2 1-1 0,0-1 0 16,1-1 0-16,-2 3-3 0,2-3 2 0,-1 0 0 16,0 1-1-16,-1-1 0 0,2 0-1 0,-2 2 0 15,0-3 0-15,0-1 0 0,0 2-2 0,0-1 3 16,0 2-2-16,0-4-1 0,0 2-1 0,0 0-12 16,-2-1-6-16,0 0-10 0,2-1-8 0,-3 0-29 15,3 1-16-15,-2 0-16 0,2 0-27 0,-1-1-23 16,-2 0 89-16,3 0-80 0,-1-1-30 0</inkml:trace>
  <inkml:trace contextRef="#ctx0" brushRef="#br0" timeOffset="64144.56">20441 5531 584 0,'-7'-3'257'0,"-4"0"-176"0,3-2-51 0,-1 3-3 16,3-1 10-16,-2 0 4 0,2 0 1 0,2 1 4 15,0-1-6-15,0 0-5 0,2 1-3 0,0-1-2 16,1 1-5-16,1 0-4 0,0-1-1 0,0 0-3 15,0 2-6-15,0-2-1 0,0 0 1 0,0 1-3 16,1-1-1-16,0 1-4 0,-1-1 1 0,1 2-4 16,1-1 1-16,1 1 0 0,-2 1-1 0,0-1 0 15,1-1-2-15,1 2 2 0,1-1-1 0,-2 1 2 16,0-1 1-16,-2 0-2 0,4 0 0 0,-1 0 0 16,-1 1 0-16,1-1 1 0,0 0 2 0,-1 0-1 15,4 1 0-15,-3 0 3 0,2-1 0 0,3-2 0 16,-1 1 2-16,2 1-1 0,-3 0-1 0,7-3 0 15,-3 0-1-15,2 0 0 0,3 1 0 0,1-2 0 0,0 1-1 16,5-2 0-16,-2 1-2 0,1-3 2 0,2 5 1 16,-1-5-2-16,-1 1-1 0,-1 0-1 0,-1 1 2 15,2-1-2-15,-4 0 3 0,4 3-1 0,-1-3 0 16,-1 3-1-16,3 3 1 0,-2 0 1 0,3 0-3 16,-2 2 1-16,2 1-1 0,-2 1-1 0,2 1 1 15,-6 1-1-15,1-1 0 0,2 2 0 0,-3 1 1 16,-5-2 0-16,4 2 1 0,-3-1 2 0,-1 1-1 15,1 0 3-15,-4 0-1 0,-4 1 1 0,2-1 0 16,5 3 1-16,-9-1-1 0,2 1-1 0,1 1 1 16,-4-3-2-16,0 3 2 0,3 0 0 0,-4-2-1 15,-1 2 1-15,2-1 0 0,-1 0 1 0,0 1-1 16,-2 0 1-16,0-1-3 0,1-1 2 0,-2 1-1 0,2 2 0 16,-3-1 0-16,-2-1 0 0,3 2-1 0,0-2 0 0,-1 2 4 15,-1 1-4-15,1-1 1 0,-2-2 1 0,3 0 0 16,-2 0-1-16,-1 0 0 0,-5-4 1 0,5 1-2 0,-3-1 1 15,-1 0 0-15,3 1-2 0,-4-2 0 16,0-2 0-16,4 3 1 0,1 0-1 0,-1-1 1 16,-2 0-1-16,0-2 0 0,-1-1 1 0,2 2 0 15,1 0-1-15,-1-3 0 0,4 4 2 0,-3-3-2 0,1-1 2 16,3 1-1-16,-2-1 0 0,3 0 0 0,-1 0 1 16,-1-2-1-16,2-1 0 0,0 1 0 0,0 0 1 15,2 0-4-15,-1-1 2 0,0-2 0 0,1 2-2 16,1 0 0-16,-1 0 0 0,1 0 0 0,1-2-2 15,0 1 2-15,1 1 0 0,3-1-1 0,-4-1 0 16,4 0 1-16,0 0 0 0,-1-2-1 0,2 3 1 16,0-2 0-16,-1 3-1 0,-1 0 1 0,1 0-1 15,0 2 0-15,0 0-1 0,4 0-1 0,-3 1 1 16,2-1 0-16,-1 2-1 0,1-1 1 0,2 1 0 16,-2 2 0-16,0-2 0 0,-4 1 2 0,3-1-1 15,-1 2 1-15,-2-3-1 0,2 2 1 0,0-1 1 16,0 0-1-16,-1 2 0 0,0-1 0 0,-1-1 2 0,-1 0-2 0,1 2 0 15,4 1-2-15,-7-3 1 0,3 2 0 0,0-1 1 16,0 1 0-16,-1-1-2 0,2 2 0 0,-1-2 3 16,-1 0-1-16,1 2 0 0,0-2 0 0,-2 3 0 15,2-3 0-15,0 1 0 0,-1 2 0 0,3-1 0 16,-2 1 0-16,-1-2 0 0,2 2 0 0,-2-2 1 16,2 0-1-16,-3 0-1 0,0-1 1 0,1 1 0 15,-1 0 0-15,-2-2 2 0,0 0-1 0,1 1 0 16,1-1 2-16,-1 2-2 0,-1-2 1 0,-1-1-1 15,3 1 1-15,-1 1-2 0,-1 0-3 0,2-2-5 16,-2 0-7-16,2 1-5 0,-1-1-13 0,-1 0-26 16,1 2-17-16,-1-1-18 0,1 0-21 0,0-1-26 0,2 1 85 15,-2-2-64-15,1 3-4 0</inkml:trace>
  <inkml:trace contextRef="#ctx0" brushRef="#br0" timeOffset="65233.14">21342 5871 380 0,'-4'-8'149'0,"1"3"-101"16,-1 0-30-16,0 1 1 0,2 2 0 0,1-2 7 16,-1 1 0-16,0 2-3 0,1-1-2 0,0 0-3 0,0-2 2 15,1 3-2-15,0 0 2 0,-1 0-1 0,1 1 2 0,0-1 11 16,0 0 3-16,0 0 2 0,0 0 3 0,0 0 4 16,0 0-2-16,0 1-2 0,0-2-3 0,0 1-12 15,0 0-5-15,1 1-5 0,0 0-4 0,0 0-8 16,2 0 0-16,-1 0-2 0,-1 0 1 0,1 1-2 15,0-1 1-15,-1 0 1 0,1 0-2 0,1 1 1 16,0-1 1-16,0 3-1 0,1-3 0 0,-1 1 4 16,1 0 0-16,2 0 1 0,-1 1 3 0,-2-2-1 15,2 1-2-15,1 0 3 0,1 0-1 0,1 0-2 16,-1 1-1-16,1-1 1 0,1 0-2 0,2-1 1 16,0 1 1-16,-2-1-3 0,-1 0 5 0,0 0 0 15,-1 0 0-15,4 0 1 0,-4 0 1 0,-2-1 2 0,0 1-1 16,-2-1 0-16,4 0-2 0,0 1 1 15,-3-2 0-15,-2 0-3 0,4 1 0 0,-1 0-1 0,0 0-1 16,2 1 0-16,-1 0-1 0,-2-2 0 0,0 1-1 16,1-1 2-16,-2 0-2 0,2-2 0 0,-3 1 1 15,1-1 1-15,-3 1 0 0,4 0-2 0,-3 1 1 16,1-2 1-16,-3-2 1 0,2 4-2 0,0-4-2 16,-1 3 2-16,2-3-1 0,-2 1 2 0,2 1-2 15,-2-3 0-15,0 4-1 0,1-3 1 0,-1 1 0 16,0-2-1-16,-4 0 2 0,2 0-2 0,-1-1 0 15,0 3-1-15,0-2-1 0,1 1 1 0,1 2 2 16,-4-1-1-16,0-1-1 0,1 2-1 0,0-1 2 16,-1 0-2-16,-2 2 3 0,0-3-2 0,-3 1-1 15,2 2-1-15,0-3 1 0,-3 3 0 0,2 1-3 16,2 1 2-16,0-2 0 0,-2 2-2 0,1 0 2 16,1 1 0-16,1 1-2 0,0 0 1 0,1 3 0 0,-7-3 0 15,6 3-2-15,-1 2 3 0,0-2-3 0,0 3 2 16,-1 0-3-16,0 2 2 0,0-2 0 0,0 1 1 15,1 1-1-15,0 0 1 0,2 3 0 0,0-4 0 16,-2-2 0-16,3 3 1 0,-1 0 1 0,1 0-1 16,1 1 1-16,-1-2 0 0,0-1-2 0,2 1 2 15,-1 1 1-15,3-1 1 0,0 0 0 0,0-1 1 16,0 1-2-16,3 0 0 0,-2-1 2 0,4 1 1 16,-1 1-1-16,-1-3 1 0,2 2 1 0,0-2 1 15,-1 1 3-15,2-2 0 0,-1 3 2 0,0-2-3 16,1-1 4-16,1 1-2 0,-2-1-1 0,2 2 1 15,1-3 0-15,-2 1-1 0,1 0-2 0,2-1 2 16,-1 2-3-16,7-3 0 0,-6 1-1 0,-1-1-1 16,4-2 0-16,-2 1-2 0,0 0 2 0,0-2-2 0,-5 0 0 15,1 1-1-15,0-1 1 0,3 0-1 0,-1 0 1 16,1-1 1-16,0-1-1 0,-2 2 1 0,3-1-3 0,-1 0 2 16,-1-2 2-16,-1 2-2 0,-3 1 0 0,-1-1-2 15,1 0-6-15,0 0-5 0,-1-1-1 0,1 1-7 16,0 1-16-16,1-2-7 0,2 2-7 0,1-2-10 15,-2 1-27-15,-1 0-19 0,-1 0-21 0,3 0-26 16,-3 1 98-16,0-2-69 0,0 2-16 0</inkml:trace>
  <inkml:trace contextRef="#ctx0" brushRef="#br0" timeOffset="65848.67">21714 5264 486 0,'-4'-4'181'0,"2"-4"-135"0,1 7-33 0,1-3 4 15,-2 2-10-15,2-1 2 0,0 3 2 0,2 1 1 0,-2-1-1 16,2 0 0-16,-1 0-1 0,0 2-4 0,0-1 5 16,1 0-1-16,-1-1 4 0,-1 1-1 0,1 5 1 0,-1 0 8 15,0 4 1-15,0-3 1 0,0 1-2 0,1 3 2 16,-1 1 0-16,0-1-4 0,-1 2 1 0,1-2-7 16,0 0 1-16,-1 3 0 0,1-2-2 0,0 0-1 0,0 1-1 15,0 0 4-15,0-1-2 0,1 0 2 16,-1 0-1-16,0 0 2 0,0-1 0 0,0-2 0 15,0 1-1-15,0-2 0 0,1 0 2 0,-1-2-2 0,0 1-4 16,0-3-1-16,0-1 0 0,0 4-3 0,0-4-1 16,0 2-2-16,0-2-1 0,0 1-1 0,0 0 2 15,0-2-3-15,2 3 0 0,-2-2 3 16,0-1-2-16,0 0 0 0,2 1-1 0,-1-1 2 16,0-2-3-16,0 4 0 0,1-4-2 0,-1 0-6 0,2 0-10 15,-3 0-5-15,2 0-7 0,0 0-6 0,0 0-12 16,2-3-4-16,-2 3-9 0,2 0-2 0,0 3-22 15,-1-1-9-15,-1-2-10 0,0 2-11 0,2-1 72 16,-2 1-52-16,1 1-8 0</inkml:trace>
  <inkml:trace contextRef="#ctx0" brushRef="#br0" timeOffset="67453.59">21714 5474 29 0,'1'-1'43'0,"0"1"3"16,0-2-13-16,-1 2 16 0,0-1 6 0,0 1 18 15,0 0 2-15,0 0 5 0,0 0-6 0,0 0 4 16,0 0-7-16,0 1-8 0,0-1-8 0,0 0-15 16,0 0-8-16,0 0-4 0,0 0-3 0,0 0-7 15,2 0-3-15,-2 2 2 0,1-2-1 0,1 3-1 16,0-2 0-16,0 1-1 0,-1 1-2 0,2-2 2 15,-2 1 2-15,0 1-1 0,-1-1 2 0,2 0-1 16,-1 0 2-16,0 1-1 0,1 0 0 0,-2-1-2 16,0 1-3-16,1 0 0 0,0 3-2 0,-1-3-2 15,0 3 0-15,0-2-5 0,2 1 2 0,-2 2-1 16,1-1 2-16,0-2-2 0,0 2 1 0,-1-1-1 16,1 0 1-16,0 3 1 0,1-4 1 0,-2 2 1 15,1-1-1-15,-1 3 0 0,0-3-1 0,1 2 1 0,-1 0-2 16,2-1 2-16,-2 1-2 0,0 3-2 15,1-3 1-15,0 2-1 0,0 1 1 0,1 0-1 16,-1 1 1-16,-1-3 0 0,2 4-2 0,-1-2 1 16,0-1 0-16,-1 3 1 0,2-4-1 0,-2 2 2 0,2-2-3 0,-1 3 2 15,0-2 3-15,0 0-2 0,1-3 0 0,-2 2 3 16,2 1-1-16,-2-3-1 0,1 1 3 0,-1 0-2 16,0 0-2-16,2-1 3 0,-2 0-2 0,1 1 0 0,-1-2 1 15,1 2-2-15,0-3 1 0,-1 2 0 16,1-2 2-16,0 1 0 0,1-2 0 0,-2 0 0 0,2 1-1 15,-2 0 0-15,2-1 0 0,-2-1 1 0,1 2-3 16,0 0-3-16,0-1 1 0,-1-1-1 0,0 2-1 16,0 0 1-16,1-1 0 0,-1 1-2 0,1-1 0 15,-1 1 2-15,3 0 0 0,-1 0-1 0,0 1 1 16,-1-1-2-16,1 1 0 0,-1 1 1 0,2-2-1 16,-1 0 0-16,0 1 0 0,0 0 1 0,-1-1-1 15,3-1 2-15,-2-1-2 0,1 1-1 0,0 1 2 16,2-2 1-16,-2 0-2 0,-1 0 0 0,1 3 0 15,2-2 1-15,-1 0 0 0,3 0 1 0,-4 0-2 16,3-1 1-16,-1-1 0 0,0 1 1 0,1-1-1 16,-3 0 1-16,2 0-1 0,-4-1 0 0,2 1 1 15,0 1-2-15,3-1 2 0,-3-1-1 0,1 0-1 16,1 0-1-16,0 0 1 0,3 0-5 0,-3 0-4 16,2 0-4-16,-3 1-8 0,2-1-6 0,-2 0-16 15,2 1-12-15,-2-1-12 0,0 0-12 0,0 0-58 0,-1-1-34 16,1-1 112-16,-1-1-81 0,-1 2-47 0</inkml:trace>
  <inkml:trace contextRef="#ctx0" brushRef="#br0" timeOffset="68120.55">21629 5708 422 0,'-4'-4'189'0,"-1"4"-108"0,1-4-43 0,3 2 13 0,1 2 3 16,0-1 3-16,-2 0 3 0,2 0-9 0,0-1-1 16,2 1-4-16,0 0-3 0,-2 0-8 0,3 2-4 0,0-1 3 15,-1 0-3-15,2 0-4 0,-2-1-3 0,3 0 0 16,-2 1 0-16,1-1-2 0,1-2 0 0,-1 2-5 0,2-1-1 15,-1 0-2-15,0-1-1 0,1 2-2 16,1 0-3-16,0-1 3 0,-1-1-2 0,5-2 0 0,-2 4 1 16,0-4-1-16,1-1-1 0,-1 0 2 0,2 1-1 15,-1-1-3-15,1 3 1 0,1 2-2 0,-2-3-2 16,1 3 0-16,0 0-1 0,-2 1 1 0,0-3-2 16,-1 3-1-16,-1-1 1 0,1 1-1 0,0 0 2 15,-2 0 0-15,2 0-1 0,-3 1-1 0,2 2 1 16,-1-1 0-16,-2-2-1 0,0 2 1 0,2 0-4 15,-2 0-6-15,2 0-6 0,-1 1-10 0,1-2-29 16,1 1-20-16,0 1-20 0,-1-1-32 0,-2 1-38 0,1 1 103 16,0 1-78-16,0 2-11 0</inkml:trace>
  <inkml:trace contextRef="#ctx0" brushRef="#br0" timeOffset="69287.13">22039 5803 144 0,'0'-7'113'0,"0"2"-25"16,0 0-34-16,1 2 20 0,-1 0-1 0,4 0-3 16,-4-1-8-16,0 1-7 0,0 0-5 0,1 2-13 15,0-1-1-15,0 0-2 0,1 0-1 0,-1 0-3 16,-1 1 0-16,0-1 1 0,0 2 2 0,0-2-1 0,0 0-4 15,-1 0 6-15,1 2-1 0,-3 0-8 0,2 1 1 16,1 0-3-16,-1-1 2 0,1 3-3 0,-1-1 1 16,1 1-4-16,-3-1-4 0,3 1 4 0,-4-1-3 15,1 1 2-15,2 2-2 0,-3-2-2 0,0 1 2 16,3-1-2-16,0 2 1 0,-2-1-5 0,3 0 2 16,-2 2-2-16,2-2-4 0,0 1 2 0,0 0-2 15,0 1-1-15,-2-1 0 0,1 2 1 0,-2-1-2 16,3 0-1-16,0 0-1 0,-2 1-1 0,2-2-1 0,2 2 2 15,1-2-2-15,0 1 0 0,1-1 0 16,-1 2 1-16,0-2 1 0,1 2 0 0,-3-2-1 16,1 0-1-16,3 0 2 0,-4 1-1 0,2-1-1 0,1-2 0 15,-1 1 0-15,1 1 1 0,-1-1 0 0,2-1-1 16,-4 0-1-16,3-1 2 0,1-1 0 0,-1 2 1 16,-2-1 1-16,2-1-2 0,2 0 0 0,-4 0 2 15,3 0-1-15,-2 0-1 0,3-1 0 0,1 1-1 16,-4-1 2-16,3 1-2 0,-2 1 2 0,2-1-2 15,-1-1 1-15,-2 0-1 0,2 0 1 0,-1 0 2 16,0 0-3-16,0 0 0 0,-1 0 0 0,1-3 2 16,0 2 0-16,-3 1 0 0,3-2 1 0,-1 1-2 0,0-1 2 15,0 0 0-15,-1-1 1 0,-1 2-1 0,0-1 0 16,2 0-1-16,-1-3 0 0,-1 2-1 0,-1 0 2 16,2-1-1-16,0 0-2 0,0-1 1 0,1-1 0 15,-2 2 0-15,2 1 0 0,-2-2 0 0,0 0 0 16,0 1 0-16,-1-1 1 0,0 1-2 0,0-1 0 15,0 0 1-15,-1 2-1 0,1-2 2 0,0 1-2 16,0 0 1-16,0-2 0 0,1 2 2 0,-1 0 0 0,1 1-3 16,-1 0 3-16,0-2-3 0,0 2 1 0,0 2 1 15,0 0-2-15,1 0 1 0,-1-1-2 0,0 1 1 16,0-2 0-16,0 3 1 0,0 0-1 0,0-1 0 16,0 0 0-16,0 1 0 0,0 0 0 0,0 0 0 15,0 0-2-15,0 0 0 0,0 1 2 0,0 1 0 16,0 1-3-16,0-1 1 0,0 1 1 0,0 0 0 15,0 2 1-15,-1-1 0 0,0-1-1 0,1 2 0 16,0 1 2-16,0-1 0 0,0 0 0 0,0 1-1 16,0 0 1-16,1 0-1 0,0 1 2 0,-1-1-1 15,0-1-1-15,1 2 0 0,1 0 2 0,-1-3-2 0,-1 2 0 16,1 1-1-16,-1-1 1 0,2 0 0 0,0-2 1 0,-2 2 1 16,0-1-2-16,1 2 0 0,0-4 2 0,-1 1-2 15,3 1 1-15,-2-1-1 0,-1 0 0 0,3 1 0 16,-3-2 0-16,1 2 0 0,1-1-1 0,-1 2 1 0,1-3 1 15,2 1-1-15,-2 2-1 0,-1-2 1 0,2 1 0 16,0 1 2-16,-2-5-2 0,1 5-1 0,1-2-17 16,0-1-9-16,1-3-12 0,-1 2-13 0,-1-2-42 15,1 0-28-15,2 2-30 0,0-2-37 0,-3-5 120 16,4 3-85-16,-4-2-19 0</inkml:trace>
  <inkml:trace contextRef="#ctx0" brushRef="#br0" timeOffset="70120.95">22347 5820 241 0,'6'-2'110'0,"-4"2"-63"16,1 2-28-16,-2 0 19 0,2 2-11 0,-2 1 3 16,5 1 7-16,-3-2 2 0,1 2 1 0,-3-1 0 15,0 1 4-15,2-1 4 0,-2 0 4 0,2 0 4 16,-3 0 0-16,0 1 3 0,0-1 3 0,0 0 0 16,1 0-2-16,-1 0-7 0,0-2-2 0,4 1-7 15,-2 0-2-15,-1-1-13 0,2 1-3 0,-2 0-4 16,-1 0 0-16,2 0-8 0,-4 0-6 0,4 0 5 15,-1 0-2-15,0 2-2 0,2-2-2 0,4 1 1 0,-6-1-1 16,0-1 0-16,2 2 5 0,0-3-4 0,-3 0 3 16,2 1 1-16,-2-1 1 0,0 1 0 0,0-3 2 15,2 2 0-15,-2-1 0 0,0 1-1 0,3-1-2 16,-3-1 0-16,0 0-1 0,0 0-2 0,1 0-1 0,0 0-1 16,2 0-1-16,-2-2-1 0,-1 1-1 15,0 1 0-15,0-1 0 0,-5-1 0 0,5 1-1 16,-1-2 0-16,0 1 0 0,-3-1 0 0,2 0 0 15,-1-1-1-15,6 1-2 0,-2 1 3 0,-2-3-3 16,-2 1 2-16,3 0-1 0,4 2 0 0,-3-4 0 16,-2 2 1-16,1-1-1 0,-1 0 0 0,1-1 1 15,0 1-1-15,0-1 0 0,-4-1 1 0,3 2-2 16,-2-1 0-16,3 1 1 0,0 0-1 0,-3-1 0 16,2 2 0-16,-4-2 0 0,4 2 0 0,1 0 0 15,-4-2 0-15,0 4 0 0,1-2 1 0,3 1-1 16,0-1 0-16,2 2-1 0,2-2 1 0,-1 1-2 0,1 0 1 15,-2-2 1-15,1 1-2 0,1 2 3 0,-4 0 0 0,1-1 0 16,1 2-1-16,-2-3-1 0,1 1 0 0,2 2 0 16,1 1 0-16,-3-4-1 0,1 1 0 0,3 2-1 15,-5 0 2-15,3 0-2 0,-2 1 3 0,1-1-3 16,-2 0 3-16,4 2-2 0,-3-1 1 16,-2 1 0-16,2-1 0 0,1 1 1 0,1 0 0 0,-3 0 1 15,6 2-3-15,-5-3 2 0,4 1 0 0,5 1 2 16,-6-1-2-16,-4 0 0 0,5-1 0 0,4 1 0 15,-8-1 1-15,4 0-2 0,-3-1 1 0,2 0 0 16,-2-1 0-16,4 1 1 0,-5-1-1 0,-1-2 0 16,5 3-1-16,-2-2 1 0,-2 2 1 0,0-1-1 0,0-1 1 15,0 1-2-15,2 1 1 0,0 0 1 0,-3 1 0 0,0-1-1 16,1 1 1-16,-1 0-1 0,2 0 0 0,-1 0 1 16,0 0 0-16,0 0-1 0,-1-1 1 0,0 1 0 15,0 0-1-15,0-1 0 0,0 0 0 0,0 1 0 16,0-1 0-16,0 1-1 0,-1 0-1 0,1 0-8 15,0 2-5-15,3 0-8 0,-3-2-7 0,0 1-28 16,0-1-15-16,2 1-18 0,0-1-24 0,-1 0 73 16,0 1-55-16,-1 0-10 0</inkml:trace>
  <inkml:trace contextRef="#ctx0" brushRef="#br0" timeOffset="85427.85">21662 6373 171 0,'0'-2'83'0,"0"0"-47"0,1 0-15 0,1 1-2 16,-1-1 17-16,2-1-12 0,-3 0 12 0,1 1 12 16,0-1 6-16,-1 0 4 0,0 0 0 0,0 1 6 15,0 0 3-15,0-2 3 0,0 2-1 0,0-1-8 16,0 0-4-16,0 0-5 0,0 1-5 0,-1-2-12 16,1 1-4-16,-1-3-5 0,1 4 1 0,0-1-6 0,-1 0 0 0,-1-2 2 15,2 1-1-15,0 1-1 0,-1 1 0 0,1 1 0 16,-1-4 0-16,0 2-1 0,0-1-1 0,1 1-2 15,-1 1 1-15,1-2 0 0,-2 1-2 0,0-1 0 16,2 3-3-16,-2-3 3 0,1 4-4 0,-1-3 1 16,-2 1-4-16,2 1-1 0,-1 0 1 0,1 1-1 15,-1-5 2-15,-3 4-2 0,3-1 2 0,-2 2 0 16,1-1 4-16,0 0 1 0,0 1 2 0,-2 0-1 16,3-1 0-16,-4 1 2 0,1 0-2 0,0 1 0 15,0-1-2-15,-1 0-1 0,-1 0-3 0,-2 0 0 16,1 1 0-16,3 1-5 0,-2-1 3 0,-6-1-2 15,3 0-1-15,3 2 0 0,-4 4-2 0,2-2 1 16,-2-2-1-16,-4 1 1 0,7 1-2 0,2 3 3 0,-5-2 0 16,2-1-3-16,0 0 1 0,0-1-1 0,1 4 0 15,0-2-1-15,-1 0-1 0,-1 1 1 0,3 1-1 16,0-2 0-16,2 2 0 0,0 0 0 0,0 0 0 16,2-1 0-16,-2 1 0 0,2-2-1 0,1 2 0 15,-1 1 0-15,2-1-1 0,-1 0-1 0,1 2 3 16,0-1 0-16,1 2-1 0,1-1-1 0,0 1 2 15,1-1-2-15,2 0 2 0,0 1-1 0,0 0-2 16,1-1 1-16,-1 1 2 0,2 0 0 0,3-2-1 16,-5 2 1-16,4 0 0 0,2 1 0 0,-2-2 1 15,2 0 0-15,0-1-3 0,1 0 0 0,-1 0 2 16,1-4 0-16,1 2 0 0,-2-3-2 0,2 0 1 16,1-1 1-16,2-1 0 0,-9 2 0 0,6-2 0 15,-2 0 0-15,5 1 0 0,0 0 0 0,-5-1 1 16,5 1-1-16,-4-2-1 0,6 3 2 0,-3-3 0 15,-2 0-1-15,1 3 0 0,-1-3 0 0,-1 0 0 0,1 1 1 0,-1 0 0 16,1 0-1-16,0 2-1 0,-3-3 0 0,0 0 0 16,3 2 1-16,0-1 0 0,0 0 0 0,-3 0 0 15,2 2 1-15,0-1-1 0,1 2 1 0,-2-2 1 16,0 0-1-16,1 3-1 0,-1 0 0 0,-3 3 0 16,2-4 0-16,-2 2 0 0,2 3-1 0,-3 0 1 15,2-1 0-15,-1 0 0 0,-3 0 0 0,3 2 0 16,1 0 2-16,-4 0-1 0,1 2-1 0,2-1 1 15,-3 0-1-15,0-2 2 0,-2 1-2 0,-1-1 2 16,0 0-1-16,1 1 2 0,-2-3 0 0,0 3 0 0,-1 1 2 16,1-3 1-16,0 2 0 0,0 3 2 15,-3-2 0-15,2 0 2 0,-3 0 1 0,0 0 0 0,-1 1 3 16,0-1 1-16,-2 2-2 0,1-3 1 0,2-1 2 0,-4 3 0 16,2 0 0-16,-3-2 2 0,2 0-1 0,-2 2 0 15,0-1 2-15,0 0-2 0,1-1 0 0,-2-3 1 16,-1 0 0-16,1 1-3 0,0 0 0 0,0-5-2 15,-1 0-1-15,-1-2-1 0,2 4 0 0,-2-3-5 16,-1-2-1-16,3-1-1 0,-1 0-1 0,-1 1-1 16,2-1-1-16,1 1 0 0,1-3-2 0,1 2-9 15,0 1-6-15,2-1-7 0,-2-2-10 0,4 1-10 0,-1-5-15 16,3 3-35-16,-3-1-16 0,2 0-11 0,1-1-23 16,0 0-35-16,3-3 108 0,4-2-75 0,-2-1-4 15</inkml:trace>
  <inkml:trace contextRef="#ctx0" brushRef="#br0" timeOffset="85977.75">21993 6358 496 0,'-9'-3'221'0,"7"1"-130"0,-5-1-56 0,5 1 22 16,2 1 6-16,-2-1 3 0,2 1-2 0,0 0-15 16,0 0-3-16,-1-2-2 0,1 2 1 0,0 0-18 15,1 1-5-15,-1 0-4 0,0-1 1 0,0 1 0 16,0 0 2-16,0 1-6 0,2 1 5 0,-4 1 0 16,2-1 1-16,2 2-1 0,-1 3-3 15,1-2 0-15,0 4-2 0,1 1 1 0,-2 2-3 0,1 1-1 16,0 1-1-16,5 4-3 0,-6 1 0 0,3 1-1 15,-1 4 0-15,3 3-1 0,-2-1-1 0,2 1 0 16,-2 2-1-16,-1-2 0 0,3-2 0 0,-1 0 1 16,0-3-1-16,0-1 1 0,3-3-1 0,-6-1 0 0,5-2 2 15,-1 0-1-15,2-3 1 0,-4 1-3 0,1-3-1 16,-2 0 1-16,2-2-2 0,0 1 3 0,-1-2-2 16,-2-1 0-16,3 2-1 0,-2-3 2 0,1 0-2 15,1 1-1-15,-1-1-17 0,1-1-11 0,-1-1-16 16,1 1-11-16,0 0-51 0,-1-1-33 0,1-2-39 15,-1 1 110-15,1 0-99 0,0 0-40 0</inkml:trace>
  <inkml:trace contextRef="#ctx0" brushRef="#br0" timeOffset="86328.78">21792 6728 656 0,'-4'-10'258'0,"-4"3"-176"0,2 0-51 0,0 2 0 16,1-1 9-16,3 2 4 0,-1-1 1 0,3 1-4 16,0-2-1-16,3 1-7 0,-1 0 1 0,1-2-2 15,0 1 0-15,2 2-2 0,0-1-2 0,2 1 1 16,-2 0-1-16,1 0 0 0,0-2-3 0,3 6-4 15,0-2-2-15,0 1-4 0,3 1 0 0,-3-1-6 16,5 2-2-16,1 0-2 0,1 2-1 0,0-1-1 16,1 1-1-16,-3-1 0 0,2 0-1 0,-1 1 3 15,-2-2-3-15,-3 0 2 0,0-1-1 0,-3 0 0 0,3 2-1 0,-2-2 3 16,0-2-3-16,-2 2-1 0,3 2 0 0,-2-2 0 16,3 0-15-16,-3 0-14 0,-1-3-19 0,1 2-21 15,1 1-26-15,1-2-96 0,1 0 135 16,-1 0-97-16,4 2-33 0</inkml:trace>
  <inkml:trace contextRef="#ctx0" brushRef="#br0" timeOffset="86793.52">22246 6648 616 0,'-7'6'360'0,"-2"-2"-169"16,-2 0-122-16,1 2 107 0,4-1-134 0,-2 1 0 0,3 3 5 15,-1-3-3-15,2-4-2 0,-2 4-14 0,4 0-1 16,-1-1-4-16,1 0-7 0,1 1-2 0,-1-2-11 16,0 4 0-16,2 1-1 0,0-3 1 0,2 3-2 15,-2-1 1-15,2-1 0 0,-1 2-2 0,2 1 3 16,-1-1-2-16,4 0 2 0,-4 0 0 0,3 1 0 16,0-1-2-16,-1 0 0 0,2-2-1 0,-2 1 1 15,0-2 0-15,1 0-1 0,0-1 1 0,-1 1 0 16,1-3 0-16,-1 2-1 0,1-2 2 0,-1 0 0 0,-1-1-1 15,2 0 3-15,-2 0-4 0,1-1 2 0,0-1 1 16,0 0 2-16,2-1-2 0,-1-1 0 0,1 1 0 16,-1-4 0-16,1 3 2 0,0-2-3 0,2 1 1 15,-3 1-1-15,2-5 0 0,0 2-1 0,0 1 2 16,0 0-1-16,-1-3 0 0,-1 0 2 0,0-1-2 16,2 1 1-16,-3 0 2 0,0-1 0 0,1 0 1 15,-3 0 1-15,-2 0 4 0,2 1 0 0,-3-1 5 16,0-1-1-16,-2 2 5 0,-2-1 1 0,0 0-1 15,-1 2 0-15,0-4-3 0,-2 1-2 0,-1 1-2 0,-1 1-3 16,3-1-3-16,-3-1-1 0,1 1-3 0,-1 0 0 16,3 0-1-16,-3 3-1 0,3-2-2 0,1 1-3 15,-4 1-15-15,5 1-5 0,-2 1-8 0,3-2-9 16,-2 4-32-16,2 1-16 0,1-1-23 0,-1-1-27 16,2 2 91-16,1 0-65 0,1 0-14 0</inkml:trace>
  <inkml:trace contextRef="#ctx0" brushRef="#br0" timeOffset="87295.97">22470 6665 614 0,'-3'-3'269'0,"1"-3"-166"16,-1 4-63-16,3 2 27 0,0 0-22 0,-2-1 1 15,1 1-7-15,-1-3-3 0,3 3-9 0,0 1 0 16,-1-2-4-16,0 0-3 0,-2 1-5 0,2 0-1 16,0 0 5-16,0 2 0 0,-3 0 5 0,0 0 1 15,-4 3 1-15,4-3-1 0,-1 4 4 0,-1-2-4 16,-3 1-2-16,3-1-1 0,-3 3-3 0,2-2-5 15,6 3-3-15,-3 0 1 0,-2 0-9 0,4 2 3 16,-2 1-2-16,0-1 0 0,3 0-4 0,-4-2 2 16,2 3 1-16,-2-2-2 0,4 1 2 0,-1-2-3 0,1 0 0 15,0 1 2-15,1 0-2 0,1-4 0 0,0 2 0 0,0 3 0 16,0-3 0-16,0 2 1 0,1-1 0 0,-1 0 0 16,0-1 1-16,1 1-1 0,-2-2 2 0,5 1-1 15,-2-1 0-15,1 0 0 0,3 1 0 0,-2-3-2 16,-1 2 4-16,3-3-1 0,-3-2 0 0,1 1 2 15,0 1 0-15,-1-2 0 0,2 1-1 0,-1-1 0 16,0-1-2-16,3 1 1 0,-1 0 0 0,1-1-2 16,-3-1-1-16,0 0-6 0,-2-2-4 0,4 0-16 15,-3 0-10-15,-1 0-13 0,4-3-14 0,-1 1-46 16,-1 0-29-16,3 0-32 0,-1-2 106 0,-1 1-94 16,2-1-36-16</inkml:trace>
  <inkml:trace contextRef="#ctx0" brushRef="#br0" timeOffset="88077.77">22535 6323 398 0,'-5'-3'140'0,"4"3"-108"0,2 0-19 0,3 3-2 16,-3-3 6-16,0 3 9 0,2 1 4 0,-2 1 3 15,2 1 1-15,0 2 8 0,0 1-3 0,-1 2 0 16,2 2 1-16,-1 2 0 0,0 3 2 0,-1 1 2 16,1 0 2-16,0 2 2 0,-1 0-2 0,0 2 3 15,-1-2-5-15,0-2-8 0,0 2-2 0,1 2 1 16,0-1-5-16,-1-2-7 0,0-2-1 0,1-2-4 0,-1 3 5 15,0-2-2-15,0-2 0 0,0-3-7 0,2 1 3 0,-1-1-2 16,-1 2 0-16,-1-2 0 0,2-4-5 0,-1 1 0 16,2 1 2-16,-2-1-1 0,1-3-1 15,-1 2 2-15,2 0 1 0,-2-2-1 0,1 1 2 16,-1-2-1-16,0 0-1 0,1-3-1 0,-1 3 1 0,0 0-2 16,0-3 0-16,-1-1-1 0,2 0 0 0,-2 1-1 15,1-1-3-15,-1 0 3 0,1 2-3 0,0-3-1 16,0 1 2-16,0-1-1 0,-1 0 1 0,2 0 0 15,0 0-2-15,0-1 3 0,-2-2-2 0,0 1 0 16,0 0-1-16,1 1-1 0,1-3-1 0,0 1 0 16,0-1 1-16,-1 1-2 0,1-1 0 0,2-1-1 15,-2-2 0-15,2 3 0 0,0-3 0 0,-1 0-1 16,2 0 1-16,0 0-3 0,0-1 3 0,0 1 1 16,-1-1-1-16,1-2 0 0,0 3 1 0,1-2 0 15,-1 1-1-15,-2 0 2 0,3 0-2 0,-2 2-1 16,1-1 1-16,-2-1-1 0,1 1-1 0,0 0 2 15,-1 1-1-15,-1-1-2 0,0 2 0 0,1-2 0 16,-1 3-2-16,-1 0 1 0,-1 2 0 0,2 0-1 0,-2 2 0 0,0-1-1 16,0 0 0-16,-2 1 2 0,2 0 0 0,-1 3 1 15,0-3-1-15,-2 1-1 0,2 1 1 0,-1 1 2 16,0-1 1-16,-1 1 0 0,-1 0-2 0,1 3 1 16,1-2 2-16,-2 3-2 0,0-3 2 0,1 5 0 15,0-1 0-15,-2 0 0 0,1 0 0 0,2 1 0 0,0 0 0 16,-2-2 1-16,2 1 1 0,-1 1 0 15,3-2-1-15,0 1 1 0,0-3 0 0,0 2-1 0,0-3 0 16,0 3 0-16,0-3 0 0,0 1-1 0,2-1 1 16,-1 0 1-16,1 0 0 0,0-2 0 0,1 2-2 15,0 0 0-15,-1-1 1 0,0 1-1 0,2-2 1 16,-3 2-1-16,2-3 0 0,0 3-1 0,2 1 1 16,-2-3-4-16,0 1-8 0,2-2-6 0,0 2-30 15,3 1-18-15,-2-1-17 0,0-3 0 0,3 1-109 16,-1-1 135-16,3 0-83 0,1 0-33 0</inkml:trace>
  <inkml:trace contextRef="#ctx0" brushRef="#br0" timeOffset="89080.62">23080 6782 698 0,'-3'0'306'0,"2"0"-187"0,-1 0-68 0,1 0 18 15,0 0-7-15,0 0 5 0,0 0-5 0,1 0-14 16,0 0-4-16,0-1-3 0,0 0-7 0,0-2-5 16,1 2-1-16,-1 0-5 0,2 0-1 0,-1-1 2 15,2 1-1-15,-3-2-3 0,3 3-2 0,-3-4 0 16,1 1-3-16,0 1-2 0,-1-2-1 0,0 0-1 15,1 0-1-15,1-1 0 0,-2-1-2 0,2 1-2 0,-1-1 0 16,-1-3-1-16,0 1 1 0,1 1-2 0,-1-3-1 16,1-1 1-16,-1 1 1 0,0-3 2 0,0 0-1 15,0-3 2-15,0 1-2 0,0-1 1 0,0-2 0 16,0 2-1-16,0-2 0 0,0 3-2 0,0 1-2 0,0-3 1 16,0 2 0-16,0 3 0 0,0 0 0 0,0 0-2 15,2 0 1-15,-1 0-2 0,0 0 1 0,0 2-1 0,0 2 3 16,2-2-3-16,-2 0 0 0,0 3-1 0,1-1 1 15,0 2 1-15,0-1 1 0,2-1-2 0,-2 2 1 16,2 0-1-16,-1 1 0 0,1 2 2 16,-1-2-2-16,-1 2 0 0,2 0 0 0,-3 0-1 15,1 0 0-15,1 0 0 0,-1 0 1 0,-1 1-2 0,2 0 2 16,-1 0 0-16,0 0 1 0,-1 2 0 0,1-1-1 16,-1 0 3-16,0 1-1 0,0 0 1 0,1-1-1 15,0 1 0-15,-2 0-1 0,2 0 1 0,-1 3 1 16,0-2-2-16,0 2-1 0,3 2 0 0,-3-2 0 15,2 1-1-15,-2 2 1 0,1 1-1 0,3 1 0 16,-3 1 0-16,3 0 0 0,-3 0 0 0,4 4 0 16,-1 0 1-16,0 0 0 0,-1 1 0 0,2 4 0 15,1-2 0-15,1 3 0 0,-1 0 1 0,1 0 0 16,0 0 0-16,1 0-1 0,2 1-1 0,-3-1 1 16,1-2 1-16,0-1-1 0,1 3 0 0,0-2-1 0,-2-1 2 15,0-1-1-15,2-1 1 0,-2 0-1 0,1 1 0 16,1-4 1-16,0 0 1 0,-3 0-1 0,3 1-1 15,-3-2 0-15,0-2 1 0,-2 0 0 0,0 1 1 16,-2-1-2-16,-1-3 0 0,1 1 0 0,-1-1 1 16,0-1 0-16,-1 1 1 0,-1-3-1 0,2 0 0 15,-2 0 0-15,1-1-2 0,0 0-5 0,-1 1-3 16,0-2-2-16,1 0-4 0,-1 1-10 0,1-1-6 16,4 2-5-16,-5-2-4 0,3 0-16 0,-2 1-5 15,-1-1-9-15,0 0-6 0,3-1-29 0,-1-1-16 16,0-1-25-16,2 2-31 0,-3-1 116 0,-1 0-79 0,3-1-46 15</inkml:trace>
  <inkml:trace contextRef="#ctx0" brushRef="#br0" timeOffset="89627.76">23060 6696 177 0,'-1'0'133'0,"0"-2"-23"0,0 2-47 0,-1-2 36 16,1 2-20-16,1-2-3 0,0 2-7 0,0-2-9 15,0 0-1-15,1 2-12 0,1-1-2 0,-1 1 0 16,2 0-3-16,0-1 1 0,0 1 1 0,0-1 1 16,-1 0-3-16,3-1-5 0,-2-1-1 0,2 2-3 15,0-3-2-15,1 3-8 0,1-1-3 0,1 1-4 16,-1-3-1-16,1 1-5 0,0-1-2 0,1 0-3 16,0 0 1-16,-2-1-3 0,3-1-2 0,-1 0 2 15,1 0-2-15,0 3 0 0,0-1-1 0,-1-2 1 0,2 1-1 16,0 0 0-16,-1 1 2 0,-1 2-4 0,3 0-6 15,-1-3-7-15,1 4-7 0,-3-2-10 0,2 2-37 16,1 0-25-16,-1-1-34 0,2 0-48 0,-3 0 117 16,0 1-85-16,3 1-27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2-08T05:50:42.08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11286 4104 232 0,'2'-4'126'0,"0"-1"-50"0,-1-1-28 0,2 2 24 0,0-1-10 16,-1-1-2-16,1 3-1 0,-1-3-4 0,3 1-4 16,-1-1-16-16,-2 1-9 0,1-2-8 0,1 2-4 15,-1-2-8-15,0 2 1 0,3 0-1 0,-4 0 2 16,0 1 6-16,1 0 3 0,0 2 4 0,-2-2 1 15,0 0 6-15,-1 0 1 0,-2 2 2 0,1-3-2 16,-1 3-1-16,-1-1-4 0,1-1 3 0,2 0-1 16,-3 1-2-16,2-1 0 0,-2-1 1 0,1 2 3 15,-2-1-2-15,3-2 2 0,-1 2-4 0,-3-1 0 16,3 1-4-16,-2-1-1 0,1 0-2 0,1 1-3 0,-2-1-2 16,3 2-1-16,-4 0-2 0,2-2 1 0,-1 1 0 15,-1 1-2-15,2-3-1 0,-2 3 1 0,-1-1-1 16,1 0-2-16,-2-1 1 0,2 3-3 0,-2-2-1 15,0 1 1-15,2 3-2 0,-4-4 0 0,3 0-1 16,-1 1 2-16,0 3 4 0,0-2 1 0,-1 1 1 16,0 0 0-16,0-1 1 0,0 1 4 0,-1 1 1 15,-1-2-3-15,1 0-1 0,-1 2 0 0,1 0 3 16,1 0-3-16,-4 0 2 0,1 0-3 0,0 0-1 16,-1 0-1-16,0 0 1 0,0-1-3 0,0 1-1 15,-2 0-1-15,1 0-1 0,0 1-1 0,-2 1 0 16,0 0-1-16,2 1 0 0,-5 1 0 0,3-1 0 15,0 2 0-15,-1-1 0 0,0 1 0 0,1-1 0 16,0 0 0-16,0 2 0 0,0 0 0 0,2 1-1 0,1 1 1 16,-2-3-2-16,2 2 2 0,3 0-1 0,-3 2 1 15,0-2 0-15,2-1 0 0,0 1 0 0,0-2 0 0,0 4 0 16,1-2 1-16,1-2 0 0,2 4 0 0,-3-1-1 16,3-1 0-16,-2 2-1 0,2-1 0 0,1 0 0 15,1 2-2-15,-1-2 1 0,1 0 1 0,3-1-1 16,-1 2-1-16,1-1 2 0,4 0-2 0,-3 1 1 15,0-2 2-15,0 0-2 0,2 0 0 0,1 0 1 16,1-1 0-16,-3 0 0 0,4-2 1 0,0-1 2 16,0 2-2-16,-1-2 3 0,3 1 0 0,0 0 3 15,-1-3-1-15,1 1 2 0,0-1-2 0,2 1-1 16,0-1 3-16,-2-1-1 0,1 0-2 0,1 0-1 16,0 0 3-16,2-1-4 0,-1 1 0 0,1 0 0 15,1 0-1-15,0 0 0 0,0 0 0 0,1 1-1 16,1 1 0-16,-1 2 0 0,1-3 0 0,2 3 0 15,-1 1 0-15,2 0-1 0,0-1 0 0,-2 1 1 16,2 1 0-16,2 1-1 0,-3 2 1 0,1-3-1 16,-1 4 1-16,-1-1 0 0,-1-1 0 0,0-1 0 0,-3-1 0 15,1 2 8-15,0 1 0 0,1-2 3 0,-4-1-2 16,1 0 1-16,2 3 1 0,-2-2 1 0,1 3-2 16,-1-3-4-16,-1-2-2 0,1 3 0 0,-3-1-1 15,3 3 3-15,-4-2-4 0,2 2 1 0,0-2 2 0,-3 1-1 16,2 1 0-16,-2 1 1 0,1-1 2 0,-4 2-2 15,3 0 2-15,-4 0-1 0,2 1 0 0,-2-1 0 16,-1 1 2-16,1 2-3 0,-1-2-2 0,0 1 2 16,-1-1-1-16,0 1 0 0,-2 2 0 0,0-1-2 15,0 0 2-15,-1-1 0 0,2 0 1 0,-2-2 1 16,0 1-1-16,1-3 1 0,0 0-1 0,-1 0 2 16,0-2 0-16,-1 2 1 0,1-2-1 0,0-1 0 0,-3 3 0 15,-2-1 0-15,0-1 1 0,2-1-1 0,-1 2-1 16,-2 0 0-16,-2 1-1 0,1-1-1 0,0-3 2 0,-1 1 2 15,0 3-2-15,-7-6-1 0,6 0 1 0,-6 0-1 16,0-2 2-16,-2 0 0 0,2-1-2 0,-4-1 0 16,1 0-1-16,1 0 1 0,-4 0 1 15,5 0 0-15,-1-1-2 0,3 0 0 0,-2-2 0 0,2 0-1 16,2-1 0-16,2-3 1 0,-3 2-2 16,3 0 1-16,-1-3-2 0,1 2 1 0,-1 0 1 0,3-1-3 15,-1 1 1-15,2 1-1 0,-1-2 0 0,3 2-2 16,1 0 1-16,-3-4-3 0,2 5-5 0,1-1-5 15,2 0-8-15,1 0-9 0,-1 4-26 0,4 0-13 16,-2 0-14-16,1 1-18 0,1 0-53 0,1 0-33 16,-1 0-32-16,2 2 131 0,3-1-109 0,0 0-46 15</inkml:trace>
  <inkml:trace contextRef="#ctx0" brushRef="#br0" timeOffset="1732.86">11750 3959 645 0,'0'-3'255'0,"0"-2"-166"16,0 2-39-16,0 1 6 0,0-1-7 0,2 1-2 15,-1-1 0-15,0 1-9 0,0 0-6 0,0 1-8 16,0 0-20-16,1 1-4 0,-1 0-2 0,2 1-1 16,-1 3-2-16,0-2 1 0,1 2 2 0,-3 1-3 0,3 1 0 15,-3 1 2-15,2 2 2 0,-1 0 1 0,0 2 5 16,0 0 3-16,-1 4-2 0,1 0 4 0,-1 4 1 15,0 2 0-15,0 1 2 0,-2 1-1 0,1 3-3 16,-2 2 0-16,2 3-2 0,-3-4 1 0,2 1 0 16,-1 1 1-16,0 1-1 0,2-3 3 0,-3-1-1 15,2-2 2-15,-1-2 1 0,1 0 1 0,-1-1 3 16,1-1-1-16,0-1 0 0,-1-1-3 0,2-1 1 0,-2-3-4 16,1 1 0-16,1 1-1 0,-1-2-2 0,2-2-2 15,-1-1-1-15,-2 1 2 0,-1-1-2 0,3 0 2 16,0-1 0-16,0-4-2 0,-2 1 2 0,2-2 1 15,1-2 1-15,0 0 0 0,-1-1 0 0,-1-1 3 16,1 0 1-16,0-1 2 0,0 0-1 0,0 0 1 16,0-1 0-16,0-1-1 0,1-3 1 0,0 2-3 15,0-6-1-15,0 4 0 0,0-5-2 0,0-1 0 16,0-5-2-16,1 2 1 0,-1 5-2 16,0 3 0-16,1 2-1 0,0-19-1 0,0-2-1 0,1-2 0 0,0 3 1 15,0-2-2-15,-2-3 1 0,3 1 0 0,-2 2-2 16,1 4 2-16,-1 2-1 0,2-1-1 0,1-4 0 15,-2-1 0-15,1 4 0 0,1-1-1 0,0 0 0 0,2-3 1 16,0 1-2-16,0-2 2 0,0 5 0 0,1-2-2 16,0 1 1-16,2 0 0 0,1 6-1 0,0-3 1 15,-1 0-1-15,1 4 0 0,-2 3 2 0,3 0-3 16,-1 1 2-16,-2 0-2 0,5 2 1 0,-3 2-3 16,0 0 3-16,1 1-1 0,0-1-1 0,-3 4 1 15,2 0-2-15,-2 1 2 0,-1 2-2 0,2 1 0 0,0 0 0 16,0 1 0-16,-2 2 2 0,2 3-1 15,0-4-1-15,0 2 2 0,-4 1 2 0,4 4 1 16,-3-4 1-16,1 6-2 0,0-2 1 0,-3 0 3 16,3 3-1-16,0 1 2 0,0 1-2 0,-2-1 1 15,1 0 0-15,0 4 2 0,0-1 0 0,0 3-1 16,-1-2 2-16,-1 2-4 0,2 1 2 0,0-1 0 16,-1 2-2-16,-1-2 0 0,1 3 1 0,0-2-3 15,-1 2 1-15,3-2 2 0,-3 0-2 0,2-2-1 16,-2 0 1-16,0-1 1 0,1-2-2 0,-1-3 1 0,-1-3-1 15,2 3-2-15,0-1 2 0,-1 0 1 0,1-1 0 16,-2-1 1-16,3 2 0 0,-2-1-1 0,1 1 2 0,-1-3 1 16,-2-1 0-16,1 1-1 0,1-3 1 0,-1 2-2 15,0-4 3-15,-1 0 0 0,1 2 1 0,-2-3 1 16,2 0-4-16,-2-1 6 0,1 0-1 0,-2 0 2 16,1-1-2-16,-1 0 2 0,0-1 1 0,0-1-1 15,0 0 1-15,0-1-4 0,1-2 2 0,-1-1-1 16,0-1-1-16,0-1-1 0,2-1-1 0,-2-2-1 15,0-1 1-15,0 0-1 0,1-4-1 0,0 0 0 16,-1 0 0-16,2-2-1 0,-2-1-1 0,1-3 0 16,0 0 1-16,-1 3 1 0,1-4-2 0,1-2 0 0,1-1-1 15,-2 2 0-15,0 2 0 0,2-1 0 0,0-1-1 16,1 0-1-16,-1 1 2 0,0 4-1 0,2 0 1 0,-1-1-1 16,1 2-1-16,3 2 1 0,-3 1 1 0,2-1-1 15,0 0 0-15,1 1-2 0,0 1 2 0,1 2 0 16,-3 0 0-16,4-1 0 0,-2 3 0 0,0-1-1 15,-1 2 0-15,2 2 1 0,-2 1-1 0,1-3 0 16,-1 2-1-16,-4 3 0 0,5 0-1 0,-4 1 0 16,0 1 0-16,1-2 0 0,-1 3 0 0,0 1-1 15,0 0 0-15,3 2 0 0,-3 0 1 0,2-1 1 16,-2 5-1-16,0 1 1 0,1-2-2 0,-1 1 3 16,-1 1-1-16,-2 1 2 0,3 3-2 0,0 2 1 15,-1-1 0-15,-2-1 0 0,5 4 2 0,-3 0 0 16,2 3 0-16,-1 0 0 0,-1-2 0 0,-1 2 0 0,2 2 3 15,-4 0-1-15,2-1 2 0,1 2-1 0,-2 1 0 16,2 0 0-16,0 1 1 0,-1 0-1 0,1 2 0 16,1-2-1-16,0 2 0 0,-2-2-1 0,1 2 1 15,-1-4 0-15,0 2-1 0,-1-3 0 0,3 0-1 16,-1-2 0-16,1 1 1 0,-2-1-1 0,2-2 2 16,2 2-2-16,0-3 3 0,-1-2 0 0,-2 0-2 0,3 1 3 15,-1 1-1-15,0-2 0 0,-1-1-1 0,0-1 0 0,2 1-10 16,0 0-8-16,0 0-12 0,-1-2-12 0,1-4-15 15,1 2-49-15,1 0-26 0,0-5-39 16,-2 0-38-16,1-2 129 0,0 0-96 0,1-5-24 0</inkml:trace>
  <inkml:trace contextRef="#ctx0" brushRef="#br0" timeOffset="2534.05">13149 3774 887 0,'-1'-2'328'0,"-2"1"-232"0,1-2-53 16,0 1-5-16,4 2 0 0,-2-1-1 0,0 1-3 0,0 0-5 15,1 0-7-15,2 0-7 0,-2 5-17 16,1-3-2-16,-2 2 0 0,3 2 1 0,1 1-1 0,-1 2 1 16,0 3 1-16,2 1 0 0,-3-3 3 0,1 2-2 0,0 4-2 15,1-1 0-15,-2-2 3 0,0-1-1 0,-2 0-1 16,1 1 1-16,-1 3 0 0,1-1 1 0,0-3 2 15,1 2 1-15,-2 4 5 0,0 0 3 0,-3 2 3 16,2-2 0-16,-1 3 4 0,1 0-1 0,-5 3-2 16,3 0 1-16,0 1-2 0,1 1-4 0,-3-2-2 15,1 1 0-15,0 0-3 0,-2 0 1 0,2 2 1 0,-1-6-1 16,-1 0-4-16,1 0 0 0,1 0 1 0,0-1-1 16,0-3-1-16,1 2-1 0,0-3 0 0,1 2 2 15,-2-2 0-15,2 0 1 0,0-3 0 0,0 1-1 16,-2-3 1-16,3-3 0 0,-1 2 3 0,-2-1-3 15,4-2 0-15,-1-2 0 0,0 1 1 0,0-1-1 16,-2 1 1-16,2-2-1 0,0-2 5 0,1-2 4 0,0 4 3 16,0-3 2-16,0 1 3 0,1 0 1 0,-1-3 2 15,2 1 2-15,0 0-3 0,-1 2-4 0,-1-2-1 16,1 0-3-16,0-1-2 0,1 1 1 0,-1 0-4 16,1 0-2-16,0 0-3 0,1 0 0 0,0 0-1 15,1 1 0-15,0 0-2 0,0-1-1 0,0 0 1 16,1 0-1-16,1 0 2 0,0 0 0 0,3 0 0 15,-1 0 2-15,1-1 3 0,1 0-1 0,0 1 2 0,0-1-2 16,2 0 5-16,1 0 2 0,-2-1-2 0,3 0 0 16,2-1-2-16,5 2 4 0,3-1-1 15,-2 0 2-15,-1 0-4 0,-1-2-1 0,4 0 0 0,-1-2-3 16,0 2 2-16,-7-1-3 0,5-2-1 0,1-1 0 16,-3 2 0-16,0 0-1 0,1 0 1 0,-3 1-1 15,1 0 0-15,1-1 0 0,-4 1-2 0,2-1 0 16,1 1 1-16,-2-1-2 0,1 2 1 0,-1 0 0 15,4-1-1-15,-7 0 2 0,5 0-1 0,-2 3 1 16,4 1-2-16,-3 0-2 0,0-4-12 0,-1 2-6 16,-1 1-6-16,4 0-13 0,-5 0-8 0,-1 1-15 0,-1-1-30 15,-1-4-18-15,-1 6-11 0,-2-3-23 0,1 2-33 0,-2 1 108 16,0-1-76-16,-2 0-6 0</inkml:trace>
  <inkml:trace contextRef="#ctx0" brushRef="#br0" timeOffset="5435.9">6967 3435 290 0,'-1'-8'133'0,"-1"3"-78"0,0 3-31 16,0-2 10-16,0 3-3 0,0-2-8 15,2 0-2-15,-1 2-4 0,1 0-4 0,0 1-4 0,0-1-6 16,0 1-3-16,0-1-1 0,1-1-4 0,4 2-2 16,-2-1 1-16,0 0 4 0,1 1 1 0,1-1-1 15,2 1 1-15,-1-3-1 0,0 3 1 0,1 0 1 16,1 2 0-16,2-2 0 0,0-2 0 0,0 2 4 16,2 0 0-16,0 0 2 0,3-2 3 0,1 0 4 15,1 0 2-15,2-3-2 0,1 4 1 0,1-2-1 16,0 0 0-16,1 0 0 0,-1-1-1 0,-3 0-7 15,3 0 0-15,-2 1-1 0,0-2-2 0,-2 2-1 16,0-1-1-16,0 1 1 0,0 1-1 0,-2 0 1 0,1 2-1 16,1-3 1-16,2 1 3 0,-5 1-3 0,0 0 2 0,2 1-3 15,1 0 2-15,3 0-1 0,-1 0 1 16,-3 0 1-16,1 2-2 0,0-2 3 0,2 1-1 0,-5 0 0 16,-2 2-1-16,2-2 1 0,-1 0 1 0,-4-1-2 15,-1 0 1-15,0 1-1 0,-1 0 2 0,1 1 1 16,-6-3 2-16,3 0 2 0,-1 1 0 0,-2 2 2 15,0-1-1-15,-2-1 4 0,0 0 24 0,-3-1 0 16,3 2 2-16,-4-1 2 0,2 0 7 0,-7-4-9 16,5 3 1-16,-3 0-1 0,-1-1-24 0,0 2 0 15,-1-2-5-15,-2 1-2 0,-3-2-9 0,2 3 6 16,-2-1 0-16,0 1-3 0,-3-2 0 0,-1 1-2 0,-1 0 1 16,-2 3-2-16,5 0 1 0,-3 1 1 0,2-2 0 0,-2 3-1 15,-1-2-1-15,2 1 2 0,2 1 1 0,-3-1-3 16,-2 0 1-16,3 2-1 0,1-2 0 0,-2 1 1 15,2-1 0-15,-2 1-1 0,-2-2 0 0,0-1 3 16,0 0 2-16,-4-1-1 0,4 0 1 0,-4 0 1 16,1 0 3-16,1 0 0 0,0 1 2 0,4-1 0 15,0 0-1-15,4 3-1 0,-2-3 1 0,2 1 0 16,3 0 0-16,2-1-2 0,0 0 1 0,1 2-2 16,1-2 0-16,3 2 3 0,-2-2-2 0,2 1-2 0,4 0-4 15,-3 0-1-15,3 0-2 0,0 0-3 0,0-1-2 16,1 0 0-16,0 0-5 0,2 1 3 15,-1 0-1-15,1 2 3 0,2-2 1 0,1 0 1 16,0-1 0-16,1 2-1 0,1 0 1 0,1-1 1 16,1 1 0-16,1 0 0 0,1 1 1 0,0 1-1 0,2 0 1 15,2-1-2-15,-1-1 4 0,6 1-2 0,-3 1 1 16,2-1-3-16,1 0 2 0,1-2 0 0,-1 1 0 16,0-2 2-16,3 2-1 0,-5-2-1 0,2 0 2 15,0 1 1-15,1-1-1 0,-5 0 0 0,3 0 0 16,-2 0 0-16,-1 0 0 0,0 0 1 0,1-3-2 15,-1 0 0-15,-2 3 1 0,2-1 2 0,-3 1-2 16,3-1 0-16,0 0 1 0,-2 1 0 0,-2 1-1 16,3 1 2-16,-2-2 0 0,0 1-1 0,3-1 0 15,-5 1 0-15,-1 0 2 0,0-1 1 0,0 2-2 0,-3-2 2 16,2 1-1-16,-4-1 1 0,-2 1 0 0,4-1-1 16,-5 1 1-16,-1-1-1 0,-1 0 2 0,6 1-1 15,-4-1 0-15,-2 1 1 0,0-1 2 0,0 0 1 16,0 0-1-16,0 0 1 0,0 1 2 0,-4-1 0 15,0 0 1-15,2-1-1 0,1 1-1 0,-2-2-1 0,1 2 3 16,-3-2-4-16,-1-1-1 0,0 0-1 0,1 1-1 16,-2 0 1-16,-5 0-2 0,3-1 1 0,-4 0-4 15,0 0 3-15,1 0 1 0,-2 0-1 0,-2-1-1 16,3 1 0-16,-1 2 0 0,2-3-1 0,-6 0 2 16,4 0-1-16,0 2-1 0,-1 0-1 0,-2 0 3 15,1-1-3-15,2-1 2 0,-5 2-2 0,4 2 0 16,-3-3 0-16,-2-1 0 0,2 0 0 0,1 2-2 15,-2 0 2-15,2 1-1 0,0-2 0 0,1 0 1 0,5 3-1 16,-4 0-1-16,0 0 2 0,3 0 0 0,-1 0-1 16,1 0 1-16,1 3 0 0,1-3-4 0,-1 1 4 15,2-1-1-15,2 0-2 0,0 2 0 0,1-2 0 0,2 3 0 16,0-1-1-16,-1 1 2 0,4 2-2 0,0-2-2 16,1 3 3-16,0-2-1 0,1-1-1 0,1 2 1 15,2 0-2-15,0-1 1 0,1 1 1 16,2 3 0-16,2-3-2 0,0 0 2 0,3 0 0 0,-3 1-2 15,7-3 3-15,-1 3-1 0,1-1 1 0,4-2-2 16,-1 1 4-16,-2 1-3 0,4-2 2 0,2 0 2 16,-2-2-3-16,-2 2 3 0,0-2-1 0,-1-2 2 15,-1 1-1-15,3 0 0 0,-2 0 1 0,-2-1-2 16,3-1 2-16,-3 2-1 0,0-1 0 0,3 1-1 16,0 0 1-16,0 0 0 0,2-1-1 0,-2 0 1 15,4 1 0-15,0-1 1 0,-2 1-1 0,-1 0 0 16,-1-1 0-16,1 0 2 0,-3 0-1 0,2 0 1 15,-6 1 1-15,1-2-1 0,-3 0 1 0,0 0-1 16,-1 1 1-16,-5 1 0 0,3 0 1 0,-4-1 1 16,2 1 0-16,-3 0 0 0,0-2 3 0,0 1 1 15,0 0 0-15,-3 0 0 0,0-3-2 0,0 3 2 16,-6-1-2-16,2 0-3 0,0 0 0 0,-2 2-3 0,-1 0-13 16,-1 0-11-16,-2-1-15 0,0 1-24 0,1 0-124 15,1 1 146-15,2 2-89 0,1-1-60 0</inkml:trace>
  <inkml:trace contextRef="#ctx0" brushRef="#br0" timeOffset="7156.17">11955 3183 351 0,'-7'-7'202'0,"0"1"-106"16,3 0-55-16,-3 0 61 0,5 1-61 0,-1 0 2 15,-5-1 1-15,5 1-3 0,2 0 0 0,1 4-7 0,0-2-9 16,0 1-10-16,-3-1-11 0,3 3-6 0,4 0-2 0,-2 0 0 15,3 1-3-15,-5-1 0 0,4 1 1 0,-1 0 0 16,5 2 4-16,0 0 0 0,-2 0 2 0,3-2 2 16,-1 0 8-16,1 2 2 0,5-3 3 0,-3 2 2 15,2-1 1-15,3 1 3 0,1-2-1 0,-3 0 1 16,5 1-5-16,0 0 1 0,0-1 0 0,2 0-3 16,-2 0-1-16,4 0 0 0,-1 0 0 0,2 1 1 15,-1-1-2-15,1 1 1 0,4-1-2 0,-2 3 3 16,-2-1-4-16,2 1-1 0,-2 0-1 0,-1-2-1 0,-2 2-1 15,-2 2-4-15,4 0 1 0,-1-3 0 0,-5 0 0 16,2 2 0-16,-2-1 0 0,3 0 0 0,-2-2-1 16,-2 3 3-16,-2-3-1 0,-1-1-2 0,3 2 1 15,-1-1 1-15,-2 1 0 0,-1-2 0 0,1 0 2 16,0 0-1-16,-2-2 1 0,1 0 0 0,-2 1 1 16,0-2-3-16,0-2 1 0,1 3 1 0,-2-2 0 15,-1-1 0-15,0 0 0 0,1 0 3 0,-1-1-1 16,-2 0 2-16,-1 0 1 0,-3-1 0 0,0 1 0 15,-2 0 1-15,-4 1-2 0,0-2-1 0,-2 0 0 16,-1 1 0-16,-2-1-2 0,-1 2-2 0,-2-1-2 16,-2 3-1-16,0 0 2 0,-1-2-2 0,0 2-1 0,-3 2-1 15,-2 1 2-15,0-2-1 0,2 2 0 0,-2 0 0 0,0 1-1 16,-3 1 2-16,-1-1-1 0,1 0 1 0,2-1-1 16,-4 1 3-16,-1-1-1 0,-1 0 0 0,-2 0 3 15,2-2-1-15,-2 0-1 0,0 1-1 0,4 0 1 16,-2 0-3-16,2 0 2 0,3 1-2 0,0 0-1 15,2 1 0-15,1 0 0 0,-2 1 0 0,4-2 1 16,1 2 0-16,-1 0-1 0,3 1 0 0,0-1 1 16,3-1-1-16,0 1-2 0,2 1 2 0,-1 1-3 15,4-1 0-15,2-1-1 0,1 3-1 0,-2-2-1 16,5 1-1-16,-1-1 1 0,3 1-3 0,2 0 3 16,0 2-1-16,-2-3 3 0,8 2-1 0,0 1 1 0,-1-2 3 15,3 3-1-15,-1-2 0 0,2 1 1 0,3 0 0 16,0 0 0-16,0 0-1 0,3 1 2 0,-1-3 0 15,2 2 2-15,3 0 0 0,-3 0 0 0,4-2 2 16,0 1-1-16,5-1 3 0,-6-3-1 0,4 5 0 16,0-5 0-16,4 2-1 0,-4-2-1 0,-3 0-1 15,-1-1 1-15,-2-1-1 0,5 1-2 0,-4 0 3 16,-5-1-2-16,-1-3 1 0,3 2 0 0,-2-2-1 16,-1 1 0-16,-1 1 3 0,-3-1 0 0,3-1-2 15,-2 2 2-15,-3-3 1 0,0 2 1 0,0 2 2 0,-1-2 1 16,-4-2-2-16,2 2 4 0,-5 0 0 15,1 1 0-15,-3-2-3 0,0 0 0 0,-3 0 1 0,-2-1 0 16,0 2-2-16,-4-1-3 0,-1-1-1 0,-2 1 1 16,-1 1-1-16,0-1 0 0,-5 1-3 0,1 1 1 15,-3-2-1-15,2 3 1 0,-1 1 0 0,-2-1-1 16,2 1 1-16,-3 0-2 0,2 0 3 16,-2 1-2-16,0 0 1 0,4 1-1 0,-2-1 0 0,-1 0 0 0,-4 0 0 15,3 0 1-15,1-1-1 0,-1 1 0 0,3 2-1 16,-6-2 2-16,5 1-1 0,-1-1 1 0,5 1-1 15,0 0 0-15,1 1-1 0,0-1 1 0,2 0 0 16,1-1 0-16,1 1-2 0,0 0 2 0,6-1-1 0,-2 0-3 16,1 0-1-16,4 2 0 0,1-3 0 0,1 2-2 15,2 0 2-15,-1 0-2 0,5 0 0 0,1 2 3 16,1-2 1-16,0 2-1 0,3 2 0 0,4-5 1 16,-1 3-1-16,2-2 4 0,2 2-1 0,3-1 0 15,-1-1 1-15,3 0 0 0,6 0 1 0,-3 1 1 16,1 0 0-16,1-3-1 0,-1 1-1 0,-1-1 1 15,3 1 0-15,-6-2-1 0,0-1 1 0,-3-1 0 16,2-2 1-16,-2 1 1 0,2-2-1 0,1 1 0 16,-1-2-2-16,2 2-5 0,1-1-15 0,3 1-51 15,1-1-35-15,7 1-56 0,-2-1 116 0,6 0-114 16,3-1-57-16</inkml:trace>
  <inkml:trace contextRef="#ctx0" brushRef="#br0" timeOffset="8892.81">16056 3219 232 0,'-3'-4'138'0,"1"1"-46"16,-1 1-35-16,2-1 22 0,-1 2-4 0,0-1-17 15,2 1-2-15,0-1-7 0,0 2-9 0,1-2-19 16,1 2-9-16,-1 1-7 0,3 2-2 0,0-1-4 16,0 1 0-16,3-1 2 0,-3 2-2 0,2-1 1 0,0-1 2 15,4 1 8-15,0 2 2 0,0-3 5 0,0 1 2 16,3 0 4-16,0 0 12 0,6-2 0 0,-3 3 0 16,-1-2-4-16,4-2-1 0,1 0-1 0,2 1-3 15,0-1-3-15,-3 0-9 0,2 0 0 0,2-2 0 16,-1 0-3-16,-3 1-1 0,2-1-2 0,0 1 0 15,-3-6-1-15,4 4 1 0,-4-1-5 0,2 0 1 16,-2 2 1-16,-1-2 0 0,-2 0-2 0,2 4 0 16,-4 1 0-16,1 0 0 0,-2-1 1 0,-2 2-2 15,0-2-2-15,-2 1 1 0,-2 0 2 0,0-1 0 16,0 1-1-16,-4-1 2 0,1 0 0 0,-2 0 2 16,-1 0 1-16,-1 0-2 0,-1 1 1 0,-2-1-1 0,-4-2 0 15,4 1-1-15,-3 0 0 0,2-1 0 0,-3 0-1 0,0-1 1 16,-3 0-1-16,1-1 0 0,0 1 2 0,-1 0 2 15,-1-2-1-15,-2 1 0 0,-1 0 2 0,0 1 3 16,1-1-1-16,-4 2 2 0,3 0 0 0,-2 0-3 16,-1-1-1-16,2 3 1 0,-1 0-1 0,-1-1-4 15,-1 1 1-15,0 0-1 0,0 0-3 0,1 2 2 16,-2-2-1-16,2 0-1 0,-1 3-1 0,2 0 0 16,-2-2 0-16,2 1 0 0,1 3 1 0,2-2-2 15,0 0 1-15,2-1 0 0,1 2 0 0,4 0-1 16,0 0 1-16,5 0-4 0,0 0 1 0,2-1 1 15,-1 2 1-15,6-1-3 0,-2-2 3 0,6 3 1 16,-1-1 0-16,5-1 0 0,-2 1 3 0,7 1-2 16,-2-1 2-16,0 0-1 0,1 2-1 0,1-4 1 15,0 3 0-15,2-2 0 0,2-1 1 0,-7 1-2 16,6-3 1-16,1 1-2 0,-1-1 3 0,1 0-3 16,-2 0 1-16,1-5-1 0,0 3 0 0,-1 0 1 15,2-1-1-15,-4-2 3 0,3 1-2 0,-3-1 2 0,-2 3-3 16,2 1 1-16,1-1-1 0,-3-1 2 0,-1 2-1 15,1-2 1-15,0 1-1 0,-3 0-1 0,2 0 5 16,-5 1-3-16,-1 1 3 0,0-2-3 0,-4 2 4 16,0-3-2-16,-2 3 3 0,0-1-1 0,-3 0 0 0,0-1 1 15,-3 1-3-15,-1 1 0 0,0 0-1 16,-6 2 1-16,-1-1-4 0,-1 0 0 0,-3 1 0 0,-1 2 0 16,-3 0 0-16,0-2 0 0,-1 4 0 0,0-2 0 15,0 1 0-15,-3 1 1 0,0 1-1 0,1 0 1 16,-2 0 1-16,1-1-1 0,-2 2 0 0,4-1 0 15,-6-1 0-15,4 0 0 0,1-2 0 0,-1 2-1 16,-2-3 0-16,0 1 2 0,-5 0-1 0,5-2 0 16,1 0 1-16,-5-2 0 0,3 3-1 0,3-1 1 15,0 0 4-15,7 0-1 0,2-2 1 0,-2 0-1 16,3 3 3-16,1-3 2 0,2 1 1 0,1-2-3 16,2 0-1-16,2 1 0 0,2 0-3 0,-1 0 0 15,3-1-2-15,1 1-2 0,4-1-1 0,-2 1-1 16,1-1-1-16,7 1-1 0,-1 0 0 0,1-1 3 0,0-1-2 15,4 1 0-15,-1 1 2 0,5 0 0 16,1 1-2-16,1-1 2 0,-2 0 1 0,2 2-1 0,4 0 0 16,3-1 1-16,-1-1 0 0,-3-1 0 0,3 1 0 15,-1 0 0-15,1 0 0 0,1-2 1 0,-4-2 1 16,1 2-2-16,1 0 1 0,-1-1 0 0,1 0 0 16,-2-1 0-16,-1 0 0 0,1 0 0 0,1 1-1 15,-2-1 1-15,1-1 1 0,0 1 1 0,-1-2-2 16,1 0 1-16,0 1-1 0,-3-1-1 0,-2 0 0 15,0 0-4-15,-2 0-5 0,-2 1-5 0,0 2-15 16,-2-2-8-16,-1 1-10 0,1 2-13 0,-4-2-13 0,2 1-17 0,-3 1-70 16,3-1-41-16,-3-1 139 0,-1 3-95 0,-1 1-38 15</inkml:trace>
  <inkml:trace contextRef="#ctx0" brushRef="#br1" timeOffset="31572.43">14230 11270 534 0,'0'-6'221'0,"2"2"-144"0,-4-2-47 0,0 0 12 15,1 1-1-15,1 0-3 0,-2 1-5 0,2-1-3 16,0 0-5-16,0-1-5 0,3 1-6 0,-1 1-8 0,0 2-3 0,-1-1-2 15,1 1 0-15,-1 0-1 0,0 1 0 0,3 1 1 16,-4-2 0-16,2 0 0 0,-2 1-1 0,0 0 2 16,0 0 1-16,0-1-2 0,0 1 2 0,0 0 1 15,-3-1-3-15,-1 2 2 0,2-1 3 0,-2-1-1 16,3 1 1-16,-3 0 4 0,1-1-1 0,-2 1 0 16,0-1 3-16,0-1-1 0,2 3 1 0,-1 0 0 15,-1 0-1-15,-1 0-3 0,1 1 0 0,-2 1-1 16,2 0 1-16,-1 0-3 0,-1 0-2 0,1-1-1 15,0 1-2-15,-3 1 2 0,4-1-1 0,-2 1-1 16,0 0 1-16,2-2 0 0,-1 3-2 0,0 0 0 16,-2 0 1-16,3 0 0 0,-1 0 0 0,1 1 1 0,-3 1-1 15,0 1-1-15,1-1 1 0,0 0 0 0,0-2 0 0,-1 3 2 16,-1-1 0-16,1 1 1 0,2-1 2 0,-3 2 0 16,0-1 3-16,2-1-2 0,0 2 2 0,-2-2-3 15,2 1 1-15,2 4-3 0,-4-3 1 0,4-1 0 16,-3 3 0-16,5-2-2 0,-3 1 1 0,0-1 2 15,-3-1 0-15,4-2 2 0,-2 4 0 0,3-3-2 16,-5 0 0-16,5 2 2 0,-3-2-2 0,3 0 0 16,-2-1-1-16,6 3-3 0,-1-4 2 0,1 3 0 0,-5-2-1 15,0-2 0-15,4 2 3 0,3 1-2 0,-5-4 0 16,-4 0 3-16,4 0-1 0,3 0 1 0,3 0-1 16,0 1 0-16,0 1-3 0,-3-3 3 0,1 1 1 15,7 1-3-15,-5-2 2 0,1 0-1 0,-1 1 2 16,-1-2 0-16,2 0 1 0,4 0-2 0,-4 1 0 15,5 0 3-15,-6-1-3 0,3 1 0 0,2-1-2 16,2 0 0-16,-2 0-1 0,0-1-1 0,-2 0 1 16,0 0-2-16,1 0 0 0,1 0 2 0,-3 0 1 15,3 1-1-15,-2 0 2 0,0 0 0 0,3 0-2 16,-2 0 4-16,0 0-3 0,2 1 4 0,-2 0-1 16,0-1 3-16,2 2-1 0,-2-1 1 0,0 2-1 0,2-3-1 15,0 1 3-15,-2 1-3 0,2-1-1 0,-2 0-2 0,4 0 0 16,-2-1-1-16,1 0 1 0,-1 1 1 0,2-1-3 15,-2 1-1-15,4 0 2 0,-1-1-1 0,0 0-2 16,-3 1 0-16,4-1 1 0,-4 1 0 0,5 0-1 16,-4-1 1-16,3 4 0 0,-5-1 0 0,1-1 1 15,5 0 0-15,-3-1 0 0,-4 2-1 0,2-1 0 16,-4 0-1-16,4-1 2 0,1 0-2 0,-3 3 0 16,-3-4 0-16,7 2 0 0,-2 1 1 0,-1-1 0 15,-2 1 1-15,2 0-2 0,-3 0 2 0,1 0 0 16,-1 1 1-16,0 1-2 0,-2-2 1 0,-2 2-2 15,4-1 3-15,0 4-2 0,-1-3 0 0,-3 3 2 16,1-2-1-16,0 0-1 0,1 2 3 0,-2-1-1 16,-1 0 1-16,-4 2-1 0,3-2 0 0,1 2-1 15,-1 1 2-15,-1-1 1 0,-2-1-1 0,2 2-1 16,-1-2 0-16,1 1 1 0,0-1 2 0,-4 0-3 16,2 0 1-16,-1-1-2 0,-1 2 0 0,0 0 3 15,-2 1-1-15,-3-3 0 0,1 1-2 0,2 0 3 0,-1-2-2 16,-2 1 3-16,1-1-1 0,0-1-1 0,-1-1 0 15,1 2 1-15,-4-2 3 0,0 2-2 0,1-1 2 16,-1-1 1-16,-1 0-2 0,2 1 2 0,-2-2-3 16,-1 2 0-16,5-4-1 0,-2 0-2 0,2 0 0 15,0-1-1-15,4 0 2 0,-3 0-4 0,3 0 1 16,1-1 0-16,-1 0-1 0,2 1-2 0,0 0-9 0,2 0-6 16,-1-1-29-16,0-1-15 0,2 2-20 15,1-1-27-15,-1-2-101 0,2 2 146 0,0-1-95 0,3 1-45 16</inkml:trace>
  <inkml:trace contextRef="#ctx0" brushRef="#br1" timeOffset="33321.25">14585 11620 366 0,'0'0'185'0,"0"-1"-90"0,0 1-45 0,0-1 26 15,0 1-5-15,1 0-9 0,0-2-1 0,-1 2-17 16,2-2-6-16,-2 0-9 0,1 0-8 0,-1 1-14 15,1-1-4-15,0 2 0 0,0-1-2 0,0 0 0 16,0 0 1-16,1-2 3 0,-1 2-4 0,-1 0 4 16,1-1 0-16,-1-1 4 0,0 1 3 0,0-2 9 15,0 1 2-15,0 0 2 0,0-3 4 0,0 2 5 16,-1-2 1-16,-2 0-2 0,1-1 1 0,1-1-4 16,-1-1-3-16,-1 0-3 0,-1 0 0 0,1 0-7 15,1-3-4-15,-2-3-2 0,1 4-2 0,-1-1-5 16,1-2 1-16,1-3-2 0,-3 0 0 0,1-1 1 15,1 2 2-15,1 0-2 0,-2-4-1 0,3 2 1 0,-2 2 1 16,0-2 0-16,1 3 5 0,1-1-1 0,0 1 0 16,-2 0 2-16,3 1-2 0,0 0 2 0,0-2-1 15,0 2 1-15,0 1-6 0,2-2 0 0,-1 3 2 16,1 0 0-16,0-1 3 0,2 1-1 0,-2 1 1 16,1 2 1-16,2-1 0 0,-3 0-1 0,2 0-1 15,-1 0-2-15,1 3-4 0,0-1 0 0,-1 0-1 16,1 1-3-16,0 1 0 0,0 1 1 0,2 1-3 15,-2 2 3-15,1 1-3 0,0-1 2 0,0 2-2 16,-1 0 3-16,0 0 0 0,1 0 1 0,-1 1 1 16,0 1 0-16,0 0 2 0,0 2 0 0,-1 0-1 15,2-1 1-15,0 3-2 0,1 1 1 0,-2 1-1 16,0 0-1-16,2-2 1 0,-3 3-2 0,4 0 2 16,-3-2-1-16,-1 1 0 0,3-1 0 0,-1 0-1 15,0 2 0-15,0-1 0 0,-1-1 1 0,1 3 1 16,0-2-2-16,-1 0 0 0,1-1 0 0,1 2 2 0,-1-1 0 15,0 1 1-15,-3-4-2 0,4-1-1 0,1 5 1 16,-4-1 0-16,3-2 1 0,1 0 2 0,-2 0 3 16,1 2-2-16,0 0 1 0,-4-2 2 0,5 1 0 15,0-1 1-15,-4 1 2 0,0 0-3 0,0-2-1 16,-1 2 0-16,3-2 0 0,0 1 0 0,-1-1-1 16,0 2-2-16,1-1-1 0,-3 1 0 0,4-1-1 15,1 1-2-15,-1-1 2 0,-3 0-2 0,1 0 2 16,-1 0 0-16,2-1 1 0,0-1-3 0,-1-1 2 15,-3 1 3-15,2 0-2 0,2-1 1 0,-3-1 0 16,-1-1 1-16,1 0-1 0,-1 2 1 0,2-1 1 16,-2-2-2-16,3 1 0 0,-3-1 2 0,1 1-3 15,2-1 1-15,0 0 1 0,-1 0 0 0,2 0 0 0,-3 0 1 16,-2-1-1-16,4 0 2 0,-2-3-1 0,-2 0 1 16,3 1-3-16,-3-1 3 0,0-2-4 0,0 0 3 15,1 0-1-15,-1-2-1 0,0 3 1 0,0-4-2 16,1 1 2-16,-1 1-1 0,0-1 1 0,0-1-4 0,0-1 1 15,0 2 0-15,0-2 1 0,0 0-2 0,-1 0 1 16,1-3-2-16,-1 0 0 0,-1 1 1 0,2 3 0 0,-1-4 0 16,1 0-1-16,-1 2 1 0,1-1 0 0,-2 0 0 15,2 3 0-15,-1-4-1 0,2 4 2 0,-1-2-2 16,0 1 0-16,0 0 0 0,-1 3 0 0,1-2 0 16,0 0 0-16,-3-1 0 0,1 3 0 15,0-1 1-15,0 0 0 0,2 2-1 0,-1-3 0 0,2 1 1 16,-1 2-1-16,0-3 0 0,1 2 0 0,-1-1 0 15,0 0 0-15,3 0 0 0,-1 1-2 0,-1-3 0 16,1 2 2-16,-2-1 0 0,0-2-1 0,1 4 1 16,1-2 0-16,-1 0-1 0,-1 1 1 0,1 1 0 15,1-1-1-15,-1 2 0 0,2 0 0 0,-2-1 1 16,0 2-1-16,0 0 1 0,0-1 0 0,3 1-1 16,-3 0 1-16,0 0-2 0,1-1 2 0,-2 2 0 15,1 0-1-15,2-1 0 0,-2 3 1 0,1-2-2 16,0 2 1-16,-2 0 2 0,2 0-1 0,0 0-2 15,-2 0 0-15,1 0 2 0,-1 2-2 0,0-1 2 0,1-1-2 16,-1 2 0-16,1 0 2 0,1 0-1 0,-2 0 0 16,0 0 0-16,0-1 1 0,1 1-2 0,-1 1 0 15,0-1 1-15,0 0-2 0,0 2 2 0,1 1 1 16,0-1-3-16,-1 0 1 0,0 2 0 0,2-1 2 16,0 1 0-16,-1 1-1 0,0 0-1 0,2 2 0 15,-1 1 1-15,0 0 0 0,1 2 0 0,-1 1 0 16,2 1-1-16,-1 0 2 0,1 0-1 0,0 1 1 15,0-2 2-15,2 4-1 0,-3 0-1 0,3-2 1 16,-1 2-1-16,0-2 0 0,0 1 1 0,-1 1-1 16,1 0 0-16,1-4 1 0,-3 1 0 0,2-3-1 0,0 2-1 15,1 1 2-15,-1-1-1 0,0-3 1 0,1 1 0 0,-1 3 1 16,0-1-2-16,2 0 3 0,-1-2 1 0,-2 1-2 16,2 1 0-16,-1 0 0 0,3 0-1 0,-3 0 1 15,0 0 1-15,1 1-2 0,1-1 0 0,-3-1 0 16,2 3 0-16,0-4 0 0,-3 1-1 0,1 0 0 15,-1-1 0-15,2 1 1 0,1 0 0 0,-4-3 0 16,-1 2 0-16,5 0 0 0,-5-1 3 0,2 0-1 16,-2-2-1-16,-1 0 1 0,-3-1-1 0,3-2-1 15,-1 0-6-15,0-2-6 0,-5-1-4 0,3 1-7 16,1 0-9-16,-2-1-11 0,0-2-26 0,1 1-16 16,-5-3-12-16,4-1-17 0,-1-1-25 0,-4-2-66 15,0-6-26-15,1 2 138 0,0 0-90 0,1-3-30 0</inkml:trace>
  <inkml:trace contextRef="#ctx0" brushRef="#br1" timeOffset="34240.92">15297 10762 361 0,'0'0'196'0,"-1"0"-101"0,1-1-51 0,2-2 31 15,-2 2-11-15,0 1-16 0,3 0-4 0,-2 1-3 0,-1-1-1 16,1 0-7-16,-1 0-8 0,0 1-3 15,3 1-8-15,-3-2-5 0,3 0-2 0,-3 1 2 16,5 0 2-16,-1 1 0 0,-2 0 3 0,1-1-1 0,2 1 4 16,-1 2 0-16,-1-1 2 0,2-1 0 0,-3-1-1 0,5 1 5 15,-2 2 0-15,-3-2 3 0,4 1-2 0,-2-1 3 16,2 2 0-16,-3-2-1 0,1 2 0 0,-1 1-2 16,0-1 0-16,-1-1-1 0,0 2-1 0,2-1-4 15,-2 0 1-15,1 2-1 0,-1-3-2 0,2 2-4 16,0 0 0-16,-2 2 1 0,1-1-5 0,-2 1-2 15,2 2 0-15,0-1-1 0,-1 2 0 0,0 0 0 16,1 0-1-16,-2-1-1 0,1 3 2 0,0-1 0 16,-1 0-2-16,0 2 1 0,0-1 0 0,0-1-1 0,-1 0-1 15,0 2-1-15,0-1 1 0,0-1 0 16,0-2 0-16,1 0-2 0,-1 2 1 0,0-1 0 0,2 0 1 16,-1 0-1-16,-1 0 0 0,0 0 1 0,0-2-1 15,-3 1-1-15,3 0 1 0,0 2 0 0,0-2 1 16,0-1-2-16,0 2 1 0,-1-1 0 0,0-1 10 15,1-1 2-15,-1 1 3 0,0-1-2 0,0-2 1 16,-1 2 1-16,2-2 1 0,0 1-3 0,0 0-7 16,0 0-2-16,0-2-2 0,0 1 0 0,0-1-1 15,0 0 1-15,0 0-3 0,0-1 1 0,2 0 1 16,-1 0 0-16,-1 1-2 0,1-2 2 0,-1 0-2 16,0-1-1-16,1 0 2 0,-1 1 1 0,2-2 0 15,0 0 0-15,0 1 4 0,0-1-2 0,-1 0 3 16,1 0 0-16,2 0 4 0,-2 0-2 0,1-3-1 15,-1 3 3-15,1-1-2 0,0-1-1 0,1 0-1 0,-2-1 3 16,2 1-7-16,-1 0 2 0,0 0 0 16,0-1-4-16,2 0 1 0,-1 1 0 0,-1 0 0 15,2 0-1-15,-1 0 2 0,1-1-2 0,-1 3-1 0,1-2 2 16,0 0-2-16,0 1 0 0,1 0 0 0,-1-1 0 16,1 2 0-16,-1-3 1 0,0 2 2 0,-1-1-2 0,2 0 2 15,0 0-1-15,1 0 1 0,0 2-1 0,0-4 1 16,2 2 0-16,-2 0-1 0,3 0-1 0,-2 0 2 15,0-2 0-15,0 3-2 0,0-1 0 0,2-1 0 16,-2 1 2-16,2-1-2 0,-2 1 3 0,2 1-4 16,3-2 1-16,-3 1 1 0,0-2 0 0,-4 2-2 15,3 0 0-15,0-1 0 0,2 0 0 0,-6 0 2 16,3 1-1-16,-2-2-1 0,2 2 0 0,1-1 1 16,-4 1-1-16,6-1 1 0,-5 1-1 0,2-2 0 0,-1 4-1 15,1 0 1-15,-4-3 0 0,4 3 0 0,-5 0 0 16,0 0-6-16,2 0-15 0,-1 1-10 0,-1-1-10 15,2 0-18-15,-1 3-54 0,0-2-36 0,0 2-56 16,-2-1 133-16,-1 3-115 0,1-3-52 0</inkml:trace>
  <inkml:trace contextRef="#ctx0" brushRef="#br2" timeOffset="52340.58">2105 6016 505 0,'-4'-1'190'0,"3"-1"-127"0,-2 1-28 15,3-1 5-15,-3 1-5 0,3-1 0 0,0-1 1 16,2 2 0-16,-1-2-10 0,0 0-6 0,1 1-13 0,2-2-5 16,-1 1-2-16,0 1 0 0,-1-3-1 0,3 3 1 15,-3-2 0-15,2 1 0 0,0-1 3 0,-1 0 4 16,-1 1 4-16,1-1 2 0,0 1 8 0,-1 1 5 15,1 1 5-15,-1-1 0 0,0-2 6 0,0 3-1 16,-1-1 1-16,0 1 1 0,1-1-3 0,-2 1-2 16,0-2-4-16,1 2 2 0,-1 1 1 0,1 0-1 15,-1-1-2-15,0 1-3 0,0-1-3 0,1 1-4 0,-2 0 1 16,1 0-2-16,0 0-9 0,-1 0-1 0,0 0-1 0,1-1 1 16,0 0-2-16,-3 1 0 0,3 0 1 0,-1-2-2 15,-2-2-1-15,1 3 1 0,1 1-1 0,-2-1-3 16,1-2 2-16,1-1 1 0,-3 1-1 0,1 0 0 15,1 1 0-15,-2-1 1 0,1 0-1 0,-1 0 0 16,1 2-2-16,-1-1 2 0,1 2 0 0,0-1-2 16,-2 0 2-16,0 1-1 0,2 0-2 0,-3 0 2 15,2 1-2-15,-4-1 0 0,4 1 2 0,-3 0 1 16,0 1-2-16,0-1 1 0,1 4-1 0,0-2 2 16,-1 1-2-16,-2 2 1 0,-4-2-2 0,5 4 0 15,-1-2 1-15,2-1-1 0,-4 2 1 0,0 0 1 0,3 0 2 16,2 0-2-16,1 3 0 0,-3-2 2 15,-5 2-3-15,3 1 3 0,-1-3-3 0,1 3 0 16,-4 0 0-16,1 0 0 0,-3 1 2 0,3 0-3 16,0 1 0-16,1 2 1 0,3 0 1 0,-2-1 0 15,2 2-2-15,0 0-1 0,1-1 0 0,0 1 1 0,1-1-2 16,1 0 1-16,0 1 0 0,0 0 0 0,0-1 0 16,2 1 1-16,0 1 0 0,1 0 1 0,1-2 0 15,0 2 0-15,-1 0-1 0,3 1 1 0,-1-1 0 16,1 0 0-16,-1 1-1 0,1 1 0 0,1-1 1 15,-1 0-1-15,3 0 1 0,0 0-2 0,-1-1 2 16,1 2 0-16,0-2 0 0,1-1 0 0,1 1 0 16,-1 0 2-16,2-1-1 0,-1-2 4 0,2 0 0 15,0-1 1-15,0-1 0 0,0 1 3 0,4-3 0 0,-1 0-1 16,-1-2 3-16,0 3 2 0,1-2-2 0,3 0-1 16,-3-2 2-16,2 1-3 0,0-1 0 0,3 0 0 15,-2-2 0-15,1 0 1 0,-2 0 2 0,1-1 1 16,-3 0-3-16,1 0 3 0,-1 0-2 0,1 0 0 15,0 1-2-15,-2-3-4 0,2 2-1 0,-1 1-2 0,2-1 3 16,-1-2-2-16,1 0 1 0,-3 0 0 0,0 1 2 16,2-1 1-16,-1-1 0 0,0 0 1 0,0-1 3 15,1 1 2-15,1-1 3 0,0 0-1 0,-1-1 1 16,1 0-1-16,0-2 1 0,0 0 0 0,2-2-1 16,-3 2-1-16,2-3-3 0,-1 2 0 0,2-1-2 15,-2-1 0-15,1 1-1 0,4-2-1 0,-4 1-2 16,2-2-1-16,1 0-1 0,0-3 0 0,0 0 1 15,0 3-3-15,-2-6 1 0,4 2 0 0,-2-1 0 16,-1 0-1-16,-3-1 0 0,0 1 0 0,0-2 1 16,0 0-1-16,-3-1 1 0,-2-1-1 0,0 1 0 15,2-1 0-15,-1 1 2 0,-1 0-1 0,1 1-1 16,-3 1 0-16,0 2 1 0,1 0-1 0,-2 2-4 16,-1 1 1-16,-2 3-11 0,1-2-4 0,-1 4-13 15,-1-1 3-15,1 2-23 0,-1 1-9 0,0-1-31 16,2 2-26-16,-2-2-22 0,-2 1-45 0,1 1 122 15,0-1-93-15,0-1-14 0</inkml:trace>
  <inkml:trace contextRef="#ctx0" brushRef="#br2" timeOffset="53974.32">2933 6508 882 0,'2'1'308'0,"-3"-2"-196"15,1 3-53-15,0 0-13 0,2 1-2 0,-2-2 3 0,0 1-29 16,0-1 16-16,0 2-8 0,3-1-10 0,-3 0-13 16,1 1-2-16,-1-2-1 0,1 3-2 0,0-2 2 15,2 3 0-15,-3-3 0 0,2 4 5 0,0-5 4 16,0 1 2-16,0 1 4 0,2-1 9 0,-3-1 4 15,-1 0 3-15,1 1 7 0,-2-4-2 0,2 4 7 0,-1-1 0 16,0-1 1-16,0-1-7 0,-2-2 4 16,-2 1-1-16,4 1-4 0,0 0-2 0,-3-4 0 15,2 2-9-15,-1 1-4 0,1-1-1 0,1 0-7 0,0-1-1 16,-1-1-3-16,-1 3 0 0,1-3-9 0,-2 2 5 16,0-2 1-16,3 0-2 0,-5 3-2 0,3-1 0 15,2-1 1-15,-3-1-2 0,3 1 1 0,0 0 1 16,-2-2-1-16,-2 0 2 0,4 0 0 0,0-2 0 0,-7-1 0 15,6 0-1-15,-3 0 1 0,-1 0-2 0,-1-1 1 0,1-2 1 16,-3-3-2-16,1 1 1 0,3 2-1 0,-4-1 2 16,0-5-1-16,-1 1 0 0,0 0 1 0,2 0 0 15,0-2-1-15,-3-1 1 0,4-2 0 0,-1 0-1 16,0 0 2-16,-2-2-1 0,3 0 0 0,-1 0 3 16,-1 3-1-16,-1-2 0 0,3 3-1 0,-2 1 1 15,3 0 1-15,0 2-3 0,0-1-1 0,0-1-1 16,0 2-2-16,2-2 0 0,-2 3 0 0,3-3-1 15,-4 3-1-15,4 1 2 0,-3-1 0 0,3 2 0 16,-1 2 0-16,2 1 0 0,-1-3 1 0,-2 3 1 16,3 0-3-16,1 2 1 0,0-2-1 0,-1 2 0 15,1 2 0-15,0-1 0 0,0 4-1 0,0-2 0 0,0-3 0 16,1 3 1-16,0 0 1 0,-1-2 0 0,0 1 0 16,0-3 0-16,3 0-1 0,-1 2 0 0,-2 0 1 15,2-1 0-15,0-1 0 0,0 4 0 0,-1-2 0 16,1 3-1-16,-1-2 1 0,0 2 0 0,1-1-1 15,-1 3 0-15,2 0-1 0,0-1 0 0,-3 1-1 16,1 2 2-16,1-1-2 0,0 1 1 0,0-2 0 16,0 3-1-16,-1 0 2 0,1-1-1 0,-1 1 2 0,0 0-2 15,1 0 1-15,-1 1-1 0,1 0 1 0,0 1 0 16,0-2-1-16,1 1 2 0,-1-1-2 0,1 0 0 16,-1 1 2-16,0-1 0 0,1 0 1 0,-1 0-2 15,1 0 0-15,0 0 0 0,-2 1-1 0,0-1 1 16,4 2-1-16,-2 0 0 0,1 2-1 0,2-2 2 15,1 2 0-15,1 0-4 0,1 1 4 0,1 0-1 16,-1 2-1-16,1 1-1 0,3 1 2 0,-1 2-1 0,-2 0-1 16,1 0 2-16,1 2 0 0,0 1 0 0,3 3 1 15,-2-4 0-15,-2 0 0 0,3 3-1 0,-1 0 2 16,0-1-1-16,0 0 0 0,-1-3 0 0,2 0 1 16,-2 2 0-16,1-3-1 0,-2 0 1 0,1-1-1 15,-5-5 0-15,-3-2 1 0,0 1 0 0,11 8-1 16,1-1 1-16,-1 1-1 0,1-2 1 0,0 1 1 0,1 2 0 15,0 0-1-15,-3-3 1 0,-2 1-1 0,2 1 0 16,-1-1 3-16,2 1-3 0,3-1 2 0,-1 0-1 16,-4 0 1-16,3 0 0 0,-3-3 3 0,-2 2-3 15,4 0 0-15,-7-1 1 0,3 2-2 0,-4-3 0 16,3 2 3-16,-2 0-3 0,0-1 1 0,2-1-1 16,-2 1 1-16,-2-1-1 0,-3-4 3 0,3 4-4 15,0-2 3-15,0 0-2 0,1 1 0 0,-3-3 1 16,-1 1 1-16,4 3-2 0,-2 0 0 0,-1-1 1 15,1-2-1-15,-4 0 0 0,2 0 1 0,1 1-2 16,-3-2 1-16,1 0 0 0,-1 0 1 0,0-1 2 16,1 1-2-16,1-2 0 0,-3 1-1 0,1 0 1 15,-1-1 1-15,0 0 1 0,0 0-4 0,0-1 1 16,1-1 0-16,-1 3 1 0,0-3 0 0,0 1-2 16,0-1-4-16,-1 0-3 0,1 0-4 0,-1 1-15 0,-1-1-8 15,1 0-10-15,-1 0-12 0,1 0-11 0,0 0-12 0,-2 1-35 16,-1-1-19-16,1-2-7 0,0 1-22 0,-2-1-25 15,3 2 109-15,-3 0-78 0,-1-2-1 0</inkml:trace>
  <inkml:trace contextRef="#ctx0" brushRef="#br2" timeOffset="54656.71">2786 6137 553 0,'-1'2'235'0,"-4"-1"-154"0,1-1-48 0,-4 0 16 16,2-2-4-16,1 3-10 0,1 1 1 0,0-1-11 15,-1 0-2-15,4 1-2 0,-2 1-12 0,3 1-8 16,-1 1-2-16,0-2 0 0,1 0-14 0,0 2 14 16,1-2 1-16,0 1 0 0,1-1 1 0,0 1-1 15,-1 0 1-15,1-2-1 0,-2-1 4 0,0 2-3 0,0-2 3 16,0 1 7-16,0-1 6 0,0 1 9 0,0-2 7 0,0 0 9 16,3 0 6-16,-2 0 3 0,1 0 1 0,-2 0-3 15,1-2-2-15,0-1-6 0,0-2-5 0,5 4-10 16,-5-4-2-16,2 0-3 0,3-2-4 0,-1 1-3 15,2 0-2-15,-2-1-3 0,5 1-1 0,-6-3 2 16,7 0-2-16,-1 0 0 0,2 0 0 0,0 2 0 16,0-4-2-16,0 1 1 0,1-1 0 0,1 2-2 15,-1 1 1-15,-2-1-2 0,-1-1 1 0,-3 0 0 16,4 4-1-16,-3-3-2 0,1 0 3 0,-1 0-2 0,-2 2 0 16,3 0-3-16,-2-1 2 0,2 1-2 0,-2-3 3 15,-1 3-1-15,2 2-1 0,-2-4 1 0,2 0 0 16,-1 2-1-16,-2-1 3 0,1 1-3 0,1 1 0 15,-2-1 1-15,0 0 0 0,1 2-2 0,-1-1 0 16,0 0 3-16,1 2-3 0,-1 0 0 0,0 1-10 16,0 0-11-16,0 1-9 0,-1 0-12 0,1 2-41 15,-1-2-24-15,2 1-36 0,-1 0-45 0,0 1 122 16,1 0-88-16,-2 0-22 0</inkml:trace>
  <inkml:trace contextRef="#ctx0" brushRef="#br2" timeOffset="55239.7">3278 5447 972 0,'-2'-2'452'0,"-2"-4"-312"15,-3 1-96-15,5 3-1 0,-2 1-4 0,3-2-2 16,1 2-1-16,1-1-1 0,-1 1-7 0,2 1-25 0,0 0 2 16,3 1-4-16,0 1-3 0,-1 2-3 0,1-1-1 15,0 1 4-15,5 4-2 0,-3-3 2 0,1 5 0 16,1 1-1-16,-3-3 0 0,2 2 3 0,2 2-2 15,-4-1 1-15,-4-1 1 0,7 1 0 0,-4-2 2 16,2 5-1-16,-1 0 4 0,0-1-2 0,1 0 6 16,3 4-1-16,2-1 0 0,-5-3 4 0,-1 2-1 15,3 0 1-15,-1-2 0 0,1 0 2 0,-3 1-4 16,2-2 0-16,-3 0 1 0,2 1-1 0,0-3 0 0,-2 1-3 16,4 2 0-16,-3-1 1 0,0-3-2 0,1 1 0 15,0 0-1-15,2 2-1 0,0-1-1 0,-2 0 1 16,2-1-1-16,2 1 0 0,-3 1-1 0,1 0 1 15,0 0-1-15,-2-1-1 0,4 0 2 0,-4 0 0 16,2-1-2-16,-2 0 1 0,0 0-2 0,1-1 2 16,-1 0 0-16,0-1 0 0,1 0-2 0,-1 0 0 15,-1-2 1-15,1 1 2 0,-1-2 0 0,1 1-1 16,-3-1 0-16,2 1 1 0,-2-3 1 0,0 2-1 16,0-3 2-16,-1 1-2 0,0-2-1 0,-1 0 2 15,4 0 0-15,-6 0 0 0,2 0 0 0,0 2-2 16,-1-2 2-16,0-1-8 0,1 1-7 0,-4-1-11 15,-2-1-14-15,2-1-40 0,-4 0-22 0,1-3-25 16,0 1-39-16,-6-3 101 0,1-1-77 0,1-1-17 0</inkml:trace>
  <inkml:trace contextRef="#ctx0" brushRef="#br2" timeOffset="55957.18">3076 5640 866 0,'-6'-1'316'0,"3"-3"-227"0,-1 2-50 15,3 0-1-15,-1-2-5 0,2-1 1 0,-2 1 0 0,2 1-4 16,2-2-5-16,-2 2-9 0,1 0-15 0,1 0-1 16,-2 1-1-16,4 0-2 0,-1 0 0 0,1-1 1 15,-1 0 2-15,1-1-1 0,1 2 0 0,0-3 1 0,1 0 0 16,-2 1 0-16,2-3 0 0,-1 3 2 0,1-6-2 16,0 3 0-16,0 0 2 0,0-1 0 0,-1-2 0 15,1 0 3-15,1-1 3 0,-2 0 2 0,2 3 0 16,-1-3 4-16,2-1 1 0,-1 2 0 0,0 0-1 15,2 0 2-15,0 1-2 0,-1 0-4 0,0 1 0 16,3-1-2-16,0 1-2 0,0 0-1 0,0 1 0 16,3 0-4-16,-1 1 2 0,3 0-1 0,-1 1 0 15,-1-1 0-15,-1 3-2 0,-2 0 0 0,6 0 1 16,-5-2-1-16,0 2-1 0,1 2 0 0,-1 0 0 0,1 0 0 16,2 1-1-16,1 0 2 0,-4 0-1 0,3 1 1 15,-3 1-1-15,2 0 1 0,1 1 0 0,-2 1 0 16,0-2 0-16,-1 1 0 0,1 1 0 0,-1 2 0 15,0-1 0-15,1 1 0 0,-3 2 2 0,1-1-2 16,1 1 0-16,-2 0 0 0,-1 1 0 0,-3-1 1 16,3 2 2-16,-2-1-1 0,-1-1-1 0,-1 3 3 15,-1-1-1-15,0 1 0 0,0 0 2 0,-3 2-1 16,1 0-1-16,-2 1 1 0,0-2 1 0,-4 2-3 16,1 0 5-16,-4-2-4 0,0 3 0 0,1 0 1 15,-2-2 2-15,0 3-3 0,-2 1 1 0,2-3 0 16,-2 2-1-16,0 1 1 0,-3-4 0 0,1 0 0 15,-1 0-1-15,-1-1 1 0,1 1-1 0,-1-2 1 16,1-1 0-16,-1-1-1 0,1 0 1 0,-1-2-1 16,1-1 2-16,1 0 0 0,0 0-2 0,1-3 1 15,0 2-3-15,5-2 1 0,-4 1-1 0,2-2 0 16,3 1 0-16,-2-1-1 0,1-1 1 0,1 0 1 0,-1-1-1 0,-1-1-1 16,5-2-9-16,-2 1-7 0,2-1-12 0,-1 1-10 15,3-1-38-15,2 1-21 0,-1-2-26 0,2 1-30 16,1 1-31-16,-1 0 110 0,3-2-84 0,3-2-8 15</inkml:trace>
  <inkml:trace contextRef="#ctx0" brushRef="#br2" timeOffset="57557.48">4031 5926 621 0,'-2'1'291'0,"-1"2"-195"16,1 0-69-16,1-3 18 0,0 5-3 0,1-2-8 15,0-1 0-15,1 1 0 0,-1 2 1 0,3-4-3 16,0 0-6-16,-1 0-9 0,-1 1-7 0,3-1-4 15,-1 0-4-15,1 0 0 0,-1 1 1 0,1 0 3 16,-1-1 9-16,1-1 5 0,-2 0 2 0,1 0 4 16,1 0 11-16,-2-1 4 0,0 0 4 0,0-3 1 15,0 2 1-15,0-1-2 0,0 0-1 0,-2-4-3 16,0 4-7-16,0-3-2 0,0 2-4 0,0 1-3 16,0-3-4-16,-1 0-3 0,1 2 0 0,-3 0-3 0,0-3 0 15,2 1 0-15,-1-1-2 0,-2 0-2 0,-2-1-3 16,2 1 2-16,-3-3-2 0,3 3 1 0,-2-2-3 15,-1-1-1-15,1 0-2 0,-2 0 1 0,1 0 1 16,0 0-1-16,1-2-2 0,-2 0-1 0,0 0 3 16,0-2-3-16,-1-1 2 0,1 1 0 0,-1-3-1 15,1 1 2-15,-2 1 4 0,3-3 0 0,-2 2 0 16,1-1 0-16,0 0 2 0,0 0-2 0,2 4 2 16,0-2-7-16,0 0 2 0,-2-1-1 0,4 2-1 15,-1 1-1-15,1 2 0 0,-3-4 0 0,1 0-2 16,3 2 2-16,-2 1-2 0,3 1-1 0,-2-1 0 15,1 0 0-15,1 2-1 0,1 2 0 0,3-1 0 16,-2 0 0-16,1 2 0 0,0 1 0 0,3-1-1 16,-1 2 1-16,4-1 0 0,-2 2-1 0,-5-1 1 15,4-1 0-15,4 3-2 0,-1-1 2 0,-3 0 0 16,-2 2-1-16,3 1 1 0,-2-4-1 0,4 4 1 16,-4-2 1-16,2 2 0 0,-3-2 0 0,4 0-1 15,-1 2 0-15,2 1-1 0,0 0 2 0,0 3-2 16,0-1 1-16,-2 0 0 0,3 2 0 0,-2 1 1 0,-2-3-1 0,3 2 0 15,0 1 0-15,0-2 2 0,-2 1-2 0,2 4 2 16,0-3 0-16,2 3-2 0,-1 0 2 0,-2-3 0 16,2 3 0-16,1 1 1 0,-1-2-1 0,1 0 0 15,0-1-2-15,0 1 0 0,2 1 2 0,-3-2 0 16,2 1 0-16,-1 1-2 0,1-2 2 0,-1 2-2 16,-1-2 2-16,1 2 1 0,1 0-1 0,-1-1 0 0,4 1 0 15,-4-1 0-15,3-1 0 0,-1-2 1 0,1 4 0 16,-1-1 1-16,1-2-1 0,-1 1-1 0,-3-1 4 15,1 1-3-15,0-2 0 0,1 3 1 0,0-4-1 16,-3 2 0-16,-1 1 0 0,4-1 1 0,-4 1-1 16,3-2 3-16,-7 2-2 0,7-1 0 0,-7 1 0 15,1-1-1-15,2-2 1 0,-1 3 0 0,-1 0-1 16,1-1 0-16,2 0 1 0,-3 1-1 0,0-1 2 16,2 1-1-16,-1-4 0 0,0 3-1 0,-1 0 2 15,-1-2-2-15,-2-1-1 0,3-1 1 0,-2 1 1 16,0 2 0-16,-1-3-1 0,2 1 2 0,-1-2 0 15,0 1 1-15,-1-1 2 0,0 0-1 0,0-1 0 16,0-1 1-16,0 2 2 0,-1-2-1 0,-2-2 1 16,2 2 1-16,1 0-1 0,0-4 1 0,-1 2-2 15,-1-4 0-15,-1 2-1 0,2-2 0 0,-1 1-4 16,0-4 2-16,0 1-1 0,-2 2-1 0,-1-3 2 16,0 0-2-16,0-2 0 0,-1 2-1 0,3-1 1 15,-2-1-1-15,-2 3-1 0,5-4 0 0,-1 0 0 0,3 0 0 16,-4 2 0-16,2-1 0 0,-2 0 0 0,1-1 1 15,4 2-1-15,-5-1 1 0,2 2-1 16,1-1 0-16,-2 0 0 0,-1-1 1 0,4 3-1 0,-1-3 0 0,-5-2 0 16,6 2 0-16,-6 0 0 0,3 0 0 0,2 2 0 15,1-2 0-15,-3 0 0 0,0 1 1 0,0 0-1 16,-1 0 0-16,4 2-1 0,0-2 1 0,2 4 1 0,-5-4-1 16,3 1 0-16,1 1 0 0,-1 0 0 0,3 4-3 15,-3-4 2-15,-1 0-1 0,2 1 1 0,1 2-1 16,0 0 1-16,2 2-2 0,-2-2 3 0,1 1 1 15,2 2-1-15,-4 0 0 0,3-1-2 0,-1 2 2 16,-2-1 0-16,3 0 0 0,-4 2-2 0,3 0 1 16,1 0 0-16,-4 1 0 0,2-3 1 0,0 3-1 15,1-1 0-15,-2 0-1 0,1 2 1 16,-1 0 1-16,2-2 0 0,1 2-1 0,-4 0 1 0,0 0-1 16,3 0-1-16,-2 1 2 0,0 0-1 15,3-1-2-15,-4 3 2 0,1-1 1 0,2 3-2 0,0-2-2 16,4 2 3-16,-3-1-1 0,0 1 1 0,0 1 0 15,1 0-2-15,3 3 2 0,-2-2-2 0,-2 0 3 16,3 3-1-16,0 0 0 0,0-1-1 0,2 1 2 0,-3 0-1 16,1 3 0-16,1-1 1 0,-1 0 1 0,1 1-1 15,-2-1 0-15,4 2 1 0,-2 0-1 0,1 2 0 16,-2-4 0-16,0 2 2 0,3-1-2 0,-2 4 0 16,1-4 1-16,-2 0 0 0,3 1 1 0,-3-1 1 15,2 0-2-15,0-2 0 0,-2 1 2 16,1 0-1-16,0 2 1 0,-1-2-2 0,1 0 2 15,0 0-1-15,-3-2-1 0,4 2 1 0,-4 0 0 0,2-1 1 16,-2-2-1-16,1 1 1 0,-3 0-1 0,1 1 1 16,-1-1 0-16,-1-2-2 0,1-1 1 0,1 0-1 15,0 1 0-15,-3-3 0 0,1 0-1 0,0 0-1 16,3-1-5-16,-5 1-7 0,0-1-12 0,0-2-12 0,0-1-44 16,0 1-28-16,0 0-36 0,-2-1-63 0,-3-1 136 0,2 0-125 15,-8-3-52-15</inkml:trace>
  <inkml:trace contextRef="#ctx0" brushRef="#br2" timeOffset="58273.85">2384 7250 821 0,'-2'-5'343'0,"-2"-1"-239"0,1 2-75 0,-1 0 24 16,1 0-8-16,4 0-10 0,0-1-4 0,-1-1 0 15,1 3-1-15,5-2-1 0,-1 2-7 0,2-5-15 16,1 3-5-16,-2-4-2 0,2 3 1 0,2 0-3 16,-1-2 1-16,1 0 0 0,3 0-1 0,-5-1 1 15,5 1 0-15,1 0 1 0,-2 0-2 0,-1-2 1 16,2 2 1-16,0-1 0 0,-1-1 1 0,-1 5 1 0,-1-2-1 15,0 1-1-15,0-2 0 0,0 0 1 0,-2 3-1 16,1-1 0-16,2 0 0 0,1 0-1 0,-1-1-1 16,0 1 0-16,0 0-8 0,2 1-23 0,-1-2-14 15,1 3-16-15,-2-1-19 0,2-1-11 0,1 1 52 0,0-1-49 16,0 2-4-16</inkml:trace>
  <inkml:trace contextRef="#ctx0" brushRef="#br2" timeOffset="58690.32">3211 6843 1134 0,'-1'-7'449'0,"-1"3"-326"0,1 0-95 0,-3-2 17 16,2 3-5-16,4-2-15 0,-2 0-3 0,2 2-2 0,6-2 0 15,-1 0-1-15,3-3-3 0,0 3-12 0,3-2-4 16,2 1 1-16,3-2-1 0,5-1-2 0,-2-1 0 16,-1 3 1-16,0 0-6 0,3-4-8 0,-1 2-4 15,1 1-5-15,-6-2-7 0,4 0-12 0,-1 1-5 0,-3-1-8 16,0 1-2-16,0-1-10 0,-3 0-4 16,0 3-7-16,-1 1-6 0,-1-1-22 0,-1 2-11 0,0-1-13 15,0 1-13-15,-1 1 88 0,0 0-60 16,-1 0-7-16</inkml:trace>
  <inkml:trace contextRef="#ctx0" brushRef="#br2" timeOffset="59108.11">3869 6466 1147 0,'-11'2'438'15,"2"-4"-299"-15,6 0-107 0,-5-2 21 0,4 2-26 16,1-1-5-16,0-2 0 0,3 1 0 0,-1-1-2 16,0-1-27-16,2-1 15 0,3 3-6 0,1-3-7 15,4 3 0-15,3-1-1 0,-5 0 2 0,5-1-6 0,0 2-1 16,-1 0-3-16,1-3-1 0,3 2-4 0,-2-1-3 16,-1 2-2-16,2-2-3 0,-3 1 5 0,-1 0 1 0,4-1-7 15,-2-1 1-15,-1 4-2 0,-2-4-2 0,2 2-6 16,1-2-16-16,1 0-11 0,-3 1-10 0,1 1-5 0,-3-1-13 15,2 0-51-15,1-1-24 0,-3 2 102 16,1 0-63-16,-1 4-43 0</inkml:trace>
  <inkml:trace contextRef="#ctx0" brushRef="#br2" timeOffset="59440.38">4368 6285 1331 0,'1'-6'486'0,"-2"-3"-370"16,1 2-91-16,0-3 5 0,1 1-4 0,3-3-16 15,4 0 3-15,3-3-1 0,0 2 3 0,0-4-3 16,5 1-3-16,3-1-8 0,-2 1-9 0,-1 2-7 0,4-1-14 0,3 0-28 16,-3 0-18-16,1 1-14 0,2 0-23 0,0 1-23 15,6-1-92-15,-2 2 151 0,2 0-97 0,-3 2-19 16</inkml:trace>
  <inkml:trace contextRef="#ctx0" brushRef="#br0" timeOffset="75570.72">6950 3473 56 0,'-1'-2'40'0,"1"-1"3"0,-1 1-9 16,-2 0 13-16,2 1-1 0,1 0-1 0,-1 0 4 15,1-1-5-15,-1 1-2 0,0 0-16 0,1 1-8 0,0-2-3 16,1 1-7-16,0 0-1 0,0 1-3 0,-1-1 0 16,0 1-1-16,0 0-1 0,4-2 1 15,-3 0-3-15,0 0 1 0,2 1 0 0,0-1-1 0,1-1-1 0,-2 2 1 16,1-1 0-16,1 1 0 0,-1 0 0 15,0-2 0-15,-1 3 0 0,1-2 0 0,0 1 3 16,-1 1-2-16,2 0 3 0,-1-1-3 0,1 0 5 16,-1 0 2-16,1 0 1 0,-1 0 2 0,1 1-2 15,0-2 3-15,1 2-1 0,0-2 3 0,-2 2-2 0,1 0-5 16,0 0 3-16,2 0-3 0,-1 2 0 0,-2-2 0 16,4 1-1-16,-3 1-1 0,4 0 1 0,0-1 0 15,-1 1-3-15,-2 0-1 0,2 2 0 0,0-1-1 16,1 0-1-16,-1-2 0 0,1 2 0 0,-2 0 2 15,2-1-1-15,2-1 4 0,1 1 0 0,-3-1 0 16,-2-1-1-16,3 0 3 0,4 0 0 0,-1 0-2 16,2 0 0-16,-4-1-1 0,0-1 4 0,3 0 0 0,0 1 2 15,0 1-3-15,-5-2 0 0,1 1 2 0,0-2-1 16,2 1 3-16,0 2-2 0,-2 0-1 0,2 0-1 16,-1-2 0-16,-1 1 1 0,2 1-2 0,-3 0 0 15,3 0-2-15,-3-1-1 0,1 1-1 0,-1-1 1 0,0 1 0 16,1 0-1-16,0 0 0 0,-1 0 2 0,-1 1-2 15,1-1 2-15,0 0-2 0,-1 1 4 0,1-1 0 16,1 1 9-16,-3-1 3 0,4 1-1 0,-1-1 6 16,1 0-1-16,1 0 4 0,-3-1-2 0,5 1 0 15,-4-1-8-15,2-1 1 0,-2 0-1 0,1-1-3 16,-3 2 1-16,0-1-3 0,5 1-1 0,-5-1-1 0,0 1-3 16,2 0 0-16,0 0-2 0,-2-1-1 0,1 1-1 15,-4-1 0-15,1 2 2 0,1 0-2 0,-1-1 2 16,1 0-1-16,-5 0-1 0,3 1 2 0,0 0 0 15,-1 0-1-15,-2-1 6 0,-1 1 0 0,3 0 4 16,-3 0 3-16,0 0 4 0,1 0 3 0,-1-1 0 16,0 0 2-16,1-1-6 0,0 1 2 0,-4-1-5 15,1 1-3-15,0 0-2 0,-3 0-5 0,1-1 1 16,1 1-2-16,-4-2 2 0,0 0-5 0,6 2 3 16,-2 0-1-16,1 0-1 0,-4-1 0 0,0-2 0 15,0 3 2-15,0-2-2 0,-1 0 1 0,1 2 0 16,-3-3 1-16,-1 0 1 0,-3 1 1 0,5 1-1 15,-1-1 1-15,0 1-3 0,0 2 3 0,-5-2-1 0,4 1-1 16,-1 1 1-16,0 0-3 0,-1 0 1 0,-1-2-1 16,2 3 2-16,-2-2-5 0,0 1 4 0,1 1-3 15,0-1 0-15,0 1 2 0,1 1-2 0,-1 0 1 16,-1-2-2-16,1 4 1 0,-1-4-1 0,1 1 1 16,0 0 0-16,-1-1-1 0,0 0 0 0,0 0 1 15,0 0 1-15,0 2-1 0,0-1 1 0,-3-1-1 16,4 0 2-16,0 0 1 0,1 0-3 0,-2 2 0 15,1-1 1-15,1-1 1 0,3 1-2 0,-5-1-1 16,3 1 0-16,-3-1 0 0,1 0 0 0,4 0 1 0,-4-1 0 16,1 1-1-16,-2-2-1 0,4 2 2 0,-2 0 2 0,1 1-2 15,-2 0-1-15,3 0 0 0,-1-1-1 0,0 0 1 16,1 0 1-16,0 0-1 0,1-2 1 0,1 2-1 16,-2 0 0-16,3-1 3 0,-1 1 0 0,0 0-1 15,1 1 1-15,2 0-1 0,-2 2 0 0,2-3 2 16,-1 1 1-16,2-1-2 0,-1 0 1 0,1 0-2 15,0-1 2-15,1 1 0 0,0-3-1 0,2 3-3 16,0 0 0-16,0 0-1 0,-1-1 1 0,1 1 0 16,0 1-3-16,1 2 2 0,-1-2-2 0,0 0 2 15,3 1 1-15,-2-1-2 0,2 2 1 0,0-1-1 16,0 0 1-16,-2-1 1 0,4 0-1 0,-1-1-1 16,1 1 1-16,0 1 1 0,0-1-1 0,1-1 1 15,0 0-1-15,1 1-1 0,-1 0 2 0,2 0 0 0,0 1 0 16,0-2 0-16,0 0 1 0,1 1-1 0,1-1 0 15,0 2 0-15,0-2 0 0,1 0 0 0,3 0 0 16,-2 1 0-16,3 0-1 0,-5-1 1 0,3 0 0 16,3 0-1-16,-1 1 1 0,-4 0-1 0,3-1 1 15,-3 0 0-15,5 0 0 0,-1 1 1 0,-1-1-1 16,1 1 2-16,-5-1-1 0,6 0 0 0,-2 1 1 16,2 2-1-16,-4-3-1 0,1 0 0 0,0 0 0 15,-2 0-2-15,2 0 1 0,-1-1 1 0,-1 1 0 16,2-2 0-16,0 1-1 0,-1 1 1 0,-1-1-1 15,1 1 1-15,2 1 0 0,-3-1 0 0,3 3 0 16,-1-3-2-16,1 2 2 0,2 0 0 0,-2-1 1 16,-2 0-1-16,5 1 0 0,-2-1 0 0,-1-1 1 15,0 3 1-15,-3-1-1 0,2-1 0 0,0 1 1 0,-1 0-1 16,-4-2 0-16,2 2-1 0,0 0 0 16,-4-2-1-16,1 1 0 0,0 0 0 0,2 1-1 0,1-1 0 15,-6 0 2-15,2 0 1 0,-1 1-1 0,3 0 1 16,-1 0 1-16,-4-2-1 0,1 0 0 0,0 0 1 15,1 0-2-15,-2 0 2 0,1 0-1 0,-2 0 0 16,1 1-1-16,-1-1 0 0,-1 0 3 0,-1 0-3 16,1 0 1-16,1 0 1 0,-1 0 1 0,-1 0 0 15,0 0 4-15,1 0 3 0,-1 0 1 0,0 0 5 16,0 0 1-16,0 0 0 0,0 0 0 0,-1-1-1 16,-2 0-3-16,2 0-1 0,-1-1-1 0,0 1-4 15,0 0-1-15,-1 1-3 0,0 0 0 0,1 0 1 16,0 0-1-16,-1 1-1 0,-1-1 0 0,2 3-1 0,-1-3-1 15,-1 0 1-15,-1 1 1 0,-1-1 0 0,0 0 1 16,1 0-3-16,0 0 1 0,0 0 0 0,0 0 1 16,-2-3-1-16,-1 2 0 0,0 0 0 0,0-1 0 15,0 1 1-15,-3-2 1 0,-3 0 0 0,4 2 0 16,-6-1-1-16,3 2 1 0,-1-2 2 0,0 2-2 0,-2-2 2 16,-1 2-1-16,3 0 0 0,1 0 1 0,3 0 1 15,-8 0 2-15,4 0-4 0,0 0 3 0,1 0-2 16,1 1 0-16,-4 0 1 0,1-1 0 0,0 1-1 15,2 0-3-15,-4 1 2 0,1-1-1 0,-1 4-2 16,1-3 2-16,-2 2-2 0,1 0 0 0,0-1 1 0,-2 0-1 16,0 1 1-16,1-1-1 0,1-1 0 0,-1 1-1 15,-2 0 0-15,1-2 0 0,-3 1 0 0,4-1 0 16,0 0 0-16,-3 0 0 0,3 1 0 0,0-1 0 16,2 2 0-16,0-2 0 0,4 2 0 0,-2-1 0 15,3 0 1-15,1 1-1 0,1-2 0 0,-1 0 0 16,1 1 0-16,2-2 1 0,0 0-2 0,-1 0 1 15,4 1 0-15,-1-1 1 0,0 1 0 0,3 0 0 0,-2-1 0 16,3 0 0-16,0 0 0 0,0 0 0 0,0 0-1 16,1 0 0-16,0 0-2 0,1-1-1 0,0 1 2 15,0 0-2-15,1 0 2 0,2 0-2 0,0 0 1 16,-1 0 1-16,4 0 0 0,0 0 1 0,1 0-3 16,2 0 1-16,1 0 1 0,1 0 0 0,2-2 1 15,1 1-1-15,-1 0-2 0,3 1 2 0,2-1 1 16,-3 1 0-16,5 0 0 0,2-3 0 0,-4 3 0 15,4 0 0-15,-5 0 0 0,3 0 0 0,-2 0 1 0,-1 2-1 16,3-2 0-16,-1 1 0 0,-3 0 0 0,3 0 0 16,1 2 1-16,-1-1-1 0,-1 0-3 0,2 1 3 15,-3 0-1-15,-2 0 0 0,5 2-8 0,-1-2-6 16,2 0-6-16,-4 4-7 0,6-1-30 0,-1 1-16 16,2-1-21-16,2 3-19 0,1 1-84 0,2 1 134 15,-2-1-87-15,2 1-36 0</inkml:trace>
  <inkml:trace contextRef="#ctx0" brushRef="#br0" timeOffset="77832.73">12031 3322 61 0,'6'-7'60'16,"-1"3"-1"-16,-4-3-22 0,7 3 18 0,-6 0-10 15,0-3 8-15,3 2-12 0,-4-1-7 0,3 2-17 16,1-1-5-16,0 2-5 0,-1-2-5 0,1 2-2 16,-1 0-10-16,1 1 10 0,0 0-1 0,-1 0 1 0,0-1-2 0,-1 3 1 15,2 0 1-15,0-2 0 0,-1 2 0 0,-1 0 1 16,3 0 3-16,-3 1-4 0,2-1 0 0,-1 0 3 16,0 0-2-16,1 0-1 0,1 1 0 0,0-2-1 15,-1 2 0-15,1-2 1 0,0 1 3 0,0-2-1 16,1 1 2-16,0 1 2 0,0-1-2 0,0 0 3 15,1-3-1-15,-2 4 3 0,1 0 0 0,0 2 0 16,0-2-1-16,1 0 2 0,-3 0 1 0,4 4 2 16,-2-1 0-16,2-3 4 0,-2 1 0 0,0 2 1 15,2-3 1-15,-1 1 5 0,1-2-1 0,2-1 0 0,-2 1 0 16,-1 1-4-16,2 0 2 0,2-1-1 0,-3 1-1 16,-1 2-4-16,2 0-3 0,-2-1 0 0,3 0 0 15,-1 1-3-15,0-1-3 0,1 1-3 0,1-2 1 16,1 2-2-16,0-1 3 0,-1-1-3 0,3 0 0 15,-3 0 1-15,0-1-1 0,2-1 0 0,-2 2 1 16,0-3-2-16,0 2 0 0,-1-1-1 0,1-2 3 16,-1 3-3-16,-2-1 0 0,4 1 1 0,-3-3 0 15,1 1 2-15,0 1-2 0,0-1 1 0,0 1-2 16,0-2 1-16,-2 2-1 0,1-1 3 0,-3 3-2 16,2-2-1-16,-3 2 0 0,-1 1 1 0,-2 0-1 15,0 0 1-15,-1 0 0 0,0 0-1 0,0-1 0 16,-1 1 3-16,-1-1-1 0,1 0 1 0,-1 0 4 15,0 0 2-15,-1 1 1 0,0 1 0 0,-3-1 5 16,2 1-1-16,-3-1 1 0,1 1-1 0,0 0 2 16,-3 0-3-16,1 0-1 0,-1-1 3 0,-2-1-1 0,2 2 3 15,-2-2-1-15,1 0 3 0,0 0-1 0,-2 1 1 16,2 1-1-16,0-1-1 0,0-1-2 0,1 0-2 16,-1 0-1-16,0 1-1 0,-1-1-3 0,0-1-2 15,-2-2-1-15,1 2 0 0,2 1 0 0,-3 0-3 0,-1 0 1 16,1 0 1-16,0 1-2 0,0 1 0 0,-2-2 1 15,-2 0 0-15,0 0-2 0,2 0 2 0,2 0 1 16,-8-2-2-16,3-1 1 0,1 3 1 0,0 0 2 16,-1-1 4-16,-2-3 0 0,1 2 1 0,-4 0-2 0,6 0 4 15,-2 0 0-15,1-1 0 0,0 1-1 16,-1 1-4-16,4 0 0 0,-3 0 0 0,0-2 0 0,0 2-4 16,0 1 3-16,1-2-5 0,-1 1 2 0,0 1-1 15,1-2 0-15,-1 2-2 0,1 0 1 0,2 0 1 16,-1-3-3-16,0 2 1 0,2 1-1 0,0-1 1 15,1 0 1-15,0-1-2 0,-2 2 2 0,0-1-3 16,3 1 2-16,-2 0 0 0,0 0 0 0,0-1-1 16,1 1 0-16,3-1 0 0,-3 1 0 0,1-1 0 15,1 0 1-15,2 1 0 0,1-1 1 0,-1-1-1 16,0 1-1-16,2-2 1 0,0 3 0 0,4-1 3 16,0-1-1-16,-1-1-1 0,1 2 1 0,1 0 0 15,1 0 0-15,-1 1-3 0,0-2 0 0,2 1-2 16,-2 1 0-16,4 1-1 0,0-1 0 0,-2 0 2 0,2 0-2 15,5 0 2-15,-3-1-2 0,0 1 3 0,1-1-2 16,-3 0 1-16,6 1 0 0,1 0-2 16,-3 0 3-16,5 0 1 0,-6-1-1 0,5 1 0 0,1 0 0 15,4 0 1-15,-8 0-1 0,5 0 2 0,-1 1-3 16,-3-1-1-16,5 2 1 0,-2-2 1 16,-3 0 0-16,-2-2 0 0,9 1 0 0,-6 1-1 0,1-1 1 15,3 2 0-15,-2-1 1 0,0 0 0 0,3 2-1 16,-2-1-1-16,1-1 1 0,0 3-1 0,-1-3 1 15,2 1 0-15,-2-1-2 0,2 0 3 0,2 1-1 16,-1-1 0-16,-1 2-1 0,0-1 1 0,4 0 0 16,-3-1 0-16,1 1-1 0,-1 1 0 0,0-2 1 15,0 2 0-15,3-2 2 0,-6 1-1 0,2 1-1 16,-2-2 0-16,2 0 1 0,-2 0 0 0,3 1-1 0,-2 0 1 16,-1-1-1-16,2-1 0 0,-2-2 0 15,-1 2 0-15,0 1 0 0,-1-4 0 0,-1 2 0 0,2-1 0 16,-1 2 0-16,0 0 0 0,-1 1 0 0,1 0 1 15,-2-2 0-15,0 2-1 0,2 0 1 16,-2 0-1-16,-2 0 1 0,2 0-1 0,-2 0 2 0,1 0-2 16,-1 2 0-16,0 0 1 0,-1-2-1 0,0 2 0 0,0 0 0 15,-1 3 0-15,3-2-6 0,-4 1-1 0,3-2-15 16,-2 2 1-16,3-2-6 0,-2 1-5 0,-1-1-8 16,2 2-4-16,-5-2-2 0,4 2-3 0,-2 2-6 15,-3-1-10-15,2-2-11 0,-2 3-13 0,2 0 57 16,1 1-40-16,0 2-7 0</inkml:trace>
  <inkml:trace contextRef="#ctx0" brushRef="#br0" timeOffset="79550.64">15987 3417 156 0,'-1'-3'77'0,"0"0"-29"15,1-1-16-15,-2 1 13 0,0 0-7 0,2 2-2 16,0 1 0-16,-2-3 0 0,2 0-12 0,-1 2-8 16,1-1-7-16,0 2-3 0,1-1-6 0,1 0 0 15,0-2-1-15,0 3 1 0,-1-1 0 0,1 0-3 0,-1 0 2 16,0 1 0-16,3-1 0 0,-3 1 1 0,4 0 0 0,-1 0 0 16,-2 0 0-16,0-1 0 0,1 1 1 0,0 1-1 15,1-1-2-15,-1-1 2 0,1 1 0 0,0-1 0 16,2 1-1-16,2 0 1 0,-1 0 1 0,-1 0-1 15,4 0 4-15,-2 1 1 0,0-1 0 0,1 0 2 16,-1 0 7-16,3 0 0 0,0 0 1 0,0 0 0 16,0 0 1-16,1 0 0 0,1 1-2 0,0-1 2 15,0 2-4-15,-1-2 0 0,3 0 1 0,-1-1 0 16,0 1 1-16,1-3 0 0,-4-1 1 0,6 1-3 16,-1 1-1-16,0 0 0 0,1 2-3 0,-6-1 3 15,-6 0-3-15,1 1-2 0,13-5 2 0,2 3-1 16,2 0-3-16,-4 1 0 0,-1-1 2 0,2-2-3 15,1 0-3-15,-7 3 2 0,0 0 0 0,0 0-2 0,2-1 3 16,-2-1-2-16,0 3 0 0,0 0-1 0,2 0 2 16,-2 0 0-16,0 0-2 0,2 0 0 0,0 2 2 15,1-2 0-15,-4-2 0 0,-1 1-1 0,1 0 2 16,-3 1-1-16,3-2 0 0,-5 2 0 0,-1-1-2 16,2 1 1-16,-1 0-1 0,-1 0 1 0,-3-1 0 15,0 1-1-15,0 0 2 0,-1 0 1 0,-3 0 0 16,-2-1 0-16,0 0 0 0,0 1-1 0,0 0 2 0,0 2-2 15,-5-2 1-15,1 0-2 0,0 0 1 0,0 0-1 16,-4 0 0-16,-2 0 3 0,-3 0-2 0,2 0 3 0,1 0 0 16,-2 2 1-16,-4 0 3 0,2 0 0 0,1 2 1 15,0-5-1-15,-4 2 3 0,0-1-2 0,1 0 1 16,-1 0-2-16,-2-1-2 0,0 1 1 0,-2 0 0 16,1 0-1-16,-2 0-1 0,-2 0 1 0,-2 3-1 15,1-3 4-15,-2 1 4 0,0 0 3 0,2 1 2 16,-2-2 4-16,1 1 1 0,2-1 2 0,1 0 0 15,-1 1-3-15,3-1-3 0,0 0-5 0,1 0-4 16,2 2-3-16,0-2-3 0,1 0-1 0,3 1 0 16,-2-1-1-16,3 3-2 0,2 0-1 0,-1-3 3 15,-1 1 0-15,3 2 0 0,1-3-1 0,3 1-2 0,-1 1 1 16,1-2 2-16,1 0 1 0,3 1-1 0,1 0-1 16,0 0-1-16,3-1 0 0,-2 0 3 0,2 0-3 15,1 0-1-15,0 0 0 0,2-2 0 0,4 2 1 16,-1-1-2-16,4 0 1 0,3 1 0 0,0-4 1 15,3 3 0-15,1-2 0 0,2 1 1 0,4-1-2 16,-4-2 2-16,4 1-2 0,0-2 0 0,4 3 0 16,0 0 0-16,1-1 0 0,-2 1-1 0,0 1 0 15,0-2-6-15,0 1-5 0,0 1-8 0,0 0-27 16,-3-1-12-16,-3 2-22 0,2 0-22 0,-4-1 64 16,4 2-52-16,-10 5-11 0</inkml:trace>
  <inkml:trace contextRef="#ctx0" brushRef="#br0" timeOffset="83029.59">10190 5342 58 0,'4'-2'29'0,"1"1"-16"0,0-3-8 15,0 2 1-15,1-1-1 0,0 0-3 0,0 0 0 16,1 0-2-16,1 0 0 0,0-3-1 0,-1 5-2 16,1-2 4-16,0-1-1 0,-1-1 0 0,2 2-2 15,-2 0 2-15,0 1 0 0,-1 0 2 0,3-2 3 16,-1 2 1-16,0 0 1 0,0 1 6 0,-2-2 2 0,3 0 2 16,1-1 4-16,-1 3-2 0,1-2 0 0,1 0 0 15,-1 0 3-15,4 0-5 0,-3 0 0 0,-1 3 4 16,3-2-1-16,-4-1 4 0,3 1-2 0,-1-2 0 15,0 2-1-15,0 1 1 0,0-1 1 0,0-2-6 16,1 1-1-16,1 1-3 0,-1-1 0 0,-1 3-4 16,0-2 0-16,0-2-2 0,0 1 0 0,3 0-1 15,-2 1-3-15,3 2 0 0,-1-3 0 0,-4-1 0 16,6 2-2-16,0-1 2 0,0-1-3 0,-3 1 2 0,0 0 0 16,3-5-1-16,-1 5 1 0,-1 0-1 0,0 0 1 15,1-1-1-15,2 1 0 0,1-2-1 0,-1 2 0 16,-3-1 2-16,4 1-1 0,-1-3-2 0,-1 3 1 15,3-1 1-15,-3 2-1 0,-1-2 0 0,0 2 1 16,1-2-2-16,-1 0 0 0,0 2 2 0,-1-2-1 16,1 3 0-16,-2-3-1 0,3 3 1 0,0-1-1 15,-1-1 1-15,-2 3 1 0,2-2-1 0,-3 1 0 16,1 1 0-16,-1 0 2 0,0 0 1 0,1 1-1 16,-1 0 2-16,0 0 0 0,1 1 0 0,-1-1 1 0,0-1-2 15,0 1 1-15,0-1-1 0,0-1 0 0,3 2 1 16,-2 0 1-16,-1-1-1 0,5 1-2 0,-1 1 4 15,0 0 1-15,2 1-2 0,-2-3-2 0,-2 1 1 16,3-1 1-16,-2 0-2 0,4-1 2 0,-4 1-3 16,0-2-2-16,2 2 2 0,0-1-1 0,1 0-1 15,-3 1 2-15,1-1-2 0,0 3 0 0,-1-2 0 16,0-2 2-16,-1 2-1 0,1 0 2 0,-5 0-3 16,5 1 0-16,-2-1 1 0,1-1 0 0,0 0 1 15,-2 1-1-15,0-2-1 0,3 3 0 0,-1 0 1 16,-2-1-1-16,1 1 0 0,1-1 0 0,1 1-1 15,1 1 0-15,0 1 1 0,-4-3 0 0,2 0-1 16,1 0 0-16,-2 1 1 0,1-1-1 0,-1 0 2 16,-1 0-1-16,0 1-1 0,1-1 1 0,-1 1 0 15,1-1 0-15,0 1 0 0,0 2 0 0,-2-1-1 0,2-2 3 16,-2 3-1-16,1-1-1 0,-1 0 0 16,0 0 1-16,0-1-1 0,1 0 0 0,-1 2 0 0,1-1 0 15,0-1 0-15,0-2 0 0,0 1 0 0,1 1 0 16,-1-1 1-16,-1 1-1 0,2 1 0 0,-1-2 1 15,3 0-1-15,-1 1 0 0,2 1 1 0,-1-2-1 16,5 2-1-16,-4-2 2 0,0-4 1 0,0 4-2 16,0 0 0-16,1 0 1 0,-1-1-1 0,-3-1 0 15,3 0 3-15,0-1-3 0,0 1 0 0,1-1 0 16,1 1 0-16,0-1 0 0,-2 0 0 0,1 0 0 16,0 1 0-16,-1-1 0 0,0 2 0 0,0-3 0 15,1 2 1-15,-2-1-1 0,-1 0 1 0,2-2-2 0,1 4 0 16,2-2 2-16,-5 1-1 0,3 2 0 0,-2-4 1 0,5 3 0 15,0 1-1-15,-2-1 1 0,-2-1 2 0,1 1-3 16,1-2-1-16,1 0 1 0,0 1 0 0,-4 0 1 16,1-1 0-16,4 1 1 0,-3-2-2 0,-1 2 1 15,1-1 2-15,1 1-2 0,-2-2 0 0,2 2-1 16,-2 0 0-16,1 0 1 0,-1 0 1 0,0-2-2 16,1 2 1-16,-1 0 0 0,0 0 1 0,2-1-1 0,0 0 2 15,1 1-3-15,-5 0 2 0,5 2 0 0,-3 0-1 16,0 0 1-16,2 0-2 0,-3 0 2 0,-2 0-2 15,1 0 0-15,4 0 1 0,-6 0 0 0,2 0-1 16,-2-1-1-16,3 1-4 0,1 1-2 0,-4-1-4 16,-1 1-5-16,1 1-6 0,2-1-14 0,-2 1-10 15,1 1-7-15,-4-3-7 0,1 2 34 16,2 0-27-16,-2 0-5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8688" y="4421188"/>
            <a:ext cx="5095875" cy="41894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5254" tIns="48435" rIns="95254" bIns="48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8875" y="704850"/>
            <a:ext cx="4637088" cy="34766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6672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35038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401763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7007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7566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ChangeArrowheads="1"/>
          </p:cNvSpPr>
          <p:nvPr/>
        </p:nvSpPr>
        <p:spPr bwMode="auto">
          <a:xfrm>
            <a:off x="3940175" y="0"/>
            <a:ext cx="30146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4515" name="Rectangle 3"/>
          <p:cNvSpPr>
            <a:spLocks noChangeArrowheads="1"/>
          </p:cNvSpPr>
          <p:nvPr/>
        </p:nvSpPr>
        <p:spPr bwMode="auto">
          <a:xfrm>
            <a:off x="3940175" y="8843969"/>
            <a:ext cx="301466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494" tIns="0" rIns="19494" bIns="0" anchor="b"/>
          <a:lstStyle>
            <a:lvl1pPr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1</a:t>
            </a:r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auto">
          <a:xfrm>
            <a:off x="3" y="8843969"/>
            <a:ext cx="30130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4517" name="Rectangle 5"/>
          <p:cNvSpPr>
            <a:spLocks noChangeArrowheads="1"/>
          </p:cNvSpPr>
          <p:nvPr/>
        </p:nvSpPr>
        <p:spPr bwMode="auto">
          <a:xfrm>
            <a:off x="3" y="0"/>
            <a:ext cx="3013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451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6451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6160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6401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026"/>
          <p:cNvSpPr>
            <a:spLocks noChangeArrowheads="1"/>
          </p:cNvSpPr>
          <p:nvPr/>
        </p:nvSpPr>
        <p:spPr bwMode="auto">
          <a:xfrm>
            <a:off x="3940175" y="0"/>
            <a:ext cx="30146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7587" name="Rectangle 1027"/>
          <p:cNvSpPr>
            <a:spLocks noChangeArrowheads="1"/>
          </p:cNvSpPr>
          <p:nvPr/>
        </p:nvSpPr>
        <p:spPr bwMode="auto">
          <a:xfrm>
            <a:off x="3940175" y="8843969"/>
            <a:ext cx="301466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494" tIns="0" rIns="19494" bIns="0" anchor="b"/>
          <a:lstStyle>
            <a:lvl1pPr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2</a:t>
            </a:r>
          </a:p>
        </p:txBody>
      </p:sp>
      <p:sp>
        <p:nvSpPr>
          <p:cNvPr id="67588" name="Rectangle 1028"/>
          <p:cNvSpPr>
            <a:spLocks noChangeArrowheads="1"/>
          </p:cNvSpPr>
          <p:nvPr/>
        </p:nvSpPr>
        <p:spPr bwMode="auto">
          <a:xfrm>
            <a:off x="3" y="8843969"/>
            <a:ext cx="30130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7589" name="Rectangle 1029"/>
          <p:cNvSpPr>
            <a:spLocks noChangeArrowheads="1"/>
          </p:cNvSpPr>
          <p:nvPr/>
        </p:nvSpPr>
        <p:spPr bwMode="auto">
          <a:xfrm>
            <a:off x="3" y="0"/>
            <a:ext cx="3013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7590" name="Rectangle 1030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67591" name="Rectangle 1031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8570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3940175" y="0"/>
            <a:ext cx="30146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8611" name="Rectangle 3"/>
          <p:cNvSpPr>
            <a:spLocks noChangeArrowheads="1"/>
          </p:cNvSpPr>
          <p:nvPr/>
        </p:nvSpPr>
        <p:spPr bwMode="auto">
          <a:xfrm>
            <a:off x="3940175" y="8843969"/>
            <a:ext cx="301466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494" tIns="0" rIns="19494" bIns="0" anchor="b"/>
          <a:lstStyle>
            <a:lvl1pPr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2</a:t>
            </a:r>
          </a:p>
        </p:txBody>
      </p:sp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3" y="8843969"/>
            <a:ext cx="30130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8613" name="Rectangle 5"/>
          <p:cNvSpPr>
            <a:spLocks noChangeArrowheads="1"/>
          </p:cNvSpPr>
          <p:nvPr/>
        </p:nvSpPr>
        <p:spPr bwMode="auto">
          <a:xfrm>
            <a:off x="3" y="0"/>
            <a:ext cx="3013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6861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6861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540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5017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3940175" y="0"/>
            <a:ext cx="30146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0659" name="Rectangle 3"/>
          <p:cNvSpPr>
            <a:spLocks noChangeArrowheads="1"/>
          </p:cNvSpPr>
          <p:nvPr/>
        </p:nvSpPr>
        <p:spPr bwMode="auto">
          <a:xfrm>
            <a:off x="3940175" y="8843969"/>
            <a:ext cx="301466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494" tIns="0" rIns="19494" bIns="0" anchor="b"/>
          <a:lstStyle>
            <a:lvl1pPr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13</a:t>
            </a:r>
          </a:p>
        </p:txBody>
      </p:sp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3" y="8843969"/>
            <a:ext cx="30130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3" y="0"/>
            <a:ext cx="3013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06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7066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1008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40175" y="0"/>
            <a:ext cx="30146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40175" y="8843969"/>
            <a:ext cx="301466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494" tIns="0" rIns="19494" bIns="0" anchor="b"/>
          <a:lstStyle>
            <a:lvl1pPr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22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3" y="8843969"/>
            <a:ext cx="30130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3" y="0"/>
            <a:ext cx="3013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6831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ChangeArrowheads="1"/>
          </p:cNvSpPr>
          <p:nvPr/>
        </p:nvSpPr>
        <p:spPr bwMode="auto">
          <a:xfrm>
            <a:off x="3940175" y="0"/>
            <a:ext cx="30146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3940175" y="8843969"/>
            <a:ext cx="301466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494" tIns="0" rIns="19494" bIns="0" anchor="b"/>
          <a:lstStyle>
            <a:lvl1pPr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25</a:t>
            </a:r>
          </a:p>
        </p:txBody>
      </p:sp>
      <p:sp>
        <p:nvSpPr>
          <p:cNvPr id="73732" name="Rectangle 4"/>
          <p:cNvSpPr>
            <a:spLocks noChangeArrowheads="1"/>
          </p:cNvSpPr>
          <p:nvPr/>
        </p:nvSpPr>
        <p:spPr bwMode="auto">
          <a:xfrm>
            <a:off x="3" y="8843969"/>
            <a:ext cx="30130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3" y="0"/>
            <a:ext cx="3013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373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7373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893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59634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3940175" y="0"/>
            <a:ext cx="30146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779" name="Rectangle 3"/>
          <p:cNvSpPr>
            <a:spLocks noChangeArrowheads="1"/>
          </p:cNvSpPr>
          <p:nvPr/>
        </p:nvSpPr>
        <p:spPr bwMode="auto">
          <a:xfrm>
            <a:off x="3940175" y="8843969"/>
            <a:ext cx="301466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494" tIns="0" rIns="19494" bIns="0" anchor="b"/>
          <a:lstStyle>
            <a:lvl1pPr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27</a:t>
            </a:r>
          </a:p>
        </p:txBody>
      </p:sp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3" y="8843969"/>
            <a:ext cx="30130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781" name="Rectangle 5"/>
          <p:cNvSpPr>
            <a:spLocks noChangeArrowheads="1"/>
          </p:cNvSpPr>
          <p:nvPr/>
        </p:nvSpPr>
        <p:spPr bwMode="auto">
          <a:xfrm>
            <a:off x="3" y="0"/>
            <a:ext cx="3013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578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7578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38176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ChangeArrowheads="1"/>
          </p:cNvSpPr>
          <p:nvPr/>
        </p:nvSpPr>
        <p:spPr bwMode="auto">
          <a:xfrm>
            <a:off x="3940175" y="0"/>
            <a:ext cx="30146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6803" name="Rectangle 3"/>
          <p:cNvSpPr>
            <a:spLocks noChangeArrowheads="1"/>
          </p:cNvSpPr>
          <p:nvPr/>
        </p:nvSpPr>
        <p:spPr bwMode="auto">
          <a:xfrm>
            <a:off x="3940175" y="8843969"/>
            <a:ext cx="301466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494" tIns="0" rIns="19494" bIns="0" anchor="b"/>
          <a:lstStyle>
            <a:lvl1pPr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29</a:t>
            </a:r>
          </a:p>
        </p:txBody>
      </p:sp>
      <p:sp>
        <p:nvSpPr>
          <p:cNvPr id="76804" name="Rectangle 4"/>
          <p:cNvSpPr>
            <a:spLocks noChangeArrowheads="1"/>
          </p:cNvSpPr>
          <p:nvPr/>
        </p:nvSpPr>
        <p:spPr bwMode="auto">
          <a:xfrm>
            <a:off x="3" y="8843969"/>
            <a:ext cx="30130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6805" name="Rectangle 5"/>
          <p:cNvSpPr>
            <a:spLocks noChangeArrowheads="1"/>
          </p:cNvSpPr>
          <p:nvPr/>
        </p:nvSpPr>
        <p:spPr bwMode="auto">
          <a:xfrm>
            <a:off x="3" y="0"/>
            <a:ext cx="3013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680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7680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6830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3940175" y="0"/>
            <a:ext cx="30146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7827" name="Rectangle 3"/>
          <p:cNvSpPr>
            <a:spLocks noChangeArrowheads="1"/>
          </p:cNvSpPr>
          <p:nvPr/>
        </p:nvSpPr>
        <p:spPr bwMode="auto">
          <a:xfrm>
            <a:off x="3940175" y="8843969"/>
            <a:ext cx="301466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494" tIns="0" rIns="19494" bIns="0" anchor="b"/>
          <a:lstStyle>
            <a:lvl1pPr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31</a:t>
            </a:r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3" y="8843969"/>
            <a:ext cx="30130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3" y="0"/>
            <a:ext cx="3013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783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7783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4081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ChangeArrowheads="1"/>
          </p:cNvSpPr>
          <p:nvPr/>
        </p:nvSpPr>
        <p:spPr bwMode="auto">
          <a:xfrm>
            <a:off x="3940175" y="0"/>
            <a:ext cx="30146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8851" name="Rectangle 3"/>
          <p:cNvSpPr>
            <a:spLocks noChangeArrowheads="1"/>
          </p:cNvSpPr>
          <p:nvPr/>
        </p:nvSpPr>
        <p:spPr bwMode="auto">
          <a:xfrm>
            <a:off x="3940175" y="8843969"/>
            <a:ext cx="301466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494" tIns="0" rIns="19494" bIns="0" anchor="b"/>
          <a:lstStyle>
            <a:lvl1pPr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32</a:t>
            </a:r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3" y="8843969"/>
            <a:ext cx="30130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8853" name="Rectangle 5"/>
          <p:cNvSpPr>
            <a:spLocks noChangeArrowheads="1"/>
          </p:cNvSpPr>
          <p:nvPr/>
        </p:nvSpPr>
        <p:spPr bwMode="auto">
          <a:xfrm>
            <a:off x="3" y="0"/>
            <a:ext cx="3013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885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7885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76519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3940175" y="0"/>
            <a:ext cx="30146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9875" name="Rectangle 3"/>
          <p:cNvSpPr>
            <a:spLocks noChangeArrowheads="1"/>
          </p:cNvSpPr>
          <p:nvPr/>
        </p:nvSpPr>
        <p:spPr bwMode="auto">
          <a:xfrm>
            <a:off x="3940175" y="8843969"/>
            <a:ext cx="301466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494" tIns="0" rIns="19494" bIns="0" anchor="b"/>
          <a:lstStyle>
            <a:lvl1pPr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34</a:t>
            </a:r>
          </a:p>
        </p:txBody>
      </p:sp>
      <p:sp>
        <p:nvSpPr>
          <p:cNvPr id="79876" name="Rectangle 4"/>
          <p:cNvSpPr>
            <a:spLocks noChangeArrowheads="1"/>
          </p:cNvSpPr>
          <p:nvPr/>
        </p:nvSpPr>
        <p:spPr bwMode="auto">
          <a:xfrm>
            <a:off x="3" y="8843969"/>
            <a:ext cx="30130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9877" name="Rectangle 5"/>
          <p:cNvSpPr>
            <a:spLocks noChangeArrowheads="1"/>
          </p:cNvSpPr>
          <p:nvPr/>
        </p:nvSpPr>
        <p:spPr bwMode="auto">
          <a:xfrm>
            <a:off x="3" y="0"/>
            <a:ext cx="3013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7987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7987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20557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37454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3940175" y="0"/>
            <a:ext cx="30146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3940175" y="8843969"/>
            <a:ext cx="301466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494" tIns="0" rIns="19494" bIns="0" anchor="b"/>
          <a:lstStyle>
            <a:lvl1pPr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35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3" y="8843969"/>
            <a:ext cx="30130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3" y="0"/>
            <a:ext cx="3013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19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8192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64972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31313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25633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ChangeArrowheads="1"/>
          </p:cNvSpPr>
          <p:nvPr/>
        </p:nvSpPr>
        <p:spPr bwMode="auto">
          <a:xfrm>
            <a:off x="3940175" y="0"/>
            <a:ext cx="30146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8307" name="Rectangle 3"/>
          <p:cNvSpPr>
            <a:spLocks noChangeArrowheads="1"/>
          </p:cNvSpPr>
          <p:nvPr/>
        </p:nvSpPr>
        <p:spPr bwMode="auto">
          <a:xfrm>
            <a:off x="3940175" y="8843969"/>
            <a:ext cx="301466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494" tIns="0" rIns="19494" bIns="0" anchor="b"/>
          <a:lstStyle>
            <a:lvl1pPr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43</a:t>
            </a:r>
          </a:p>
        </p:txBody>
      </p:sp>
      <p:sp>
        <p:nvSpPr>
          <p:cNvPr id="98308" name="Rectangle 4"/>
          <p:cNvSpPr>
            <a:spLocks noChangeArrowheads="1"/>
          </p:cNvSpPr>
          <p:nvPr/>
        </p:nvSpPr>
        <p:spPr bwMode="auto">
          <a:xfrm>
            <a:off x="3" y="8843969"/>
            <a:ext cx="30130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8309" name="Rectangle 5"/>
          <p:cNvSpPr>
            <a:spLocks noChangeArrowheads="1"/>
          </p:cNvSpPr>
          <p:nvPr/>
        </p:nvSpPr>
        <p:spPr bwMode="auto">
          <a:xfrm>
            <a:off x="3" y="0"/>
            <a:ext cx="3013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83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9831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30654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ChangeArrowheads="1"/>
          </p:cNvSpPr>
          <p:nvPr/>
        </p:nvSpPr>
        <p:spPr bwMode="auto">
          <a:xfrm>
            <a:off x="3940175" y="0"/>
            <a:ext cx="30146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9331" name="Rectangle 3"/>
          <p:cNvSpPr>
            <a:spLocks noChangeArrowheads="1"/>
          </p:cNvSpPr>
          <p:nvPr/>
        </p:nvSpPr>
        <p:spPr bwMode="auto">
          <a:xfrm>
            <a:off x="3940175" y="8843969"/>
            <a:ext cx="301466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494" tIns="0" rIns="19494" bIns="0" anchor="b"/>
          <a:lstStyle>
            <a:lvl1pPr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43</a:t>
            </a:r>
          </a:p>
        </p:txBody>
      </p:sp>
      <p:sp>
        <p:nvSpPr>
          <p:cNvPr id="99332" name="Rectangle 4"/>
          <p:cNvSpPr>
            <a:spLocks noChangeArrowheads="1"/>
          </p:cNvSpPr>
          <p:nvPr/>
        </p:nvSpPr>
        <p:spPr bwMode="auto">
          <a:xfrm>
            <a:off x="3" y="8843969"/>
            <a:ext cx="30130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9333" name="Rectangle 5"/>
          <p:cNvSpPr>
            <a:spLocks noChangeArrowheads="1"/>
          </p:cNvSpPr>
          <p:nvPr/>
        </p:nvSpPr>
        <p:spPr bwMode="auto">
          <a:xfrm>
            <a:off x="3" y="0"/>
            <a:ext cx="3013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933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9933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83399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ChangeArrowheads="1"/>
          </p:cNvSpPr>
          <p:nvPr/>
        </p:nvSpPr>
        <p:spPr bwMode="auto">
          <a:xfrm>
            <a:off x="3940175" y="0"/>
            <a:ext cx="30146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9331" name="Rectangle 3"/>
          <p:cNvSpPr>
            <a:spLocks noChangeArrowheads="1"/>
          </p:cNvSpPr>
          <p:nvPr/>
        </p:nvSpPr>
        <p:spPr bwMode="auto">
          <a:xfrm>
            <a:off x="3940175" y="8843969"/>
            <a:ext cx="301466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494" tIns="0" rIns="19494" bIns="0" anchor="b"/>
          <a:lstStyle>
            <a:lvl1pPr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43</a:t>
            </a:r>
          </a:p>
        </p:txBody>
      </p:sp>
      <p:sp>
        <p:nvSpPr>
          <p:cNvPr id="99332" name="Rectangle 4"/>
          <p:cNvSpPr>
            <a:spLocks noChangeArrowheads="1"/>
          </p:cNvSpPr>
          <p:nvPr/>
        </p:nvSpPr>
        <p:spPr bwMode="auto">
          <a:xfrm>
            <a:off x="3" y="8843969"/>
            <a:ext cx="30130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9333" name="Rectangle 5"/>
          <p:cNvSpPr>
            <a:spLocks noChangeArrowheads="1"/>
          </p:cNvSpPr>
          <p:nvPr/>
        </p:nvSpPr>
        <p:spPr bwMode="auto">
          <a:xfrm>
            <a:off x="3" y="0"/>
            <a:ext cx="3013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9933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9933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00154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94066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41024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03988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ChangeArrowheads="1"/>
          </p:cNvSpPr>
          <p:nvPr/>
        </p:nvSpPr>
        <p:spPr bwMode="auto">
          <a:xfrm>
            <a:off x="3940175" y="0"/>
            <a:ext cx="30146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2403" name="Rectangle 3"/>
          <p:cNvSpPr>
            <a:spLocks noChangeArrowheads="1"/>
          </p:cNvSpPr>
          <p:nvPr/>
        </p:nvSpPr>
        <p:spPr bwMode="auto">
          <a:xfrm>
            <a:off x="3940175" y="8843969"/>
            <a:ext cx="301466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494" tIns="0" rIns="19494" bIns="0" anchor="b"/>
          <a:lstStyle>
            <a:lvl1pPr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46</a:t>
            </a:r>
          </a:p>
        </p:txBody>
      </p:sp>
      <p:sp>
        <p:nvSpPr>
          <p:cNvPr id="102404" name="Rectangle 4"/>
          <p:cNvSpPr>
            <a:spLocks noChangeArrowheads="1"/>
          </p:cNvSpPr>
          <p:nvPr/>
        </p:nvSpPr>
        <p:spPr bwMode="auto">
          <a:xfrm>
            <a:off x="3" y="8843969"/>
            <a:ext cx="30130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2405" name="Rectangle 5"/>
          <p:cNvSpPr>
            <a:spLocks noChangeArrowheads="1"/>
          </p:cNvSpPr>
          <p:nvPr/>
        </p:nvSpPr>
        <p:spPr bwMode="auto">
          <a:xfrm>
            <a:off x="3" y="0"/>
            <a:ext cx="3013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240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0240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80229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ChangeArrowheads="1"/>
          </p:cNvSpPr>
          <p:nvPr/>
        </p:nvSpPr>
        <p:spPr bwMode="auto">
          <a:xfrm>
            <a:off x="3940175" y="0"/>
            <a:ext cx="30146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3427" name="Rectangle 3"/>
          <p:cNvSpPr>
            <a:spLocks noChangeArrowheads="1"/>
          </p:cNvSpPr>
          <p:nvPr/>
        </p:nvSpPr>
        <p:spPr bwMode="auto">
          <a:xfrm>
            <a:off x="3940175" y="8843969"/>
            <a:ext cx="301466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494" tIns="0" rIns="19494" bIns="0" anchor="b"/>
          <a:lstStyle>
            <a:lvl1pPr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47</a:t>
            </a:r>
          </a:p>
        </p:txBody>
      </p:sp>
      <p:sp>
        <p:nvSpPr>
          <p:cNvPr id="103428" name="Rectangle 4"/>
          <p:cNvSpPr>
            <a:spLocks noChangeArrowheads="1"/>
          </p:cNvSpPr>
          <p:nvPr/>
        </p:nvSpPr>
        <p:spPr bwMode="auto">
          <a:xfrm>
            <a:off x="3" y="8843969"/>
            <a:ext cx="30130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3429" name="Rectangle 5"/>
          <p:cNvSpPr>
            <a:spLocks noChangeArrowheads="1"/>
          </p:cNvSpPr>
          <p:nvPr/>
        </p:nvSpPr>
        <p:spPr bwMode="auto">
          <a:xfrm>
            <a:off x="3" y="0"/>
            <a:ext cx="3013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343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0343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71500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ChangeArrowheads="1"/>
          </p:cNvSpPr>
          <p:nvPr/>
        </p:nvSpPr>
        <p:spPr bwMode="auto">
          <a:xfrm>
            <a:off x="3940175" y="0"/>
            <a:ext cx="30146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4451" name="Rectangle 3"/>
          <p:cNvSpPr>
            <a:spLocks noChangeArrowheads="1"/>
          </p:cNvSpPr>
          <p:nvPr/>
        </p:nvSpPr>
        <p:spPr bwMode="auto">
          <a:xfrm>
            <a:off x="3940175" y="8843969"/>
            <a:ext cx="301466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494" tIns="0" rIns="19494" bIns="0" anchor="b"/>
          <a:lstStyle>
            <a:lvl1pPr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48</a:t>
            </a:r>
          </a:p>
        </p:txBody>
      </p:sp>
      <p:sp>
        <p:nvSpPr>
          <p:cNvPr id="104452" name="Rectangle 4"/>
          <p:cNvSpPr>
            <a:spLocks noChangeArrowheads="1"/>
          </p:cNvSpPr>
          <p:nvPr/>
        </p:nvSpPr>
        <p:spPr bwMode="auto">
          <a:xfrm>
            <a:off x="3" y="8843969"/>
            <a:ext cx="30130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4453" name="Rectangle 5"/>
          <p:cNvSpPr>
            <a:spLocks noChangeArrowheads="1"/>
          </p:cNvSpPr>
          <p:nvPr/>
        </p:nvSpPr>
        <p:spPr bwMode="auto">
          <a:xfrm>
            <a:off x="3" y="0"/>
            <a:ext cx="3013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445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04455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40829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3940175" y="0"/>
            <a:ext cx="30146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5475" name="Rectangle 3"/>
          <p:cNvSpPr>
            <a:spLocks noChangeArrowheads="1"/>
          </p:cNvSpPr>
          <p:nvPr/>
        </p:nvSpPr>
        <p:spPr bwMode="auto">
          <a:xfrm>
            <a:off x="3940175" y="8843969"/>
            <a:ext cx="301466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494" tIns="0" rIns="19494" bIns="0" anchor="b"/>
          <a:lstStyle>
            <a:lvl1pPr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50</a:t>
            </a:r>
          </a:p>
        </p:txBody>
      </p:sp>
      <p:sp>
        <p:nvSpPr>
          <p:cNvPr id="105476" name="Rectangle 4"/>
          <p:cNvSpPr>
            <a:spLocks noChangeArrowheads="1"/>
          </p:cNvSpPr>
          <p:nvPr/>
        </p:nvSpPr>
        <p:spPr bwMode="auto">
          <a:xfrm>
            <a:off x="3" y="8843969"/>
            <a:ext cx="30130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5477" name="Rectangle 5"/>
          <p:cNvSpPr>
            <a:spLocks noChangeArrowheads="1"/>
          </p:cNvSpPr>
          <p:nvPr/>
        </p:nvSpPr>
        <p:spPr bwMode="auto">
          <a:xfrm>
            <a:off x="3" y="0"/>
            <a:ext cx="3013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547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05479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34552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ChangeArrowheads="1"/>
          </p:cNvSpPr>
          <p:nvPr/>
        </p:nvSpPr>
        <p:spPr bwMode="auto">
          <a:xfrm>
            <a:off x="3940175" y="0"/>
            <a:ext cx="30146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6499" name="Rectangle 3"/>
          <p:cNvSpPr>
            <a:spLocks noChangeArrowheads="1"/>
          </p:cNvSpPr>
          <p:nvPr/>
        </p:nvSpPr>
        <p:spPr bwMode="auto">
          <a:xfrm>
            <a:off x="3940175" y="8843969"/>
            <a:ext cx="301466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494" tIns="0" rIns="19494" bIns="0" anchor="b"/>
          <a:lstStyle>
            <a:lvl1pPr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52</a:t>
            </a:r>
          </a:p>
        </p:txBody>
      </p:sp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3" y="8843969"/>
            <a:ext cx="30130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6501" name="Rectangle 5"/>
          <p:cNvSpPr>
            <a:spLocks noChangeArrowheads="1"/>
          </p:cNvSpPr>
          <p:nvPr/>
        </p:nvSpPr>
        <p:spPr bwMode="auto">
          <a:xfrm>
            <a:off x="3" y="0"/>
            <a:ext cx="3013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650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06503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62782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ChangeArrowheads="1"/>
          </p:cNvSpPr>
          <p:nvPr/>
        </p:nvSpPr>
        <p:spPr bwMode="auto">
          <a:xfrm>
            <a:off x="3940175" y="0"/>
            <a:ext cx="30146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7523" name="Rectangle 3"/>
          <p:cNvSpPr>
            <a:spLocks noChangeArrowheads="1"/>
          </p:cNvSpPr>
          <p:nvPr/>
        </p:nvSpPr>
        <p:spPr bwMode="auto">
          <a:xfrm>
            <a:off x="3940175" y="8843969"/>
            <a:ext cx="3014663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494" tIns="0" rIns="19494" bIns="0" anchor="b"/>
          <a:lstStyle>
            <a:lvl1pPr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/>
              <a:t>53</a:t>
            </a:r>
          </a:p>
        </p:txBody>
      </p:sp>
      <p:sp>
        <p:nvSpPr>
          <p:cNvPr id="107524" name="Rectangle 4"/>
          <p:cNvSpPr>
            <a:spLocks noChangeArrowheads="1"/>
          </p:cNvSpPr>
          <p:nvPr/>
        </p:nvSpPr>
        <p:spPr bwMode="auto">
          <a:xfrm>
            <a:off x="3" y="8843969"/>
            <a:ext cx="30130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7525" name="Rectangle 5"/>
          <p:cNvSpPr>
            <a:spLocks noChangeArrowheads="1"/>
          </p:cNvSpPr>
          <p:nvPr/>
        </p:nvSpPr>
        <p:spPr bwMode="auto">
          <a:xfrm>
            <a:off x="3" y="0"/>
            <a:ext cx="3013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53" tIns="46026" rIns="92053" bIns="46026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75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0752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2409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14E9-4CF8-07FB-9587-8A8FC5412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31335"/>
            <a:ext cx="9144000" cy="1078628"/>
          </a:xfrm>
          <a:solidFill>
            <a:schemeClr val="tx1">
              <a:lumMod val="85000"/>
              <a:lumOff val="15000"/>
            </a:schemeClr>
          </a:solidFill>
        </p:spPr>
        <p:txBody>
          <a:bodyPr anchor="ctr"/>
          <a:lstStyle>
            <a:lvl1pPr algn="ctr">
              <a:defRPr sz="45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F6E03-983C-D44F-DA9D-1354DADB8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9144000" cy="436562"/>
          </a:xfrm>
          <a:solidFill>
            <a:srgbClr val="DCCCA3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A6BF2-B943-A54D-B9A8-CF71ACA0B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8B4A3-64D2-13EB-DE0B-BC80A02C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469EF-71B6-E831-47CC-0D7140430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B4D19F-489A-4E5E-A28E-C8AF833E0C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999885-8DB5-73C1-4C0B-00DC205D9C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766898-15F1-35E0-5CB0-1BC6BB5972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80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A0EE-229A-6333-06FD-DD9530C98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>
            <a:normAutofit/>
          </a:bodyPr>
          <a:lstStyle>
            <a:lvl1pPr>
              <a:defRPr sz="3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367E3-A85C-9D7A-BC7C-7BC6C9421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4"/>
            <a:ext cx="7886700" cy="4500559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C7FB8-4C99-DB2A-2E94-1AF399EA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6EB23-DCAF-18E5-B86B-7C57E842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DA49B-BAEF-4CF4-E95B-F92FCE03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F03BE6-C66C-A63D-AFD3-085571F6AB96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DBFC926-6392-BC3C-9958-2E95361AEF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835B65-3D1B-CF3F-DDBC-1870EEEFDE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3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B3E85-51D8-AE74-539A-FA2331AE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7BA40-A8B4-3390-F8D7-B3CC2E950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C3E0A-65D1-AA13-F404-FD6AD175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4D3F9-FE86-E7C6-4D32-4A2F870DF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145DE-0E4A-5D4B-42DD-7F9E1DCD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80A472-0AF4-42C7-A200-0A6A2E2BD3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89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A4B8-8EB9-ADA8-B992-4DE07200E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87E3C-A3CD-17E8-7754-25845549A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676405"/>
            <a:ext cx="3886200" cy="45005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330FB-37F6-5873-AC3B-AE844B790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676405"/>
            <a:ext cx="3886200" cy="45005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9E815-91F2-7FDF-4F5A-19B68DB7B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E1DE1-4D56-5B12-0049-ACF8B28B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AB26D-42A5-E718-7319-F0BEBED4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E42859-4ED0-468F-B18C-A6B9CED75A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996539-A9D9-998A-6B11-3374F65F2B00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2571B1B-E129-07C2-727C-293C45581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B83F84-A694-AA66-FEF8-DCCEB0D205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2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19E86-7648-BB49-1733-92B5F9F59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6EB00-6ABE-7A6D-4CA0-EAD4EFCFB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70D9E-CA37-C8C7-DC2B-731032F14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3050D-DE6B-E0A8-F0B8-0AE790475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E72F3-A6A2-AB09-729B-69278FFB8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0C7EF-7255-7C61-2C82-0145E38E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CB185-80EF-03E9-CBFC-F8963D7E4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5512AA-D14C-B443-8EE2-0CFC1CCE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682E86-14DC-4CD1-BEF2-22E95F737AC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12A899-0B6B-EBC2-D17E-8D64DB468093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2063627-6A15-220A-FB7F-17C240F5E8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2EE7F4-F3CE-1634-AAFD-DD10F58F34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16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A751-5504-0470-1970-6C57BFCF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60FB8-C4A4-11B8-B383-C8C15838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0EE03-C8A0-558C-2769-881F665E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A45A1-9999-C0F7-FBAB-F2DC906BD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9C1AAF-33A1-44EA-A195-86E2A66B03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9D71D0-9CA4-B490-73EC-2604A4054774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CD53B29-9219-878E-F04F-2EB2F2C272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CC1ED5-C7B5-DB15-758C-683F52F86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9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E5BEDA-B42B-CBDC-EE22-5361B0C51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6E627-021F-327B-3506-1F6E6D44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A4491-C6AE-6ABC-DB34-B3D228DE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10AC00-8FA5-4069-A69B-F415400246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E18CA-952C-2AF7-8B61-D26E46479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5A0004-4FC3-ADFC-3DF7-ADC43833C2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2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6255-62A2-B440-5027-CBA5C6D9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419D4-4F45-AAB6-ED8E-D5E20E487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E7CFE-962D-1B5D-987D-2F179E5D2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263E8-2C47-A0B5-D2CA-F293FE400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047C8-402A-1FE2-9A0C-D9BAF9FD6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F110B-4EA4-E74D-2355-7E656B0A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54B417-AD3D-4312-8126-F4C81687F5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FB06CA-1FD5-DC8E-B91A-90CEE0FECD0D}"/>
              </a:ext>
            </a:extLst>
          </p:cNvPr>
          <p:cNvCxnSpPr>
            <a:cxnSpLocks/>
          </p:cNvCxnSpPr>
          <p:nvPr userDrawn="1"/>
        </p:nvCxnSpPr>
        <p:spPr>
          <a:xfrm>
            <a:off x="628650" y="2042532"/>
            <a:ext cx="2950369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64443C2-962A-E917-338B-27A0591035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6BE6B0-2E3F-0A01-AD8B-505CC068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62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F43B4-B08B-27D2-D357-ABAF2BD54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42FAE3-8C66-0FA9-27B7-4BDA89A45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5D049-A6C0-8217-A2C4-2F96F4280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99A43-8B92-6F1B-7BF8-2C8CA5FE2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EAB75-81DA-0B91-382E-2C1FA1B8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12E8B-5EDD-3F3F-6975-09C820BF2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4BF9C9-EAF8-49DE-BC51-5E7E543F47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FB33BF-3560-E1B7-2D0E-C2AFD1DF1FCD}"/>
              </a:ext>
            </a:extLst>
          </p:cNvPr>
          <p:cNvCxnSpPr>
            <a:cxnSpLocks/>
          </p:cNvCxnSpPr>
          <p:nvPr userDrawn="1"/>
        </p:nvCxnSpPr>
        <p:spPr>
          <a:xfrm>
            <a:off x="589000" y="2057400"/>
            <a:ext cx="2990019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562D918-D1F2-7B26-F11C-961FE6DD95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58B8FB-180A-1947-53B2-583230C32F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02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3BC81-929E-25E6-EFE7-8F664864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03A99-6E17-1F15-5212-8E311907D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823B4-B2A6-761F-A4DF-461C0216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76C6F-D82C-3651-380C-5B57641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0EADA-5F48-42B8-5105-BC7C3E8C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0D4170-A35D-4B92-878B-2D63BE5474F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47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ADB19E-376C-BB5F-09DF-15E63C68C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80A13-5547-E36A-1691-36291608A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4A03D-2F3D-BF64-7868-03B01B6B3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839FA-DCDB-A07F-86DC-1648446F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9D4C4-D028-25AB-7AE6-AF71C358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F767CC-98F8-4699-B32C-1545759A837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65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55009-70F6-345A-132A-58DF295E9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63C62-7BC6-EEDF-9BEC-4B0D3A92A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56E4D-6B68-39D6-7EE4-9FCCA8192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FCE08-42CA-FCFC-ACF9-65D65B7ED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E486-CEE8-489E-5A48-89157A2E8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9B0167D-6490-4BBB-BA2A-81BDB0B85D3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829447-14B4-5F88-BA07-CEF391FEC2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89" r="84626" b="20897"/>
          <a:stretch/>
        </p:blipFill>
        <p:spPr>
          <a:xfrm>
            <a:off x="-108639" y="6255244"/>
            <a:ext cx="625474" cy="58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6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3" r:id="rId1"/>
    <p:sldLayoutId id="2147484284" r:id="rId2"/>
    <p:sldLayoutId id="2147484285" r:id="rId3"/>
    <p:sldLayoutId id="2147484286" r:id="rId4"/>
    <p:sldLayoutId id="2147484287" r:id="rId5"/>
    <p:sldLayoutId id="2147484288" r:id="rId6"/>
    <p:sldLayoutId id="2147484289" r:id="rId7"/>
    <p:sldLayoutId id="2147484290" r:id="rId8"/>
    <p:sldLayoutId id="2147484291" r:id="rId9"/>
    <p:sldLayoutId id="2147484292" r:id="rId10"/>
    <p:sldLayoutId id="214748429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9.png"/><Relationship Id="rId4" Type="http://schemas.openxmlformats.org/officeDocument/2006/relationships/customXml" Target="../ink/ink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5" Type="http://schemas.openxmlformats.org/officeDocument/2006/relationships/image" Target="../media/image13.png"/><Relationship Id="rId4" Type="http://schemas.openxmlformats.org/officeDocument/2006/relationships/customXml" Target="../ink/ink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e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13" Type="http://schemas.openxmlformats.org/officeDocument/2006/relationships/image" Target="../media/image28.png"/><Relationship Id="rId18" Type="http://schemas.openxmlformats.org/officeDocument/2006/relationships/customXml" Target="../ink/ink19.xml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12" Type="http://schemas.openxmlformats.org/officeDocument/2006/relationships/customXml" Target="../ink/ink16.xml"/><Relationship Id="rId17" Type="http://schemas.openxmlformats.org/officeDocument/2006/relationships/image" Target="../media/image30.png"/><Relationship Id="rId2" Type="http://schemas.openxmlformats.org/officeDocument/2006/relationships/customXml" Target="../ink/ink11.xml"/><Relationship Id="rId16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11" Type="http://schemas.openxmlformats.org/officeDocument/2006/relationships/image" Target="../media/image27.png"/><Relationship Id="rId5" Type="http://schemas.openxmlformats.org/officeDocument/2006/relationships/image" Target="../media/image24.png"/><Relationship Id="rId15" Type="http://schemas.openxmlformats.org/officeDocument/2006/relationships/image" Target="../media/image29.png"/><Relationship Id="rId10" Type="http://schemas.openxmlformats.org/officeDocument/2006/relationships/customXml" Target="../ink/ink15.xml"/><Relationship Id="rId19" Type="http://schemas.openxmlformats.org/officeDocument/2006/relationships/image" Target="../media/image31.png"/><Relationship Id="rId4" Type="http://schemas.openxmlformats.org/officeDocument/2006/relationships/customXml" Target="../ink/ink12.xml"/><Relationship Id="rId9" Type="http://schemas.openxmlformats.org/officeDocument/2006/relationships/image" Target="../media/image26.png"/><Relationship Id="rId14" Type="http://schemas.openxmlformats.org/officeDocument/2006/relationships/customXml" Target="../ink/ink1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8876418-B5C4-4901-915E-FC857BF6063E}" type="slidenum">
              <a:rPr lang="en-US" altLang="en-US">
                <a:solidFill>
                  <a:schemeClr val="bg2"/>
                </a:solidFill>
              </a:rPr>
              <a:pPr eaLnBrk="1" hangingPunct="1"/>
              <a:t>1</a:t>
            </a:fld>
            <a:endParaRPr lang="en-US" altLang="en-US">
              <a:solidFill>
                <a:schemeClr val="bg2"/>
              </a:solidFill>
            </a:endParaRPr>
          </a:p>
        </p:txBody>
      </p:sp>
      <p:sp>
        <p:nvSpPr>
          <p:cNvPr id="3075" name="Rectangle 8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6</a:t>
            </a:r>
          </a:p>
        </p:txBody>
      </p:sp>
      <p:sp>
        <p:nvSpPr>
          <p:cNvPr id="3076" name="Rectangle 9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Risk, Return, &amp; Capital Asset Pricing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1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Topics in Chapter</a:t>
            </a:r>
          </a:p>
        </p:txBody>
      </p:sp>
      <p:sp>
        <p:nvSpPr>
          <p:cNvPr id="4100" name="Rectangle 413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Basic return concepts</a:t>
            </a:r>
          </a:p>
          <a:p>
            <a:r>
              <a:rPr lang="en-US" altLang="en-US" dirty="0"/>
              <a:t>Basic risk concepts</a:t>
            </a:r>
          </a:p>
          <a:p>
            <a:r>
              <a:rPr lang="en-US" altLang="en-US" dirty="0"/>
              <a:t>Stand-alone risk</a:t>
            </a:r>
          </a:p>
          <a:p>
            <a:r>
              <a:rPr lang="en-US" altLang="en-US" dirty="0"/>
              <a:t>Portfolio (market) risk</a:t>
            </a:r>
          </a:p>
          <a:p>
            <a:r>
              <a:rPr lang="en-US" altLang="en-US" dirty="0"/>
              <a:t>Risk &amp; return: CAPM/SML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1AC8E23-73AB-4D03-A738-3805C19D2268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&gt; Risk, &gt; Return, (both + &amp; -)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3200" u="sng" dirty="0"/>
              <a:t>Stand – Alone Risk</a:t>
            </a:r>
            <a:r>
              <a:rPr lang="en-US" altLang="en-US" dirty="0"/>
              <a:t>	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4286250" cy="823912"/>
          </a:xfrm>
        </p:spPr>
        <p:txBody>
          <a:bodyPr>
            <a:noAutofit/>
          </a:bodyPr>
          <a:lstStyle/>
          <a:p>
            <a:r>
              <a:rPr lang="en-US" altLang="en-US" sz="3200" u="sng" dirty="0"/>
              <a:t>Risk in Portfolio Context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200" dirty="0"/>
              <a:t>a. </a:t>
            </a:r>
            <a:r>
              <a:rPr lang="en-US" altLang="en-US" sz="2200" dirty="0"/>
              <a:t>Diversifiable </a:t>
            </a:r>
          </a:p>
          <a:p>
            <a:pPr>
              <a:defRPr/>
            </a:pPr>
            <a:r>
              <a:rPr lang="en-US" sz="2200" dirty="0"/>
              <a:t>b. Market Risk</a:t>
            </a:r>
          </a:p>
          <a:p>
            <a:pPr lvl="1">
              <a:defRPr/>
            </a:pPr>
            <a:r>
              <a:rPr lang="en-US" sz="2200" dirty="0"/>
              <a:t>Quantified by Beta &amp; used in</a:t>
            </a:r>
          </a:p>
          <a:p>
            <a:pPr lvl="2">
              <a:defRPr/>
            </a:pPr>
            <a:r>
              <a:rPr lang="en-US" dirty="0"/>
              <a:t>CAPM: Capital Asset Pricing Model</a:t>
            </a:r>
          </a:p>
          <a:p>
            <a:pPr lvl="3">
              <a:defRPr/>
            </a:pPr>
            <a:r>
              <a:rPr lang="en-US" dirty="0"/>
              <a:t>Relationship b/w market risk &amp; required return as depicted in SML</a:t>
            </a:r>
          </a:p>
          <a:p>
            <a:pPr>
              <a:defRPr/>
            </a:pPr>
            <a:r>
              <a:rPr lang="en-US" sz="2200" dirty="0" err="1"/>
              <a:t>Req’d</a:t>
            </a:r>
            <a:r>
              <a:rPr lang="en-US" sz="2200" dirty="0"/>
              <a:t> return =</a:t>
            </a:r>
          </a:p>
          <a:p>
            <a:pPr lvl="1">
              <a:defRPr/>
            </a:pPr>
            <a:r>
              <a:rPr lang="en-US" sz="1600" dirty="0"/>
              <a:t>Risk-free return + </a:t>
            </a:r>
            <a:r>
              <a:rPr lang="en-US" sz="1600" dirty="0" err="1"/>
              <a:t>Mrkt</a:t>
            </a:r>
            <a:r>
              <a:rPr lang="en-US" sz="1600" dirty="0"/>
              <a:t> risk </a:t>
            </a:r>
            <a:r>
              <a:rPr lang="en-US" sz="1600" dirty="0" err="1"/>
              <a:t>Prem</a:t>
            </a:r>
            <a:r>
              <a:rPr lang="en-US" sz="1600" dirty="0"/>
              <a:t>(Beta)</a:t>
            </a:r>
          </a:p>
          <a:p>
            <a:pPr lvl="1">
              <a:defRPr/>
            </a:pPr>
            <a:r>
              <a:rPr lang="en-US" sz="1600" dirty="0"/>
              <a:t>SML:  </a:t>
            </a:r>
            <a:r>
              <a:rPr lang="en-US" sz="1600" dirty="0" err="1"/>
              <a:t>r</a:t>
            </a:r>
            <a:r>
              <a:rPr lang="en-US" sz="1600" baseline="-25000" dirty="0" err="1"/>
              <a:t>i</a:t>
            </a:r>
            <a:r>
              <a:rPr lang="en-US" sz="1600" dirty="0"/>
              <a:t> = </a:t>
            </a:r>
            <a:r>
              <a:rPr lang="en-US" sz="1600" dirty="0" err="1"/>
              <a:t>r</a:t>
            </a:r>
            <a:r>
              <a:rPr lang="en-US" sz="1600" baseline="-25000" dirty="0" err="1"/>
              <a:t>RF</a:t>
            </a:r>
            <a:r>
              <a:rPr lang="en-US" sz="1600" dirty="0"/>
              <a:t> + (R</a:t>
            </a:r>
            <a:r>
              <a:rPr lang="en-US" sz="1600" baseline="-25000" dirty="0"/>
              <a:t>M</a:t>
            </a:r>
            <a:r>
              <a:rPr lang="en-US" sz="1600" dirty="0"/>
              <a:t> - </a:t>
            </a:r>
            <a:r>
              <a:rPr lang="en-US" sz="1600" dirty="0" err="1"/>
              <a:t>r</a:t>
            </a:r>
            <a:r>
              <a:rPr lang="en-US" sz="1600" baseline="-25000" dirty="0" err="1"/>
              <a:t>RF</a:t>
            </a:r>
            <a:r>
              <a:rPr lang="en-US" sz="1600" baseline="-25000" dirty="0"/>
              <a:t> </a:t>
            </a:r>
            <a:r>
              <a:rPr lang="en-US" sz="1600" dirty="0"/>
              <a:t>)b</a:t>
            </a:r>
            <a:r>
              <a:rPr lang="en-US" sz="1600" baseline="-25000" dirty="0"/>
              <a:t>i</a:t>
            </a:r>
            <a:endParaRPr lang="en-US" sz="1600" dirty="0"/>
          </a:p>
          <a:p>
            <a:pPr>
              <a:defRPr/>
            </a:pPr>
            <a:endParaRPr lang="en-US" dirty="0"/>
          </a:p>
          <a:p>
            <a:pPr lvl="3">
              <a:defRPr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7BBB96-76F4-6B89-606C-8BB53BFF5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682E86-14DC-4CD1-BEF2-22E95F737AC1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6" grpId="1" build="p"/>
      <p:bldP spid="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are investment returns?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76404"/>
            <a:ext cx="8763000" cy="4500559"/>
          </a:xfrm>
        </p:spPr>
        <p:txBody>
          <a:bodyPr/>
          <a:lstStyle/>
          <a:p>
            <a:r>
              <a:rPr lang="en-US" altLang="en-US" dirty="0"/>
              <a:t>Investment returns: 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Returns may be either:	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Returns can be expressed in: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F29E6F9-6BCC-43FF-8827-92C00B2CECFC}" type="slidenum">
              <a:rPr lang="en-US" altLang="en-US"/>
              <a:pPr/>
              <a:t>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1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Investment costs $1,000 &amp; </a:t>
            </a:r>
            <a:br>
              <a:rPr lang="en-US" altLang="en-US" dirty="0"/>
            </a:br>
            <a:r>
              <a:rPr lang="en-US" altLang="en-US" dirty="0"/>
              <a:t>sold after 1 year for $1,100.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0994824-1325-477C-9B46-80E6B947DA56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8196" name="Rectangle 6"/>
          <p:cNvSpPr>
            <a:spLocks noChangeArrowheads="1"/>
          </p:cNvSpPr>
          <p:nvPr/>
        </p:nvSpPr>
        <p:spPr bwMode="auto">
          <a:xfrm>
            <a:off x="979808" y="16668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197" name="Rectangle 7"/>
          <p:cNvSpPr>
            <a:spLocks noChangeArrowheads="1"/>
          </p:cNvSpPr>
          <p:nvPr/>
        </p:nvSpPr>
        <p:spPr bwMode="auto">
          <a:xfrm>
            <a:off x="1179833" y="2362200"/>
            <a:ext cx="6718300" cy="350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198" name="Rectangle 8"/>
          <p:cNvSpPr>
            <a:spLocks noChangeArrowheads="1"/>
          </p:cNvSpPr>
          <p:nvPr/>
        </p:nvSpPr>
        <p:spPr bwMode="auto">
          <a:xfrm>
            <a:off x="600396" y="2089150"/>
            <a:ext cx="3900487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en-US" dirty="0"/>
              <a:t>Dollar return:</a:t>
            </a:r>
          </a:p>
        </p:txBody>
      </p:sp>
      <p:sp>
        <p:nvSpPr>
          <p:cNvPr id="11271" name="Rectangle 9"/>
          <p:cNvSpPr>
            <a:spLocks noChangeArrowheads="1"/>
          </p:cNvSpPr>
          <p:nvPr/>
        </p:nvSpPr>
        <p:spPr bwMode="auto">
          <a:xfrm>
            <a:off x="600396" y="4070350"/>
            <a:ext cx="6110287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en-US" altLang="en-US"/>
              <a:t>Percentage return:</a:t>
            </a:r>
          </a:p>
        </p:txBody>
      </p:sp>
      <p:sp>
        <p:nvSpPr>
          <p:cNvPr id="11272" name="Rectangle 10"/>
          <p:cNvSpPr>
            <a:spLocks noChangeArrowheads="1"/>
          </p:cNvSpPr>
          <p:nvPr/>
        </p:nvSpPr>
        <p:spPr bwMode="auto">
          <a:xfrm>
            <a:off x="1470346" y="2733675"/>
            <a:ext cx="7151687" cy="107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$ Received  -  $ Invested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$		   -  $ 		= $</a:t>
            </a:r>
          </a:p>
        </p:txBody>
      </p:sp>
      <p:sp>
        <p:nvSpPr>
          <p:cNvPr id="11273" name="Rectangle 11"/>
          <p:cNvSpPr>
            <a:spLocks noChangeArrowheads="1"/>
          </p:cNvSpPr>
          <p:nvPr/>
        </p:nvSpPr>
        <p:spPr bwMode="auto">
          <a:xfrm>
            <a:off x="1483046" y="4581525"/>
            <a:ext cx="7151687" cy="107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$ Return/$ Invested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            /		       = 0.10 = 10%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What is investment risk?</a:t>
            </a:r>
          </a:p>
        </p:txBody>
      </p:sp>
      <p:sp>
        <p:nvSpPr>
          <p:cNvPr id="12292" name="Rectangle 11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Typically, investment returns are not known with certainty.</a:t>
            </a:r>
          </a:p>
          <a:p>
            <a:endParaRPr lang="en-US" altLang="en-US" dirty="0"/>
          </a:p>
          <a:p>
            <a:r>
              <a:rPr lang="en-US" altLang="en-US" dirty="0"/>
              <a:t>Investment risk pertains to probability of earning a return less than expected.</a:t>
            </a:r>
          </a:p>
          <a:p>
            <a:endParaRPr lang="en-US" altLang="en-US" dirty="0"/>
          </a:p>
          <a:p>
            <a:r>
              <a:rPr lang="en-US" altLang="en-US" dirty="0"/>
              <a:t>Greater chance of a return far below expected return, greater risk.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859403E-BA82-45AA-A244-EC9A93D5B28A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9221" name="Rectangle 6"/>
          <p:cNvSpPr>
            <a:spLocks noChangeArrowheads="1"/>
          </p:cNvSpPr>
          <p:nvPr/>
        </p:nvSpPr>
        <p:spPr bwMode="auto">
          <a:xfrm>
            <a:off x="1203325" y="22701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Risk &amp; Return</a:t>
            </a:r>
          </a:p>
        </p:txBody>
      </p:sp>
      <p:sp>
        <p:nvSpPr>
          <p:cNvPr id="10243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      </a:t>
            </a:r>
            <a:r>
              <a:rPr lang="en-US" altLang="en-US" sz="2400" dirty="0"/>
              <a:t>Student Sue</a:t>
            </a:r>
          </a:p>
        </p:txBody>
      </p:sp>
      <p:sp>
        <p:nvSpPr>
          <p:cNvPr id="10245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en-US" dirty="0"/>
              <a:t>           </a:t>
            </a:r>
            <a:r>
              <a:rPr lang="en-US" altLang="en-US" sz="2400" dirty="0"/>
              <a:t>Student  Bob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0247" name="TextBox 9"/>
          <p:cNvSpPr txBox="1">
            <a:spLocks noChangeArrowheads="1"/>
          </p:cNvSpPr>
          <p:nvPr/>
        </p:nvSpPr>
        <p:spPr bwMode="auto">
          <a:xfrm>
            <a:off x="374650" y="3200400"/>
            <a:ext cx="9429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u="sng" dirty="0"/>
              <a:t>Exam 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  80%</a:t>
            </a:r>
          </a:p>
        </p:txBody>
      </p:sp>
      <p:sp>
        <p:nvSpPr>
          <p:cNvPr id="10248" name="TextBox 11"/>
          <p:cNvSpPr txBox="1">
            <a:spLocks noChangeArrowheads="1"/>
          </p:cNvSpPr>
          <p:nvPr/>
        </p:nvSpPr>
        <p:spPr bwMode="auto">
          <a:xfrm>
            <a:off x="374650" y="4191000"/>
            <a:ext cx="9429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u="sng" dirty="0"/>
              <a:t>Exam 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  </a:t>
            </a:r>
          </a:p>
        </p:txBody>
      </p:sp>
      <p:sp>
        <p:nvSpPr>
          <p:cNvPr id="10249" name="TextBox 12"/>
          <p:cNvSpPr txBox="1">
            <a:spLocks noChangeArrowheads="1"/>
          </p:cNvSpPr>
          <p:nvPr/>
        </p:nvSpPr>
        <p:spPr bwMode="auto">
          <a:xfrm>
            <a:off x="2057400" y="3276600"/>
            <a:ext cx="12160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X   </a:t>
            </a:r>
            <a:r>
              <a:rPr lang="en-US" altLang="en-US" sz="1800" u="sng"/>
              <a:t>weight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X     50%</a:t>
            </a:r>
          </a:p>
        </p:txBody>
      </p:sp>
      <p:sp>
        <p:nvSpPr>
          <p:cNvPr id="10250" name="TextBox 13"/>
          <p:cNvSpPr txBox="1">
            <a:spLocks noChangeArrowheads="1"/>
          </p:cNvSpPr>
          <p:nvPr/>
        </p:nvSpPr>
        <p:spPr bwMode="auto">
          <a:xfrm>
            <a:off x="2257425" y="4191000"/>
            <a:ext cx="1101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X    </a:t>
            </a:r>
            <a:r>
              <a:rPr lang="en-US" altLang="en-US" sz="1800" u="sng" dirty="0"/>
              <a:t>wt.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X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u="sng" dirty="0"/>
              <a:t>-----------</a:t>
            </a:r>
          </a:p>
        </p:txBody>
      </p:sp>
      <p:sp>
        <p:nvSpPr>
          <p:cNvPr id="10251" name="TextBox 14"/>
          <p:cNvSpPr txBox="1">
            <a:spLocks noChangeArrowheads="1"/>
          </p:cNvSpPr>
          <p:nvPr/>
        </p:nvSpPr>
        <p:spPr bwMode="auto">
          <a:xfrm>
            <a:off x="1066800" y="5114925"/>
            <a:ext cx="15528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Final grade =</a:t>
            </a:r>
          </a:p>
        </p:txBody>
      </p:sp>
      <p:sp>
        <p:nvSpPr>
          <p:cNvPr id="10252" name="TextBox 1"/>
          <p:cNvSpPr txBox="1">
            <a:spLocks noChangeArrowheads="1"/>
          </p:cNvSpPr>
          <p:nvPr/>
        </p:nvSpPr>
        <p:spPr bwMode="auto">
          <a:xfrm>
            <a:off x="4953000" y="3287713"/>
            <a:ext cx="289083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u="sng"/>
              <a:t>Exam 1</a:t>
            </a:r>
            <a:r>
              <a:rPr lang="en-US" altLang="en-US" sz="1800"/>
              <a:t>         x       </a:t>
            </a:r>
            <a:r>
              <a:rPr lang="en-US" altLang="en-US" sz="1800" u="sng"/>
              <a:t>weight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 50%           x          .50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7600" y="4163020"/>
            <a:ext cx="28908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u="sng" dirty="0"/>
              <a:t>Exam 2</a:t>
            </a:r>
            <a:r>
              <a:rPr lang="en-US" dirty="0"/>
              <a:t>              x         </a:t>
            </a:r>
            <a:r>
              <a:rPr lang="en-US" u="sng" dirty="0" err="1"/>
              <a:t>wt</a:t>
            </a:r>
            <a:r>
              <a:rPr lang="en-US" dirty="0"/>
              <a:t>  </a:t>
            </a:r>
          </a:p>
          <a:p>
            <a:pPr>
              <a:defRPr/>
            </a:pPr>
            <a:r>
              <a:rPr lang="en-US" dirty="0"/>
              <a:t>                           x         </a:t>
            </a:r>
            <a:endParaRPr lang="en-US" u="dbl" dirty="0"/>
          </a:p>
          <a:p>
            <a:pPr>
              <a:defRPr/>
            </a:pPr>
            <a:r>
              <a:rPr lang="en-US" dirty="0"/>
              <a:t>                                  -------</a:t>
            </a:r>
          </a:p>
        </p:txBody>
      </p:sp>
      <p:sp>
        <p:nvSpPr>
          <p:cNvPr id="10254" name="TextBox 8"/>
          <p:cNvSpPr txBox="1">
            <a:spLocks noChangeArrowheads="1"/>
          </p:cNvSpPr>
          <p:nvPr/>
        </p:nvSpPr>
        <p:spPr bwMode="auto">
          <a:xfrm>
            <a:off x="5029201" y="5253038"/>
            <a:ext cx="16001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Final grade =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B80138-47F8-A9B4-6098-A056F52C1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682E86-14DC-4CD1-BEF2-22E95F737AC1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988D3E2-DF00-42AC-8993-776B7A9AFFA7}" type="slidenum">
              <a:rPr lang="en-US" altLang="en-US"/>
              <a:pPr eaLnBrk="1" hangingPunct="1"/>
              <a:t>8</a:t>
            </a:fld>
            <a:endParaRPr lang="en-US" altLang="en-US"/>
          </a:p>
        </p:txBody>
      </p:sp>
      <p:sp>
        <p:nvSpPr>
          <p:cNvPr id="11267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Probability Distribution: </a:t>
            </a:r>
            <a:br>
              <a:rPr lang="en-US" altLang="en-US" dirty="0"/>
            </a:br>
            <a:r>
              <a:rPr lang="en-US" altLang="en-US" dirty="0"/>
              <a:t>Which stock is riskier?  Why?</a:t>
            </a:r>
          </a:p>
        </p:txBody>
      </p:sp>
      <p:graphicFrame>
        <p:nvGraphicFramePr>
          <p:cNvPr id="11268" name="Object 5"/>
          <p:cNvGraphicFramePr>
            <a:graphicFrameLocks noGrp="1" noChangeAspect="1"/>
          </p:cNvGraphicFramePr>
          <p:nvPr>
            <p:ph type="chart" idx="4294967295"/>
            <p:extLst>
              <p:ext uri="{D42A27DB-BD31-4B8C-83A1-F6EECF244321}">
                <p14:modId xmlns:p14="http://schemas.microsoft.com/office/powerpoint/2010/main" val="3015905202"/>
              </p:ext>
            </p:extLst>
          </p:nvPr>
        </p:nvGraphicFramePr>
        <p:xfrm>
          <a:off x="1371600" y="1981200"/>
          <a:ext cx="77724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7772400" imgH="4114800" progId="MSGraph.Chart.8">
                  <p:embed followColorScheme="full"/>
                </p:oleObj>
              </mc:Choice>
              <mc:Fallback>
                <p:oleObj name="Chart" r:id="rId3" imgW="7772400" imgH="4114800" progId="MSGraph.Chart.8">
                  <p:embed followColorScheme="full"/>
                  <p:pic>
                    <p:nvPicPr>
                      <p:cNvPr id="1126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981200"/>
                        <a:ext cx="77724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 err="1"/>
              <a:t>WedTech</a:t>
            </a:r>
            <a:r>
              <a:rPr lang="en-US" altLang="en-US" dirty="0"/>
              <a:t> 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Normal 40%     	Return 20%  = .08</a:t>
            </a:r>
          </a:p>
          <a:p>
            <a:r>
              <a:rPr lang="en-US" altLang="en-US" dirty="0"/>
              <a:t>Bad      30%     	Return  5%   =  .015</a:t>
            </a:r>
          </a:p>
          <a:p>
            <a:r>
              <a:rPr lang="en-US" altLang="en-US" dirty="0"/>
              <a:t>Good    30%     	Return 35%  = </a:t>
            </a:r>
            <a:r>
              <a:rPr lang="en-US" altLang="en-US" u="sng" dirty="0"/>
              <a:t>.105</a:t>
            </a:r>
          </a:p>
          <a:p>
            <a:pPr marL="0" indent="0">
              <a:buNone/>
            </a:pPr>
            <a:r>
              <a:rPr lang="en-US" altLang="en-US" dirty="0"/>
              <a:t>         </a:t>
            </a:r>
            <a:r>
              <a:rPr lang="en-US" altLang="en-US" sz="3600" dirty="0"/>
              <a:t>=Expected </a:t>
            </a:r>
            <a:r>
              <a:rPr lang="en-US" altLang="en-US" sz="3600" dirty="0" err="1"/>
              <a:t>ave</a:t>
            </a:r>
            <a:r>
              <a:rPr lang="en-US" altLang="en-US" sz="3600" dirty="0"/>
              <a:t> return = 20%</a:t>
            </a:r>
          </a:p>
          <a:p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7B41A8-1856-E230-1A7C-479660FA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 err="1"/>
              <a:t>WedTech</a:t>
            </a:r>
            <a:r>
              <a:rPr lang="en-US" altLang="en-US" dirty="0"/>
              <a:t> 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3999"/>
            <a:ext cx="8686800" cy="4968873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Standard Deviation: Measure of stand-alone risk</a:t>
            </a:r>
          </a:p>
          <a:p>
            <a:r>
              <a:rPr lang="en-US" altLang="en-US" sz="3000" u="sng" dirty="0"/>
              <a:t>(Ret.-Exp Ret) </a:t>
            </a:r>
            <a:r>
              <a:rPr lang="en-US" altLang="en-US" sz="3000" dirty="0"/>
              <a:t>=   </a:t>
            </a:r>
            <a:r>
              <a:rPr lang="en-US" altLang="en-US" sz="3000" u="sng" dirty="0"/>
              <a:t>Diff</a:t>
            </a:r>
            <a:r>
              <a:rPr lang="en-US" altLang="en-US" sz="3000" u="sng" baseline="30000" dirty="0"/>
              <a:t>2</a:t>
            </a:r>
            <a:r>
              <a:rPr lang="en-US" altLang="en-US" sz="3000" dirty="0"/>
              <a:t>   x  </a:t>
            </a:r>
            <a:r>
              <a:rPr lang="en-US" altLang="en-US" sz="3000" u="sng" dirty="0"/>
              <a:t>Prob</a:t>
            </a:r>
            <a:r>
              <a:rPr lang="en-US" altLang="en-US" sz="3000" dirty="0"/>
              <a:t> =</a:t>
            </a:r>
          </a:p>
          <a:p>
            <a:r>
              <a:rPr lang="en-US" altLang="en-US" dirty="0"/>
              <a:t>   </a:t>
            </a:r>
            <a:r>
              <a:rPr lang="en-US" altLang="en-US" sz="3400" dirty="0"/>
              <a:t>(.20 - .20)  =    0</a:t>
            </a:r>
            <a:r>
              <a:rPr lang="en-US" altLang="en-US" sz="3400" baseline="24000" dirty="0"/>
              <a:t>2</a:t>
            </a:r>
            <a:r>
              <a:rPr lang="en-US" altLang="en-US" sz="3400" dirty="0"/>
              <a:t>     x  .40  =  0	</a:t>
            </a:r>
          </a:p>
          <a:p>
            <a:r>
              <a:rPr lang="en-US" altLang="en-US" sz="3400" dirty="0"/>
              <a:t>   (.05 - .20)  = </a:t>
            </a:r>
            <a:r>
              <a:rPr lang="en-US" altLang="en-US" sz="3300" dirty="0"/>
              <a:t>&lt;</a:t>
            </a:r>
            <a:r>
              <a:rPr lang="en-US" altLang="en-US" sz="3400" dirty="0"/>
              <a:t>.15</a:t>
            </a:r>
            <a:r>
              <a:rPr lang="en-US" altLang="en-US" sz="3300" dirty="0"/>
              <a:t>&gt;</a:t>
            </a:r>
            <a:r>
              <a:rPr lang="en-US" altLang="en-US" sz="3400" baseline="24000" dirty="0"/>
              <a:t>2</a:t>
            </a:r>
            <a:r>
              <a:rPr lang="en-US" altLang="en-US" sz="3400" dirty="0"/>
              <a:t> x  .30 = .00675</a:t>
            </a:r>
          </a:p>
          <a:p>
            <a:r>
              <a:rPr lang="en-US" altLang="en-US" sz="3400" dirty="0"/>
              <a:t>   (.35 - .20)  =   .15</a:t>
            </a:r>
            <a:r>
              <a:rPr lang="en-US" altLang="en-US" sz="3400" baseline="24000" dirty="0"/>
              <a:t>2</a:t>
            </a:r>
            <a:r>
              <a:rPr lang="en-US" altLang="en-US" sz="3400" dirty="0"/>
              <a:t>   x  .30 = </a:t>
            </a:r>
            <a:r>
              <a:rPr lang="en-US" altLang="en-US" sz="3400" u="sng" dirty="0"/>
              <a:t>.00675</a:t>
            </a:r>
          </a:p>
          <a:p>
            <a:pPr lvl="1"/>
            <a:r>
              <a:rPr lang="en-US" altLang="en-US" dirty="0"/>
              <a:t>                              </a:t>
            </a:r>
            <a:r>
              <a:rPr lang="en-US" altLang="en-US" sz="3200" dirty="0"/>
              <a:t>Variance:    </a:t>
            </a:r>
            <a:r>
              <a:rPr lang="en-US" altLang="en-US" sz="3400" dirty="0"/>
              <a:t>=  .0135</a:t>
            </a:r>
          </a:p>
          <a:p>
            <a:pPr lvl="1"/>
            <a:r>
              <a:rPr lang="en-US" altLang="en-US" dirty="0"/>
              <a:t>                                        SD:        =   .0135</a:t>
            </a:r>
          </a:p>
          <a:p>
            <a:pPr lvl="1"/>
            <a:r>
              <a:rPr lang="en-US" altLang="en-US" dirty="0"/>
              <a:t>                                Stand Dev:   </a:t>
            </a:r>
            <a:r>
              <a:rPr lang="en-US" altLang="en-US" sz="3200" dirty="0"/>
              <a:t>=  11.62%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A55F43-DE10-4768-4A28-93994FB08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293B1AC-9D71-B06E-DCCC-55B39520FE94}"/>
                  </a:ext>
                </a:extLst>
              </p14:cNvPr>
              <p14:cNvContentPartPr/>
              <p14:nvPr/>
            </p14:nvContentPartPr>
            <p14:xfrm>
              <a:off x="5426933" y="5460907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293B1AC-9D71-B06E-DCCC-55B39520FE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17933" y="545190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C673D94-61DB-0A03-0FD3-4A83894CCE19}"/>
                  </a:ext>
                </a:extLst>
              </p14:cNvPr>
              <p14:cNvContentPartPr/>
              <p14:nvPr/>
            </p14:nvContentPartPr>
            <p14:xfrm>
              <a:off x="5426933" y="5257147"/>
              <a:ext cx="935640" cy="262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C673D94-61DB-0A03-0FD3-4A83894CCE1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17933" y="5248507"/>
                <a:ext cx="95328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F001D30-AA36-1BA6-68D3-A601E70B7C19}"/>
                  </a:ext>
                </a:extLst>
              </p14:cNvPr>
              <p14:cNvContentPartPr/>
              <p14:nvPr/>
            </p14:nvContentPartPr>
            <p14:xfrm>
              <a:off x="-1278787" y="1505587"/>
              <a:ext cx="360" cy="18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F001D30-AA36-1BA6-68D3-A601E70B7C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287427" y="1496587"/>
                <a:ext cx="18000" cy="19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Standard Deviation &amp; Normal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1 SD = </a:t>
            </a:r>
          </a:p>
          <a:p>
            <a:pPr lvl="1"/>
            <a:r>
              <a:rPr lang="en-US" altLang="en-US" dirty="0"/>
              <a:t>  </a:t>
            </a:r>
          </a:p>
          <a:p>
            <a:r>
              <a:rPr lang="en-US" altLang="en-US" dirty="0"/>
              <a:t>2 SD =</a:t>
            </a:r>
          </a:p>
          <a:p>
            <a:pPr lvl="1"/>
            <a:r>
              <a:rPr lang="en-US" altLang="en-US" dirty="0"/>
              <a:t> </a:t>
            </a:r>
          </a:p>
          <a:p>
            <a:r>
              <a:rPr lang="en-US" altLang="en-US" dirty="0"/>
              <a:t>3 SD = </a:t>
            </a:r>
          </a:p>
          <a:p>
            <a:pPr lvl="1"/>
            <a:r>
              <a:rPr lang="en-US" altLang="en-US" dirty="0"/>
              <a:t> 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4529AA-F9C4-FD90-7E03-8F0E51463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04721-9C6A-D64E-4F2D-740CCBD51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Standard Deviation &amp; Normal Distributions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E5C39CC-048C-701C-0F50-06218CDB8F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1031" y="1622092"/>
            <a:ext cx="7249537" cy="477269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0A99B-67F6-EF1E-06B3-1713AA32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63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Stand-Alone Risk</a:t>
            </a:r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Standard deviation measures</a:t>
            </a:r>
          </a:p>
          <a:p>
            <a:pPr lvl="1"/>
            <a:r>
              <a:rPr lang="en-US" altLang="en-US" dirty="0"/>
              <a:t> </a:t>
            </a:r>
          </a:p>
          <a:p>
            <a:r>
              <a:rPr lang="en-US" altLang="en-US" dirty="0"/>
              <a:t>larger standard deviation: </a:t>
            </a:r>
          </a:p>
          <a:p>
            <a:pPr lvl="1"/>
            <a:r>
              <a:rPr lang="en-US" altLang="en-US" dirty="0"/>
              <a:t>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E74D9FC-D7CF-4D8C-AFF9-AC1A79AC97FC}" type="slidenum">
              <a:rPr lang="en-US" altLang="en-US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8187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/>
      <p:bldP spid="2253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 anchor="ctr">
            <a:normAutofit/>
          </a:bodyPr>
          <a:lstStyle/>
          <a:p>
            <a:pPr algn="ctr"/>
            <a:r>
              <a:rPr lang="en-US" dirty="0" err="1"/>
              <a:t>WedTech</a:t>
            </a:r>
            <a:r>
              <a:rPr lang="en-US" dirty="0"/>
              <a:t> Graph</a:t>
            </a:r>
          </a:p>
        </p:txBody>
      </p:sp>
      <p:pic>
        <p:nvPicPr>
          <p:cNvPr id="18" name="Content Placeholder 17" descr="Normal Distribution outline">
            <a:extLst>
              <a:ext uri="{FF2B5EF4-FFF2-40B4-BE49-F238E27FC236}">
                <a16:creationId xmlns:a16="http://schemas.microsoft.com/office/drawing/2014/main" id="{0E87D07C-5DD0-64EB-81C0-D45F4FA8F1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676404"/>
            <a:ext cx="8458200" cy="335279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7C910-8786-6A58-48E6-1FB8303DE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4E499BF4-6C8D-417D-B206-0AF20A1CAAC7}" type="slidenum">
              <a:rPr lang="en-US" smtClean="0"/>
              <a:pPr>
                <a:spcAft>
                  <a:spcPts val="600"/>
                </a:spcAft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860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A300B-72B2-5714-EFE0-E31D66AF2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A2884-162A-9B1B-23BF-0F126C6E2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 anchor="ctr">
            <a:normAutofit/>
          </a:bodyPr>
          <a:lstStyle/>
          <a:p>
            <a:pPr algn="ctr"/>
            <a:r>
              <a:rPr lang="en-US" dirty="0" err="1"/>
              <a:t>WedTech</a:t>
            </a:r>
            <a:r>
              <a:rPr lang="en-US" dirty="0"/>
              <a:t> Graph</a:t>
            </a:r>
          </a:p>
        </p:txBody>
      </p:sp>
      <p:pic>
        <p:nvPicPr>
          <p:cNvPr id="18" name="Content Placeholder 17" descr="Normal Distribution outline">
            <a:extLst>
              <a:ext uri="{FF2B5EF4-FFF2-40B4-BE49-F238E27FC236}">
                <a16:creationId xmlns:a16="http://schemas.microsoft.com/office/drawing/2014/main" id="{92728BF0-506E-4E7A-3A32-B99B085F59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676404"/>
            <a:ext cx="8458200" cy="335279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0F877-9849-C02C-579E-9EB7DF534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4E499BF4-6C8D-417D-B206-0AF20A1CAAC7}" type="slidenum">
              <a:rPr lang="en-US" smtClean="0"/>
              <a:pPr>
                <a:spcAft>
                  <a:spcPts val="600"/>
                </a:spcAft>
                <a:defRPr/>
              </a:pPr>
              <a:t>15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5EE7221-0A73-5C76-A33A-AE32EF89FCD8}"/>
                  </a:ext>
                </a:extLst>
              </p14:cNvPr>
              <p14:cNvContentPartPr/>
              <p14:nvPr/>
            </p14:nvContentPartPr>
            <p14:xfrm>
              <a:off x="3322080" y="3696480"/>
              <a:ext cx="2786040" cy="2613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5EE7221-0A73-5C76-A33A-AE32EF89FC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12720" y="3687120"/>
                <a:ext cx="2804760" cy="263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8730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4E9D8-3A9E-CAEE-6FDE-E6FB739FB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5E460-8A92-D2FB-B4FE-39503C38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 anchor="ctr">
            <a:normAutofit/>
          </a:bodyPr>
          <a:lstStyle/>
          <a:p>
            <a:pPr algn="ctr"/>
            <a:r>
              <a:rPr lang="en-US" dirty="0" err="1"/>
              <a:t>WedTech</a:t>
            </a:r>
            <a:r>
              <a:rPr lang="en-US" dirty="0"/>
              <a:t> Graph</a:t>
            </a:r>
          </a:p>
        </p:txBody>
      </p:sp>
      <p:pic>
        <p:nvPicPr>
          <p:cNvPr id="18" name="Content Placeholder 17" descr="Normal Distribution outline">
            <a:extLst>
              <a:ext uri="{FF2B5EF4-FFF2-40B4-BE49-F238E27FC236}">
                <a16:creationId xmlns:a16="http://schemas.microsoft.com/office/drawing/2014/main" id="{69AB864F-7C06-2289-9D80-C7180EAA83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" y="1676404"/>
            <a:ext cx="8458200" cy="335279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05CB3-1751-5F10-7213-887F6AE76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4E499BF4-6C8D-417D-B206-0AF20A1CAAC7}" type="slidenum">
              <a:rPr lang="en-US" smtClean="0"/>
              <a:pPr>
                <a:spcAft>
                  <a:spcPts val="600"/>
                </a:spcAft>
                <a:defRPr/>
              </a:pPr>
              <a:t>16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1929DBB-C19B-3918-06CC-7ABB96CC79BF}"/>
                  </a:ext>
                </a:extLst>
              </p14:cNvPr>
              <p14:cNvContentPartPr/>
              <p14:nvPr/>
            </p14:nvContentPartPr>
            <p14:xfrm>
              <a:off x="3322080" y="3696480"/>
              <a:ext cx="2786040" cy="2613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1929DBB-C19B-3918-06CC-7ABB96CC79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12720" y="3687120"/>
                <a:ext cx="2804760" cy="263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2D7E784-22A8-C7E7-F249-CA671F9E0437}"/>
                  </a:ext>
                </a:extLst>
              </p14:cNvPr>
              <p14:cNvContentPartPr/>
              <p14:nvPr/>
            </p14:nvContentPartPr>
            <p14:xfrm>
              <a:off x="1388880" y="5166360"/>
              <a:ext cx="6564600" cy="1576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2D7E784-22A8-C7E7-F249-CA671F9E043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79520" y="5157000"/>
                <a:ext cx="6583320" cy="159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8334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4800" dirty="0"/>
              <a:t>IBM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4"/>
            <a:ext cx="8686800" cy="4500559"/>
          </a:xfrm>
        </p:spPr>
        <p:txBody>
          <a:bodyPr/>
          <a:lstStyle/>
          <a:p>
            <a:r>
              <a:rPr lang="en-US" altLang="en-US" dirty="0"/>
              <a:t>Normal 80%     	Return 12% = .096</a:t>
            </a:r>
          </a:p>
          <a:p>
            <a:r>
              <a:rPr lang="en-US" altLang="en-US" dirty="0"/>
              <a:t>Bad      10%     	Return  4%  =  .004</a:t>
            </a:r>
          </a:p>
          <a:p>
            <a:r>
              <a:rPr lang="en-US" altLang="en-US" dirty="0"/>
              <a:t>Good    10%     	Return 20% = </a:t>
            </a:r>
            <a:r>
              <a:rPr lang="en-US" altLang="en-US" u="sng" dirty="0"/>
              <a:t>.020</a:t>
            </a:r>
          </a:p>
          <a:p>
            <a:r>
              <a:rPr lang="en-US" altLang="en-US" dirty="0"/>
              <a:t>           =Expected </a:t>
            </a:r>
            <a:r>
              <a:rPr lang="en-US" altLang="en-US" dirty="0" err="1"/>
              <a:t>ave</a:t>
            </a:r>
            <a:r>
              <a:rPr lang="en-US" altLang="en-US" dirty="0"/>
              <a:t> return = 12%</a:t>
            </a:r>
          </a:p>
          <a:p>
            <a:r>
              <a:rPr lang="en-US" altLang="en-US" dirty="0"/>
              <a:t>Standard deviation = </a:t>
            </a:r>
            <a:r>
              <a:rPr lang="en-US" altLang="en-US" sz="3000" dirty="0"/>
              <a:t>measure of dispersion</a:t>
            </a:r>
            <a:r>
              <a:rPr lang="en-US" altLang="en-US" dirty="0"/>
              <a:t>= 3.58%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3ABE73-C414-4C86-A0A7-25878F77F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AF4540C-8005-7B03-89D9-156C21B70F1A}"/>
                  </a:ext>
                </a:extLst>
              </p14:cNvPr>
              <p14:cNvContentPartPr/>
              <p14:nvPr/>
            </p14:nvContentPartPr>
            <p14:xfrm>
              <a:off x="2040413" y="3818227"/>
              <a:ext cx="1800" cy="1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AF4540C-8005-7B03-89D9-156C21B70F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1413" y="3809227"/>
                <a:ext cx="19440" cy="1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437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IBM Graph</a:t>
            </a:r>
            <a:endParaRPr lang="en-US" altLang="en-US" dirty="0"/>
          </a:p>
        </p:txBody>
      </p:sp>
      <p:pic>
        <p:nvPicPr>
          <p:cNvPr id="5" name="Content Placeholder 4" descr="Normal Distribution outline">
            <a:extLst>
              <a:ext uri="{FF2B5EF4-FFF2-40B4-BE49-F238E27FC236}">
                <a16:creationId xmlns:a16="http://schemas.microsoft.com/office/drawing/2014/main" id="{E5E320DB-7AF1-FBC7-364C-F93731A5C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0" y="1295400"/>
            <a:ext cx="3581400" cy="4851183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8A952C-AE2C-00DD-201F-67ECA9AED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E367BE5-FF23-D730-3A14-0B1B8D4B8558}"/>
                  </a:ext>
                </a:extLst>
              </p14:cNvPr>
              <p14:cNvContentPartPr/>
              <p14:nvPr/>
            </p14:nvContentPartPr>
            <p14:xfrm>
              <a:off x="1143360" y="4452120"/>
              <a:ext cx="4612320" cy="2370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E367BE5-FF23-D730-3A14-0B1B8D4B85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34000" y="4442760"/>
                <a:ext cx="4631040" cy="238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9683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DB024-3812-D035-8B00-2B91B0DAB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52836549-5F8A-87F9-0943-0DB851D6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IBM Graph</a:t>
            </a:r>
            <a:endParaRPr lang="en-US" altLang="en-US" dirty="0"/>
          </a:p>
        </p:txBody>
      </p:sp>
      <p:pic>
        <p:nvPicPr>
          <p:cNvPr id="5" name="Content Placeholder 4" descr="Normal Distribution outline">
            <a:extLst>
              <a:ext uri="{FF2B5EF4-FFF2-40B4-BE49-F238E27FC236}">
                <a16:creationId xmlns:a16="http://schemas.microsoft.com/office/drawing/2014/main" id="{3DF4636D-8A40-FEAA-3D32-194E0F36E0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0" y="1295400"/>
            <a:ext cx="3581400" cy="4851183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9AB40F-CFD7-CF5B-5812-D54CD298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5FB8D9B-F352-8599-DEA9-2F2A0B21D782}"/>
                  </a:ext>
                </a:extLst>
              </p14:cNvPr>
              <p14:cNvContentPartPr/>
              <p14:nvPr/>
            </p14:nvContentPartPr>
            <p14:xfrm>
              <a:off x="1143360" y="4452120"/>
              <a:ext cx="4612320" cy="2370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5FB8D9B-F352-8599-DEA9-2F2A0B21D78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34000" y="4442760"/>
                <a:ext cx="4631040" cy="238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2AF309F-ACD2-0BE7-D8DE-C28E7FF65FE1}"/>
                  </a:ext>
                </a:extLst>
              </p14:cNvPr>
              <p14:cNvContentPartPr/>
              <p14:nvPr/>
            </p14:nvContentPartPr>
            <p14:xfrm>
              <a:off x="3506760" y="4683960"/>
              <a:ext cx="3355560" cy="2059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2AF309F-ACD2-0BE7-D8DE-C28E7FF65FE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97400" y="4674600"/>
                <a:ext cx="3374280" cy="207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0855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255F8-EDF7-C6F3-3304-C06AB9C74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78E50314-36B2-A3A3-2A6E-FCAA0A1AA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IBM Graph</a:t>
            </a:r>
            <a:endParaRPr lang="en-US" altLang="en-US" dirty="0"/>
          </a:p>
        </p:txBody>
      </p:sp>
      <p:pic>
        <p:nvPicPr>
          <p:cNvPr id="5" name="Content Placeholder 4" descr="Normal Distribution outline">
            <a:extLst>
              <a:ext uri="{FF2B5EF4-FFF2-40B4-BE49-F238E27FC236}">
                <a16:creationId xmlns:a16="http://schemas.microsoft.com/office/drawing/2014/main" id="{4F318672-279A-3502-B9A4-00B9531713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8000" y="1295400"/>
            <a:ext cx="3581400" cy="4851183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933D9B-E90E-331C-D575-3330C1686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8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 err="1"/>
              <a:t>WedTech</a:t>
            </a:r>
            <a:r>
              <a:rPr lang="en-US" altLang="en-US" dirty="0"/>
              <a:t> &amp; IBM in 2 stock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58150" cy="4576763"/>
          </a:xfrm>
        </p:spPr>
        <p:txBody>
          <a:bodyPr/>
          <a:lstStyle/>
          <a:p>
            <a:r>
              <a:rPr lang="en-US" altLang="en-US" sz="3400" u="sng" dirty="0"/>
              <a:t>Ave Portfolio Return in 50%-50% split</a:t>
            </a:r>
            <a:r>
              <a:rPr lang="en-US" altLang="en-US" dirty="0"/>
              <a:t>:</a:t>
            </a:r>
          </a:p>
          <a:p>
            <a:pPr marL="0" indent="0">
              <a:buNone/>
            </a:pPr>
            <a:r>
              <a:rPr lang="en-US" altLang="en-US" dirty="0"/>
              <a:t>		   	</a:t>
            </a:r>
            <a:r>
              <a:rPr lang="en-US" altLang="en-US" u="sng" dirty="0"/>
              <a:t>Ave Return</a:t>
            </a:r>
            <a:r>
              <a:rPr lang="en-US" altLang="en-US" dirty="0"/>
              <a:t>        </a:t>
            </a:r>
            <a:r>
              <a:rPr lang="en-US" altLang="en-US" u="sng" dirty="0"/>
              <a:t>%split</a:t>
            </a:r>
          </a:p>
          <a:p>
            <a:pPr marL="0" indent="0">
              <a:buNone/>
            </a:pPr>
            <a:r>
              <a:rPr lang="en-US" altLang="en-US" dirty="0"/>
              <a:t>	</a:t>
            </a:r>
            <a:r>
              <a:rPr lang="en-US" altLang="en-US" dirty="0" err="1"/>
              <a:t>Wedtech</a:t>
            </a:r>
            <a:r>
              <a:rPr lang="en-US" altLang="en-US" dirty="0"/>
              <a:t>   	20%		x .5    = 10%</a:t>
            </a:r>
          </a:p>
          <a:p>
            <a:pPr marL="0" indent="0">
              <a:buNone/>
            </a:pPr>
            <a:r>
              <a:rPr lang="en-US" altLang="en-US" dirty="0"/>
              <a:t>	IBM			12%		x .5	   = </a:t>
            </a:r>
            <a:r>
              <a:rPr lang="en-US" altLang="en-US" u="sng" dirty="0"/>
              <a:t>6%</a:t>
            </a:r>
            <a:r>
              <a:rPr lang="en-US" altLang="en-US" dirty="0"/>
              <a:t>					</a:t>
            </a:r>
            <a:r>
              <a:rPr lang="en-US" altLang="en-US" dirty="0" err="1"/>
              <a:t>Portf</a:t>
            </a:r>
            <a:r>
              <a:rPr lang="en-US" altLang="en-US" dirty="0"/>
              <a:t>. Return     		   = 16%</a:t>
            </a:r>
          </a:p>
          <a:p>
            <a:pPr marL="0" indent="0">
              <a:buNone/>
            </a:pPr>
            <a:r>
              <a:rPr lang="en-US" altLang="en-US" dirty="0"/>
              <a:t>Portfolio Standard Deviation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6F8458-60D3-DAC6-CA83-C06464D63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Portfolio Standard Deviation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returns of portfolio at various states of economy &amp; associated probabilities</a:t>
            </a:r>
          </a:p>
          <a:p>
            <a:r>
              <a:rPr lang="en-US" dirty="0"/>
              <a:t>Will diversify away risk at higher rate than simple average of securities’ standard deviation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0848A-E190-3A99-600C-D07F9252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3911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 err="1"/>
              <a:t>WedTech</a:t>
            </a:r>
            <a:r>
              <a:rPr lang="en-US" altLang="en-US" dirty="0"/>
              <a:t> &amp; IBM Portfolio</a:t>
            </a:r>
          </a:p>
        </p:txBody>
      </p:sp>
      <p:pic>
        <p:nvPicPr>
          <p:cNvPr id="5" name="Content Placeholder 4" descr="Normal Distribution outline">
            <a:extLst>
              <a:ext uri="{FF2B5EF4-FFF2-40B4-BE49-F238E27FC236}">
                <a16:creationId xmlns:a16="http://schemas.microsoft.com/office/drawing/2014/main" id="{E5E320DB-7AF1-FBC7-364C-F93731A5C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1219200"/>
            <a:ext cx="6934200" cy="5273673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8A952C-AE2C-00DD-201F-67ECA9AED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 err="1"/>
              <a:t>WedTech</a:t>
            </a:r>
            <a:r>
              <a:rPr lang="en-US" altLang="en-US" dirty="0"/>
              <a:t> vs. IBM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8A952C-AE2C-00DD-201F-67ECA9AED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D683C-787E-463E-C18F-1FE279C71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91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628650" y="136524"/>
            <a:ext cx="7886700" cy="1260693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dirty="0" err="1"/>
              <a:t>WedTech</a:t>
            </a:r>
            <a:r>
              <a:rPr lang="en-US" altLang="en-US" sz="4000" dirty="0"/>
              <a:t> &amp; IBM in 2 stock </a:t>
            </a:r>
            <a:br>
              <a:rPr lang="en-US" altLang="en-US" sz="4000" dirty="0"/>
            </a:br>
            <a:r>
              <a:rPr lang="en-US" altLang="en-US" sz="4000" dirty="0"/>
              <a:t>Risk Averse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400" u="sng" dirty="0"/>
              <a:t>Ave Portfolio Return in 20%-80% split</a:t>
            </a:r>
          </a:p>
          <a:p>
            <a:pPr marL="0" indent="0">
              <a:buNone/>
            </a:pPr>
            <a:r>
              <a:rPr lang="en-US" altLang="en-US" dirty="0"/>
              <a:t>		   		   </a:t>
            </a:r>
            <a:r>
              <a:rPr lang="en-US" altLang="en-US" u="sng" dirty="0"/>
              <a:t>Ave Ret.</a:t>
            </a:r>
            <a:r>
              <a:rPr lang="en-US" altLang="en-US" dirty="0"/>
              <a:t>         </a:t>
            </a:r>
            <a:r>
              <a:rPr lang="en-US" altLang="en-US" u="sng" dirty="0"/>
              <a:t>%split</a:t>
            </a:r>
          </a:p>
          <a:p>
            <a:pPr marL="0" indent="0">
              <a:buNone/>
            </a:pPr>
            <a:r>
              <a:rPr lang="en-US" altLang="en-US" dirty="0"/>
              <a:t>	</a:t>
            </a:r>
            <a:r>
              <a:rPr lang="en-US" altLang="en-US" dirty="0" err="1"/>
              <a:t>Wedtech</a:t>
            </a:r>
            <a:r>
              <a:rPr lang="en-US" altLang="en-US" dirty="0"/>
              <a:t>   		20%		x .2  =  4%</a:t>
            </a:r>
          </a:p>
          <a:p>
            <a:pPr marL="0" indent="0">
              <a:buNone/>
            </a:pPr>
            <a:r>
              <a:rPr lang="en-US" altLang="en-US" dirty="0"/>
              <a:t>	IBM				12%		x .8	= </a:t>
            </a:r>
            <a:r>
              <a:rPr lang="en-US" altLang="en-US" u="sng" dirty="0"/>
              <a:t>9.6%</a:t>
            </a:r>
            <a:r>
              <a:rPr lang="en-US" altLang="en-US" dirty="0"/>
              <a:t>					</a:t>
            </a:r>
            <a:r>
              <a:rPr lang="en-US" altLang="en-US" dirty="0" err="1"/>
              <a:t>Portf</a:t>
            </a:r>
            <a:r>
              <a:rPr lang="en-US" altLang="en-US" dirty="0"/>
              <a:t>. Return       	= 13.6%</a:t>
            </a:r>
          </a:p>
          <a:p>
            <a:pPr marL="0" indent="0">
              <a:buNone/>
            </a:pPr>
            <a:r>
              <a:rPr lang="en-US" altLang="en-US" i="1" u="sng" dirty="0"/>
              <a:t>With even lower standard deviation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C5A8CE-6B77-7436-F60E-48A7CAA4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08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altLang="en-US" sz="4000" dirty="0" err="1"/>
              <a:t>WedTech</a:t>
            </a:r>
            <a:r>
              <a:rPr lang="en-US" altLang="en-US" sz="4000" dirty="0"/>
              <a:t> &amp; IBM in 2 stock </a:t>
            </a:r>
            <a:br>
              <a:rPr lang="en-US" altLang="en-US" sz="4000" dirty="0"/>
            </a:br>
            <a:r>
              <a:rPr lang="en-US" altLang="en-US" sz="4000" dirty="0"/>
              <a:t>Risk Taker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400" u="sng" dirty="0"/>
              <a:t>Ave Portfolio Return in 80%-20% split:</a:t>
            </a:r>
          </a:p>
          <a:p>
            <a:pPr marL="0" indent="0">
              <a:buNone/>
            </a:pPr>
            <a:r>
              <a:rPr lang="en-US" altLang="en-US" dirty="0"/>
              <a:t>		   	   </a:t>
            </a:r>
            <a:r>
              <a:rPr lang="en-US" altLang="en-US" u="sng" dirty="0"/>
              <a:t>Ave Ret.</a:t>
            </a:r>
            <a:r>
              <a:rPr lang="en-US" altLang="en-US" dirty="0"/>
              <a:t>        </a:t>
            </a:r>
            <a:r>
              <a:rPr lang="en-US" altLang="en-US" u="sng" dirty="0"/>
              <a:t>%split</a:t>
            </a:r>
          </a:p>
          <a:p>
            <a:pPr marL="0" indent="0">
              <a:buNone/>
            </a:pPr>
            <a:r>
              <a:rPr lang="en-US" altLang="en-US" dirty="0"/>
              <a:t>	</a:t>
            </a:r>
            <a:r>
              <a:rPr lang="en-US" altLang="en-US" dirty="0" err="1"/>
              <a:t>Wedtech</a:t>
            </a:r>
            <a:r>
              <a:rPr lang="en-US" altLang="en-US" dirty="0"/>
              <a:t>   	20%		x .8  = 16%</a:t>
            </a:r>
          </a:p>
          <a:p>
            <a:pPr marL="0" indent="0">
              <a:buNone/>
            </a:pPr>
            <a:r>
              <a:rPr lang="en-US" altLang="en-US" dirty="0"/>
              <a:t>	IBM			12%		x .2	 = </a:t>
            </a:r>
            <a:r>
              <a:rPr lang="en-US" altLang="en-US" u="sng" dirty="0"/>
              <a:t>2.4%</a:t>
            </a:r>
            <a:r>
              <a:rPr lang="en-US" altLang="en-US" dirty="0"/>
              <a:t>					</a:t>
            </a:r>
            <a:r>
              <a:rPr lang="en-US" altLang="en-US" dirty="0" err="1"/>
              <a:t>Portf</a:t>
            </a:r>
            <a:r>
              <a:rPr lang="en-US" altLang="en-US" dirty="0"/>
              <a:t>. Return               = 18.4%</a:t>
            </a:r>
          </a:p>
          <a:p>
            <a:pPr marL="0" indent="0">
              <a:buNone/>
            </a:pPr>
            <a:r>
              <a:rPr lang="en-US" altLang="en-US" i="1" dirty="0"/>
              <a:t>But </a:t>
            </a:r>
            <a:r>
              <a:rPr lang="en-US" altLang="en-US" i="1" u="sng" dirty="0"/>
              <a:t>greater Portfolio S.D</a:t>
            </a:r>
            <a:r>
              <a:rPr lang="en-US" altLang="en-US" i="1" dirty="0"/>
              <a:t>. than other scenarios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603ED5-A460-0923-A5A2-BDFADC125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36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altLang="en-US" sz="4000" dirty="0" err="1"/>
              <a:t>WedTech</a:t>
            </a:r>
            <a:r>
              <a:rPr lang="en-US" altLang="en-US" sz="4000" dirty="0"/>
              <a:t> &amp; IBM:</a:t>
            </a:r>
            <a:br>
              <a:rPr lang="en-US" altLang="en-US" sz="4000" dirty="0"/>
            </a:br>
            <a:r>
              <a:rPr lang="en-US" altLang="en-US" sz="4000" dirty="0"/>
              <a:t>Adding other stocks to Portfolio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IBM			WedTech</a:t>
            </a:r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Coke			Microsoft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5F9882-51EE-273F-A366-737C14A87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Historical Risk vs. Return</a:t>
            </a:r>
          </a:p>
        </p:txBody>
      </p:sp>
      <p:sp>
        <p:nvSpPr>
          <p:cNvPr id="19459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3200" u="sng" dirty="0"/>
              <a:t>Return: Hi – Lo</a:t>
            </a:r>
            <a:r>
              <a:rPr lang="en-US" altLang="en-US" sz="3200" dirty="0"/>
              <a:t>	</a:t>
            </a:r>
          </a:p>
        </p:txBody>
      </p:sp>
      <p:sp>
        <p:nvSpPr>
          <p:cNvPr id="19460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/>
              <a:t>Small Co stock</a:t>
            </a:r>
          </a:p>
          <a:p>
            <a:r>
              <a:rPr lang="en-US" altLang="en-US" sz="2800" dirty="0"/>
              <a:t>Large Co Stock</a:t>
            </a:r>
          </a:p>
          <a:p>
            <a:r>
              <a:rPr lang="en-US" altLang="en-US" sz="2800" dirty="0"/>
              <a:t>LT Corp Bonds</a:t>
            </a:r>
          </a:p>
          <a:p>
            <a:r>
              <a:rPr lang="en-US" altLang="en-US" sz="2800" dirty="0"/>
              <a:t>LT Treasuries</a:t>
            </a:r>
          </a:p>
          <a:p>
            <a:r>
              <a:rPr lang="en-US" altLang="en-US" sz="2800" dirty="0"/>
              <a:t>ST T-Bills</a:t>
            </a:r>
          </a:p>
        </p:txBody>
      </p:sp>
      <p:sp>
        <p:nvSpPr>
          <p:cNvPr id="19461" name="Text Placeholder 6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3200" u="sng" dirty="0"/>
              <a:t>Risk:  Hi - Lo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EE538BDD-72E3-D031-4233-4DD336D61E2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9F35D8-684F-981F-BEB2-CBE6B9B6C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682E86-14DC-4CD1-BEF2-22E95F737AC1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Comparing Different Stocks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228600" y="1479554"/>
            <a:ext cx="8382000" cy="5073645"/>
          </a:xfrm>
        </p:spPr>
        <p:txBody>
          <a:bodyPr>
            <a:normAutofit lnSpcReduction="10000"/>
          </a:bodyPr>
          <a:lstStyle/>
          <a:p>
            <a:r>
              <a:rPr lang="en-US" altLang="en-US" b="1" dirty="0"/>
              <a:t>Coefficient of Variation:</a:t>
            </a:r>
          </a:p>
          <a:p>
            <a:pPr lvl="1"/>
            <a:r>
              <a:rPr lang="en-US" altLang="en-US" dirty="0"/>
              <a:t>= S.D. / Return  or Risk / Return</a:t>
            </a:r>
          </a:p>
          <a:p>
            <a:pPr lvl="3"/>
            <a:endParaRPr lang="en-US" altLang="en-US" dirty="0"/>
          </a:p>
          <a:p>
            <a:r>
              <a:rPr lang="en-US" altLang="en-US" u="sng" dirty="0" err="1"/>
              <a:t>WalMart</a:t>
            </a:r>
            <a:r>
              <a:rPr lang="en-US" altLang="en-US" dirty="0"/>
              <a:t>             </a:t>
            </a:r>
            <a:r>
              <a:rPr lang="en-US" altLang="en-US" u="sng" dirty="0"/>
              <a:t>vs.</a:t>
            </a:r>
            <a:r>
              <a:rPr lang="en-US" altLang="en-US" dirty="0"/>
              <a:t>          </a:t>
            </a:r>
            <a:r>
              <a:rPr lang="en-US" altLang="en-US" u="sng" dirty="0"/>
              <a:t>Philip Morris</a:t>
            </a:r>
          </a:p>
          <a:p>
            <a:r>
              <a:rPr lang="en-US" altLang="en-US" dirty="0"/>
              <a:t>12%			Return		12%</a:t>
            </a:r>
          </a:p>
          <a:p>
            <a:r>
              <a:rPr lang="en-US" altLang="en-US" dirty="0"/>
              <a:t>12				S.D.			24</a:t>
            </a:r>
          </a:p>
          <a:p>
            <a:pPr marL="1371600" lvl="4" indent="0">
              <a:buNone/>
            </a:pPr>
            <a:r>
              <a:rPr lang="en-US" altLang="en-US" sz="2800" dirty="0"/>
              <a:t>12 /12</a:t>
            </a:r>
            <a:r>
              <a:rPr lang="en-US" altLang="en-US" dirty="0"/>
              <a:t>         </a:t>
            </a:r>
            <a:r>
              <a:rPr lang="en-US" altLang="en-US" sz="2800" dirty="0"/>
              <a:t>= C.V. =       24 / 12</a:t>
            </a:r>
          </a:p>
          <a:p>
            <a:pPr marL="1371600" lvl="4" indent="0">
              <a:buNone/>
            </a:pPr>
            <a:r>
              <a:rPr lang="en-US" altLang="en-US" sz="2800" dirty="0"/>
              <a:t>  = 1         = C.V. =           = 2</a:t>
            </a:r>
          </a:p>
          <a:p>
            <a:pPr marL="1371600" lvl="4" indent="0">
              <a:buNone/>
            </a:pPr>
            <a:r>
              <a:rPr lang="en-US" altLang="en-US" sz="2800" dirty="0"/>
              <a:t>   1  (</a:t>
            </a:r>
            <a:r>
              <a:rPr lang="en-US" altLang="en-US" sz="2000" dirty="0"/>
              <a:t>unit of risk per unit return)   </a:t>
            </a:r>
            <a:r>
              <a:rPr lang="en-US" altLang="en-US" sz="2800" dirty="0"/>
              <a:t>2 </a:t>
            </a:r>
          </a:p>
          <a:p>
            <a:pPr marL="1371600" lvl="4" indent="0">
              <a:buNone/>
            </a:pPr>
            <a:endParaRPr lang="en-US" altLang="en-US" sz="2800" dirty="0"/>
          </a:p>
          <a:p>
            <a:pPr marL="1371600" lvl="4" indent="0">
              <a:buNone/>
            </a:pPr>
            <a:endParaRPr lang="en-US" alt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7E9F7A-039B-F5CB-18AF-588486077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Comparing Different Stocks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28600" y="1524000"/>
            <a:ext cx="8763000" cy="4800600"/>
          </a:xfrm>
        </p:spPr>
        <p:txBody>
          <a:bodyPr/>
          <a:lstStyle/>
          <a:p>
            <a:r>
              <a:rPr lang="en-US" altLang="en-US" b="1" dirty="0"/>
              <a:t>Correlation coefficient </a:t>
            </a:r>
            <a:r>
              <a:rPr lang="en-US" altLang="en-US" dirty="0"/>
              <a:t>= </a:t>
            </a:r>
            <a:r>
              <a:rPr lang="en-US" altLang="en-US" dirty="0">
                <a:latin typeface="Symbol" panose="05050102010706020507" pitchFamily="18" charset="2"/>
              </a:rPr>
              <a:t>r</a:t>
            </a:r>
            <a:r>
              <a:rPr lang="en-US" altLang="en-US" dirty="0"/>
              <a:t> (rho):</a:t>
            </a:r>
          </a:p>
          <a:p>
            <a:r>
              <a:rPr lang="en-US" altLang="en-US" sz="3000" dirty="0"/>
              <a:t>Measures tendency of 2 variables to move together</a:t>
            </a:r>
          </a:p>
          <a:p>
            <a:pPr lvl="1"/>
            <a:r>
              <a:rPr lang="en-US" altLang="en-US" dirty="0"/>
              <a:t> Rho (</a:t>
            </a:r>
            <a:r>
              <a:rPr lang="en-US" altLang="en-US" dirty="0">
                <a:latin typeface="Symbol" panose="05050102010706020507" pitchFamily="18" charset="2"/>
              </a:rPr>
              <a:t>r</a:t>
            </a:r>
            <a:r>
              <a:rPr lang="en-US" altLang="en-US" dirty="0"/>
              <a:t>) = 1 </a:t>
            </a:r>
          </a:p>
          <a:p>
            <a:pPr lvl="2"/>
            <a:r>
              <a:rPr lang="en-US" altLang="en-US" sz="2600" dirty="0"/>
              <a:t>   </a:t>
            </a:r>
          </a:p>
          <a:p>
            <a:pPr lvl="2"/>
            <a:r>
              <a:rPr lang="en-US" altLang="en-US" sz="2600" dirty="0"/>
              <a:t> </a:t>
            </a:r>
          </a:p>
          <a:p>
            <a:pPr lvl="2"/>
            <a:r>
              <a:rPr lang="en-US" altLang="en-US" sz="2600" dirty="0"/>
              <a:t> </a:t>
            </a:r>
            <a:endParaRPr lang="en-US" alt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8B63FD-1600-AB59-5B09-719FB9B5E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64D9BEC-FE6B-44E7-8EF7-D1F841C16097}" type="slidenum">
              <a:rPr lang="en-US" altLang="en-US"/>
              <a:pPr eaLnBrk="1" hangingPunct="1"/>
              <a:t>31</a:t>
            </a:fld>
            <a:endParaRPr lang="en-US" altLang="en-US"/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4580" name="Rectangle 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sz="4400" dirty="0"/>
              <a:t>Two-Stock Portfolio</a:t>
            </a:r>
          </a:p>
        </p:txBody>
      </p:sp>
      <p:sp>
        <p:nvSpPr>
          <p:cNvPr id="24581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228600" y="1397218"/>
            <a:ext cx="8610600" cy="515598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Two stocks can be combined to form riskless portfolio if rho (</a:t>
            </a:r>
            <a:r>
              <a:rPr lang="en-US" altLang="en-US" dirty="0">
                <a:latin typeface="Symbol" panose="05050102010706020507" pitchFamily="18" charset="2"/>
              </a:rPr>
              <a:t>r</a:t>
            </a:r>
            <a:r>
              <a:rPr lang="en-US" altLang="en-US" dirty="0"/>
              <a:t>): 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Symbol" panose="05050102010706020507" pitchFamily="18" charset="2"/>
              </a:rPr>
              <a:t>   </a:t>
            </a: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Risk is not reduced at all if two stocks have: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In general, stocks have </a:t>
            </a:r>
            <a:r>
              <a:rPr lang="en-US" altLang="en-US" dirty="0">
                <a:latin typeface="Symbol" panose="05050102010706020507" pitchFamily="18" charset="2"/>
              </a:rPr>
              <a:t>r</a:t>
            </a:r>
            <a:r>
              <a:rPr lang="en-US" altLang="en-US" dirty="0"/>
              <a:t> </a:t>
            </a:r>
            <a:r>
              <a:rPr lang="en-US" altLang="en-US" dirty="0">
                <a:cs typeface="Arial" panose="020B0604020202020204" pitchFamily="34" charset="0"/>
              </a:rPr>
              <a:t>≈</a:t>
            </a:r>
            <a:r>
              <a:rPr lang="en-US" altLang="en-US" dirty="0"/>
              <a:t> 0.35, so: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Investors typically hold many stocks, not one!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89636-BECB-E6A4-87E0-66B4E9850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Two-Stock Portfolio:</a:t>
            </a:r>
            <a:br>
              <a:rPr lang="en-US" dirty="0"/>
            </a:br>
            <a:r>
              <a:rPr lang="en-US" dirty="0"/>
              <a:t>Perfect Positive Correlation (=+1.0)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04FE99F-AF72-B24C-402A-50DF5F338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6948" y="1671318"/>
            <a:ext cx="5753903" cy="458216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AD8BC-6BBA-2D62-7FA7-E79C47417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789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89636-BECB-E6A4-87E0-66B4E9850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Two-Stock Portfolio:</a:t>
            </a:r>
            <a:br>
              <a:rPr lang="en-US" dirty="0"/>
            </a:br>
            <a:r>
              <a:rPr lang="en-US" dirty="0"/>
              <a:t>Perfect Negative Correlation (=-1.0)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8D41C4-13EB-7FCF-5298-8414B2C33F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0764" y="1657028"/>
            <a:ext cx="5706271" cy="461074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AD8BC-6BBA-2D62-7FA7-E79C47417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3709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89636-BECB-E6A4-87E0-66B4E9850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Two-Stock Portfolio:</a:t>
            </a:r>
            <a:br>
              <a:rPr lang="en-US" dirty="0"/>
            </a:br>
            <a:r>
              <a:rPr lang="en-US" dirty="0"/>
              <a:t>Historical Partial Correlation (= +0.35)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88D7631-F3E3-A576-D890-3CFC3782F9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5527" y="1661791"/>
            <a:ext cx="5696745" cy="460121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AD8BC-6BBA-2D62-7FA7-E79C47417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269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C31375B-D0CE-44D1-B9CF-6527EA6EC89B}" type="slidenum">
              <a:rPr lang="en-US" altLang="en-US"/>
              <a:pPr eaLnBrk="1" hangingPunct="1"/>
              <a:t>35</a:t>
            </a:fld>
            <a:endParaRPr lang="en-US" altLang="en-US"/>
          </a:p>
        </p:txBody>
      </p:sp>
      <p:sp>
        <p:nvSpPr>
          <p:cNvPr id="25603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Adding Stocks to a Portfolio</a:t>
            </a:r>
          </a:p>
        </p:txBody>
      </p:sp>
      <p:sp>
        <p:nvSpPr>
          <p:cNvPr id="25604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152400" y="1676404"/>
            <a:ext cx="8839200" cy="4816469"/>
          </a:xfrm>
        </p:spPr>
        <p:txBody>
          <a:bodyPr/>
          <a:lstStyle/>
          <a:p>
            <a:pPr eaLnBrk="1" hangingPunct="1"/>
            <a:r>
              <a:rPr lang="en-US" altLang="en-US" dirty="0"/>
              <a:t>What happens to risk of an average 1-stock portfolio as more randomly selected stocks added?</a:t>
            </a:r>
          </a:p>
          <a:p>
            <a:pPr lvl="1"/>
            <a:r>
              <a:rPr lang="en-US" altLang="en-US" dirty="0"/>
              <a:t>Portfolio Stand Dev. (</a:t>
            </a:r>
            <a:r>
              <a:rPr lang="en-US" altLang="en-US" sz="2000" dirty="0" err="1">
                <a:latin typeface="Symbol" panose="05050102010706020507" pitchFamily="18" charset="2"/>
              </a:rPr>
              <a:t>s</a:t>
            </a:r>
            <a:r>
              <a:rPr lang="en-US" altLang="en-US" sz="2000" baseline="-25000" dirty="0" err="1"/>
              <a:t>p</a:t>
            </a:r>
            <a:r>
              <a:rPr lang="en-US" altLang="en-US" dirty="0"/>
              <a:t>) decreases b/c added stocks would not be perfectly correlated, but expected portfolio return would remain relatively constant.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7580A1A-87A7-4610-A07F-F8A55E732F63}" type="slidenum">
              <a:rPr lang="en-US" altLang="en-US"/>
              <a:pPr eaLnBrk="1" hangingPunct="1"/>
              <a:t>36</a:t>
            </a:fld>
            <a:endParaRPr lang="en-US" altLang="en-US"/>
          </a:p>
        </p:txBody>
      </p:sp>
      <p:sp>
        <p:nvSpPr>
          <p:cNvPr id="26627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>
                <a:latin typeface="Symbol" panose="05050102010706020507" pitchFamily="18" charset="2"/>
              </a:rPr>
              <a:t>s</a:t>
            </a:r>
            <a:r>
              <a:rPr lang="en-US" altLang="en-US" baseline="-25000" dirty="0">
                <a:latin typeface="Symbol" panose="05050102010706020507" pitchFamily="18" charset="2"/>
              </a:rPr>
              <a:t>1</a:t>
            </a:r>
            <a:r>
              <a:rPr lang="en-US" altLang="en-US" baseline="-25000" dirty="0"/>
              <a:t> stock</a:t>
            </a:r>
            <a:r>
              <a:rPr lang="en-US" altLang="en-US" dirty="0"/>
              <a:t>  ≈ 35%</a:t>
            </a:r>
            <a:br>
              <a:rPr lang="en-US" altLang="en-US" dirty="0"/>
            </a:br>
            <a:r>
              <a:rPr lang="en-US" altLang="en-US" dirty="0" err="1">
                <a:latin typeface="Symbol" panose="05050102010706020507" pitchFamily="18" charset="2"/>
              </a:rPr>
              <a:t>s</a:t>
            </a:r>
            <a:r>
              <a:rPr lang="en-US" altLang="en-US" baseline="-25000" dirty="0" err="1"/>
              <a:t>Many</a:t>
            </a:r>
            <a:r>
              <a:rPr lang="en-US" altLang="en-US" baseline="-25000" dirty="0"/>
              <a:t> stocks</a:t>
            </a:r>
            <a:r>
              <a:rPr lang="en-US" altLang="en-US" dirty="0"/>
              <a:t> ≈ 20%</a:t>
            </a:r>
          </a:p>
        </p:txBody>
      </p:sp>
      <p:graphicFrame>
        <p:nvGraphicFramePr>
          <p:cNvPr id="26628" name="Object 5"/>
          <p:cNvGraphicFramePr>
            <a:graphicFrameLocks noGrp="1" noChangeAspect="1"/>
          </p:cNvGraphicFramePr>
          <p:nvPr>
            <p:ph type="chart" idx="4294967295"/>
            <p:extLst>
              <p:ext uri="{D42A27DB-BD31-4B8C-83A1-F6EECF244321}">
                <p14:modId xmlns:p14="http://schemas.microsoft.com/office/powerpoint/2010/main" val="4161084199"/>
              </p:ext>
            </p:extLst>
          </p:nvPr>
        </p:nvGraphicFramePr>
        <p:xfrm>
          <a:off x="1828800" y="2241551"/>
          <a:ext cx="710565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7772400" imgH="4114800" progId="MSGraph.Chart.8">
                  <p:embed followColorScheme="full"/>
                </p:oleObj>
              </mc:Choice>
              <mc:Fallback>
                <p:oleObj name="Chart" r:id="rId3" imgW="7772400" imgH="4114800" progId="MSGraph.Chart.8">
                  <p:embed followColorScheme="full"/>
                  <p:pic>
                    <p:nvPicPr>
                      <p:cNvPr id="2662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241551"/>
                        <a:ext cx="710565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B3AE76-E9E2-F149-B837-F90AF2222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Risk vs. Number of Stock in Portfolio</a:t>
            </a:r>
            <a:endParaRPr lang="en-US" dirty="0"/>
          </a:p>
        </p:txBody>
      </p:sp>
      <p:sp>
        <p:nvSpPr>
          <p:cNvPr id="2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B91B465-67C5-4640-A3ED-78F1CCD11601}" type="slidenum">
              <a:rPr lang="en-US" altLang="en-US"/>
              <a:pPr eaLnBrk="1" hangingPunct="1"/>
              <a:t>37</a:t>
            </a:fld>
            <a:endParaRPr lang="en-US" altLang="en-US"/>
          </a:p>
        </p:txBody>
      </p:sp>
      <p:grpSp>
        <p:nvGrpSpPr>
          <p:cNvPr id="27651" name="Group 31"/>
          <p:cNvGrpSpPr>
            <a:grpSpLocks/>
          </p:cNvGrpSpPr>
          <p:nvPr/>
        </p:nvGrpSpPr>
        <p:grpSpPr bwMode="auto">
          <a:xfrm>
            <a:off x="444500" y="1668571"/>
            <a:ext cx="8255000" cy="4416425"/>
            <a:chOff x="432" y="1392"/>
            <a:chExt cx="5200" cy="2782"/>
          </a:xfrm>
        </p:grpSpPr>
        <p:grpSp>
          <p:nvGrpSpPr>
            <p:cNvPr id="27653" name="Group 6"/>
            <p:cNvGrpSpPr>
              <a:grpSpLocks/>
            </p:cNvGrpSpPr>
            <p:nvPr/>
          </p:nvGrpSpPr>
          <p:grpSpPr bwMode="auto">
            <a:xfrm>
              <a:off x="965" y="1795"/>
              <a:ext cx="4216" cy="2055"/>
              <a:chOff x="744" y="1209"/>
              <a:chExt cx="4216" cy="2055"/>
            </a:xfrm>
          </p:grpSpPr>
          <p:sp>
            <p:nvSpPr>
              <p:cNvPr id="27674" name="Line 4"/>
              <p:cNvSpPr>
                <a:spLocks noChangeShapeType="1"/>
              </p:cNvSpPr>
              <p:nvPr/>
            </p:nvSpPr>
            <p:spPr bwMode="auto">
              <a:xfrm>
                <a:off x="744" y="1209"/>
                <a:ext cx="0" cy="204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75" name="Line 5"/>
              <p:cNvSpPr>
                <a:spLocks noChangeShapeType="1"/>
              </p:cNvSpPr>
              <p:nvPr/>
            </p:nvSpPr>
            <p:spPr bwMode="auto">
              <a:xfrm>
                <a:off x="753" y="3264"/>
                <a:ext cx="420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7654" name="Line 7"/>
            <p:cNvSpPr>
              <a:spLocks noChangeShapeType="1"/>
            </p:cNvSpPr>
            <p:nvPr/>
          </p:nvSpPr>
          <p:spPr bwMode="auto">
            <a:xfrm>
              <a:off x="982" y="2986"/>
              <a:ext cx="4191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5" name="Arc 8"/>
            <p:cNvSpPr>
              <a:spLocks/>
            </p:cNvSpPr>
            <p:nvPr/>
          </p:nvSpPr>
          <p:spPr bwMode="auto">
            <a:xfrm>
              <a:off x="985" y="1786"/>
              <a:ext cx="1410" cy="112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570" y="21599"/>
                  </a:moveTo>
                  <a:cubicBezTo>
                    <a:pt x="9652" y="21583"/>
                    <a:pt x="0" y="11917"/>
                    <a:pt x="0" y="0"/>
                  </a:cubicBezTo>
                </a:path>
                <a:path w="21600" h="21600" stroke="0" extrusionOk="0">
                  <a:moveTo>
                    <a:pt x="21570" y="21599"/>
                  </a:moveTo>
                  <a:cubicBezTo>
                    <a:pt x="9652" y="21583"/>
                    <a:pt x="0" y="11917"/>
                    <a:pt x="0" y="0"/>
                  </a:cubicBezTo>
                  <a:lnTo>
                    <a:pt x="21600" y="0"/>
                  </a:lnTo>
                  <a:lnTo>
                    <a:pt x="21570" y="21599"/>
                  </a:lnTo>
                  <a:close/>
                </a:path>
              </a:pathLst>
            </a:custGeom>
            <a:noFill/>
            <a:ln w="508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6" name="Line 9"/>
            <p:cNvSpPr>
              <a:spLocks noChangeShapeType="1"/>
            </p:cNvSpPr>
            <p:nvPr/>
          </p:nvSpPr>
          <p:spPr bwMode="auto">
            <a:xfrm>
              <a:off x="2408" y="2903"/>
              <a:ext cx="2765" cy="6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7" name="Rectangle 12"/>
            <p:cNvSpPr>
              <a:spLocks noChangeArrowheads="1"/>
            </p:cNvSpPr>
            <p:nvPr/>
          </p:nvSpPr>
          <p:spPr bwMode="auto">
            <a:xfrm>
              <a:off x="1488" y="3888"/>
              <a:ext cx="414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10	20	30	 40	           2,000 stocks</a:t>
              </a:r>
            </a:p>
          </p:txBody>
        </p:sp>
        <p:sp>
          <p:nvSpPr>
            <p:cNvPr id="27658" name="Rectangle 14"/>
            <p:cNvSpPr>
              <a:spLocks noChangeArrowheads="1"/>
            </p:cNvSpPr>
            <p:nvPr/>
          </p:nvSpPr>
          <p:spPr bwMode="auto">
            <a:xfrm>
              <a:off x="1928" y="1547"/>
              <a:ext cx="2638" cy="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 b="1">
                  <a:latin typeface="Arial" panose="020B0604020202020204" pitchFamily="34" charset="0"/>
                </a:rPr>
                <a:t>Company Specific (Diversifiable) Risk</a:t>
              </a:r>
            </a:p>
          </p:txBody>
        </p:sp>
        <p:sp>
          <p:nvSpPr>
            <p:cNvPr id="27659" name="Rectangle 15"/>
            <p:cNvSpPr>
              <a:spLocks noChangeArrowheads="1"/>
            </p:cNvSpPr>
            <p:nvPr/>
          </p:nvSpPr>
          <p:spPr bwMode="auto">
            <a:xfrm>
              <a:off x="969" y="2990"/>
              <a:ext cx="4216" cy="85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7660" name="Rectangle 16"/>
            <p:cNvSpPr>
              <a:spLocks noChangeArrowheads="1"/>
            </p:cNvSpPr>
            <p:nvPr/>
          </p:nvSpPr>
          <p:spPr bwMode="auto">
            <a:xfrm>
              <a:off x="2198" y="3188"/>
              <a:ext cx="1374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 b="1">
                  <a:latin typeface="Arial" panose="020B0604020202020204" pitchFamily="34" charset="0"/>
                </a:rPr>
                <a:t>Market Risk</a:t>
              </a:r>
            </a:p>
          </p:txBody>
        </p:sp>
        <p:sp>
          <p:nvSpPr>
            <p:cNvPr id="27661" name="Line 17"/>
            <p:cNvSpPr>
              <a:spLocks noChangeShapeType="1"/>
            </p:cNvSpPr>
            <p:nvPr/>
          </p:nvSpPr>
          <p:spPr bwMode="auto">
            <a:xfrm>
              <a:off x="1637" y="3807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2" name="Line 18"/>
            <p:cNvSpPr>
              <a:spLocks noChangeShapeType="1"/>
            </p:cNvSpPr>
            <p:nvPr/>
          </p:nvSpPr>
          <p:spPr bwMode="auto">
            <a:xfrm>
              <a:off x="2213" y="3807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3" name="Line 19"/>
            <p:cNvSpPr>
              <a:spLocks noChangeShapeType="1"/>
            </p:cNvSpPr>
            <p:nvPr/>
          </p:nvSpPr>
          <p:spPr bwMode="auto">
            <a:xfrm>
              <a:off x="2789" y="3807"/>
              <a:ext cx="0" cy="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4" name="Line 20"/>
            <p:cNvSpPr>
              <a:spLocks noChangeShapeType="1"/>
            </p:cNvSpPr>
            <p:nvPr/>
          </p:nvSpPr>
          <p:spPr bwMode="auto">
            <a:xfrm>
              <a:off x="3413" y="3807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5" name="Line 21"/>
            <p:cNvSpPr>
              <a:spLocks noChangeShapeType="1"/>
            </p:cNvSpPr>
            <p:nvPr/>
          </p:nvSpPr>
          <p:spPr bwMode="auto">
            <a:xfrm>
              <a:off x="3946" y="3807"/>
              <a:ext cx="87" cy="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6" name="Line 22"/>
            <p:cNvSpPr>
              <a:spLocks noChangeShapeType="1"/>
            </p:cNvSpPr>
            <p:nvPr/>
          </p:nvSpPr>
          <p:spPr bwMode="auto">
            <a:xfrm flipV="1">
              <a:off x="4042" y="3799"/>
              <a:ext cx="39" cy="1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7" name="Line 23"/>
            <p:cNvSpPr>
              <a:spLocks noChangeShapeType="1"/>
            </p:cNvSpPr>
            <p:nvPr/>
          </p:nvSpPr>
          <p:spPr bwMode="auto">
            <a:xfrm>
              <a:off x="4090" y="3807"/>
              <a:ext cx="39" cy="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8" name="Rectangle 24"/>
            <p:cNvSpPr>
              <a:spLocks noChangeArrowheads="1"/>
            </p:cNvSpPr>
            <p:nvPr/>
          </p:nvSpPr>
          <p:spPr bwMode="auto">
            <a:xfrm>
              <a:off x="519" y="2823"/>
              <a:ext cx="499" cy="1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ts val="36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20%</a:t>
              </a:r>
            </a:p>
            <a:p>
              <a:pPr algn="ctr">
                <a:lnSpc>
                  <a:spcPts val="36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b="1">
                <a:latin typeface="Arial" panose="020B0604020202020204" pitchFamily="34" charset="0"/>
              </a:endParaRPr>
            </a:p>
            <a:p>
              <a:pPr algn="ctr">
                <a:lnSpc>
                  <a:spcPts val="36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b="1">
                <a:latin typeface="Arial" panose="020B0604020202020204" pitchFamily="34" charset="0"/>
              </a:endParaRPr>
            </a:p>
            <a:p>
              <a:pPr algn="ctr">
                <a:lnSpc>
                  <a:spcPts val="36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 0</a:t>
              </a:r>
            </a:p>
          </p:txBody>
        </p:sp>
        <p:sp>
          <p:nvSpPr>
            <p:cNvPr id="27669" name="Rectangle 25"/>
            <p:cNvSpPr>
              <a:spLocks noChangeArrowheads="1"/>
            </p:cNvSpPr>
            <p:nvPr/>
          </p:nvSpPr>
          <p:spPr bwMode="auto">
            <a:xfrm>
              <a:off x="2300" y="2200"/>
              <a:ext cx="2343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 b="1">
                  <a:latin typeface="Arial" panose="020B0604020202020204" pitchFamily="34" charset="0"/>
                </a:rPr>
                <a:t>Stand-Alone Risk, </a:t>
              </a:r>
              <a:r>
                <a:rPr lang="en-US" altLang="en-US" b="1">
                  <a:latin typeface="Symbol" panose="05050102010706020507" pitchFamily="18" charset="2"/>
                </a:rPr>
                <a:t></a:t>
              </a:r>
              <a:r>
                <a:rPr lang="en-US" altLang="en-US" sz="2800" b="1" baseline="-25000">
                  <a:latin typeface="Arial" panose="020B0604020202020204" pitchFamily="34" charset="0"/>
                </a:rPr>
                <a:t>p</a:t>
              </a:r>
            </a:p>
          </p:txBody>
        </p:sp>
        <p:sp>
          <p:nvSpPr>
            <p:cNvPr id="27670" name="Rectangle 26"/>
            <p:cNvSpPr>
              <a:spLocks noChangeArrowheads="1"/>
            </p:cNvSpPr>
            <p:nvPr/>
          </p:nvSpPr>
          <p:spPr bwMode="auto">
            <a:xfrm>
              <a:off x="864" y="1392"/>
              <a:ext cx="342" cy="3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ts val="36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 b="1">
                  <a:latin typeface="Symbol" panose="05050102010706020507" pitchFamily="18" charset="2"/>
                </a:rPr>
                <a:t></a:t>
              </a:r>
              <a:r>
                <a:rPr lang="en-US" altLang="en-US" sz="2800" b="1" baseline="-25000">
                  <a:latin typeface="Arial" panose="020B0604020202020204" pitchFamily="34" charset="0"/>
                </a:rPr>
                <a:t>p</a:t>
              </a:r>
              <a:endParaRPr lang="en-US" altLang="en-US" sz="2800" b="1">
                <a:latin typeface="Arial" panose="020B0604020202020204" pitchFamily="34" charset="0"/>
              </a:endParaRPr>
            </a:p>
          </p:txBody>
        </p:sp>
        <p:sp>
          <p:nvSpPr>
            <p:cNvPr id="27671" name="Rectangle 27"/>
            <p:cNvSpPr>
              <a:spLocks noChangeArrowheads="1"/>
            </p:cNvSpPr>
            <p:nvPr/>
          </p:nvSpPr>
          <p:spPr bwMode="auto">
            <a:xfrm>
              <a:off x="432" y="1728"/>
              <a:ext cx="499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35%</a:t>
              </a:r>
            </a:p>
          </p:txBody>
        </p:sp>
        <p:sp>
          <p:nvSpPr>
            <p:cNvPr id="27672" name="Line 28"/>
            <p:cNvSpPr>
              <a:spLocks noChangeShapeType="1"/>
            </p:cNvSpPr>
            <p:nvPr/>
          </p:nvSpPr>
          <p:spPr bwMode="auto">
            <a:xfrm flipH="1">
              <a:off x="2600" y="2522"/>
              <a:ext cx="305" cy="3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3" name="Line 29"/>
            <p:cNvSpPr>
              <a:spLocks noChangeShapeType="1"/>
            </p:cNvSpPr>
            <p:nvPr/>
          </p:nvSpPr>
          <p:spPr bwMode="auto">
            <a:xfrm flipH="1">
              <a:off x="1270" y="2094"/>
              <a:ext cx="821" cy="70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Stand-alone risk = </a:t>
            </a:r>
            <a:br>
              <a:rPr lang="en-US" altLang="en-US" dirty="0"/>
            </a:br>
            <a:r>
              <a:rPr lang="en-US" altLang="en-US" dirty="0"/>
              <a:t>Market risk + Diversifiable risk</a:t>
            </a:r>
          </a:p>
        </p:txBody>
      </p:sp>
      <p:sp>
        <p:nvSpPr>
          <p:cNvPr id="28676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152400" y="1524000"/>
            <a:ext cx="8839200" cy="4652963"/>
          </a:xfrm>
        </p:spPr>
        <p:txBody>
          <a:bodyPr/>
          <a:lstStyle/>
          <a:p>
            <a:r>
              <a:rPr lang="en-US" altLang="en-US" sz="3100" dirty="0"/>
              <a:t>Market risk is part of security’s stand-alone risk tha</a:t>
            </a:r>
            <a:r>
              <a:rPr lang="en-US" altLang="en-US" dirty="0"/>
              <a:t>t</a:t>
            </a:r>
          </a:p>
          <a:p>
            <a:pPr lvl="1"/>
            <a:r>
              <a:rPr lang="en-US" altLang="en-US" dirty="0"/>
              <a:t>  </a:t>
            </a:r>
          </a:p>
          <a:p>
            <a:r>
              <a:rPr lang="en-US" altLang="en-US" dirty="0"/>
              <a:t>Firm-specific, or diversifiable, risk is part of security’s stand-alone risk that </a:t>
            </a:r>
          </a:p>
          <a:p>
            <a:pPr lvl="1"/>
            <a:r>
              <a:rPr lang="en-US" altLang="en-US" dirty="0"/>
              <a:t>  </a:t>
            </a:r>
          </a:p>
          <a:p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ABFCF0C-BFC3-4201-BE53-80CDA57B7982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28677" name="Rectangle 8"/>
          <p:cNvSpPr>
            <a:spLocks noChangeArrowheads="1"/>
          </p:cNvSpPr>
          <p:nvPr/>
        </p:nvSpPr>
        <p:spPr bwMode="auto">
          <a:xfrm>
            <a:off x="3276600" y="1114425"/>
            <a:ext cx="52578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b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DF4D2A8-88F7-4A70-B809-CA0169C7DC20}" type="slidenum">
              <a:rPr lang="en-US" altLang="en-US"/>
              <a:pPr eaLnBrk="1" hangingPunct="1"/>
              <a:t>39</a:t>
            </a:fld>
            <a:endParaRPr lang="en-US" altLang="en-US"/>
          </a:p>
        </p:txBody>
      </p:sp>
      <p:sp>
        <p:nvSpPr>
          <p:cNvPr id="29699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Conclusions</a:t>
            </a:r>
          </a:p>
        </p:txBody>
      </p:sp>
      <p:sp>
        <p:nvSpPr>
          <p:cNvPr id="29700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34400" cy="4729163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As more stocks are added, each new stock has a</a:t>
            </a:r>
          </a:p>
          <a:p>
            <a:pPr lvl="1"/>
            <a:r>
              <a:rPr lang="en-US" altLang="en-US" sz="2600" dirty="0"/>
              <a:t>  </a:t>
            </a:r>
          </a:p>
          <a:p>
            <a:pPr eaLnBrk="1" hangingPunct="1"/>
            <a:r>
              <a:rPr lang="en-US" altLang="en-US" sz="3000" dirty="0" err="1">
                <a:latin typeface="Symbol" panose="05050102010706020507" pitchFamily="18" charset="2"/>
              </a:rPr>
              <a:t>s</a:t>
            </a:r>
            <a:r>
              <a:rPr lang="en-US" altLang="en-US" sz="3000" baseline="-25000" dirty="0" err="1"/>
              <a:t>p</a:t>
            </a:r>
            <a:r>
              <a:rPr lang="en-US" altLang="en-US" sz="3000" dirty="0"/>
              <a:t> falls very slowly after about 40 stocks added</a:t>
            </a:r>
            <a:endParaRPr lang="en-US" altLang="en-US" sz="2800" dirty="0"/>
          </a:p>
          <a:p>
            <a:pPr lvl="1"/>
            <a:r>
              <a:rPr lang="en-US" altLang="en-US" sz="2600" dirty="0"/>
              <a:t>lower limit for </a:t>
            </a:r>
            <a:r>
              <a:rPr lang="en-US" altLang="en-US" sz="2600" dirty="0" err="1">
                <a:latin typeface="Symbol" panose="05050102010706020507" pitchFamily="18" charset="2"/>
              </a:rPr>
              <a:t>s</a:t>
            </a:r>
            <a:r>
              <a:rPr lang="en-US" altLang="en-US" sz="2600" baseline="-25000" dirty="0" err="1"/>
              <a:t>p</a:t>
            </a:r>
            <a:r>
              <a:rPr lang="en-US" altLang="en-US" sz="2600" dirty="0"/>
              <a:t> is about 20%</a:t>
            </a:r>
          </a:p>
          <a:p>
            <a:pPr lvl="2"/>
            <a:r>
              <a:rPr lang="en-US" altLang="en-US" sz="2600" dirty="0"/>
              <a:t>   </a:t>
            </a:r>
          </a:p>
          <a:p>
            <a:pPr eaLnBrk="1" hangingPunct="1"/>
            <a:r>
              <a:rPr lang="en-US" altLang="en-US" sz="3000" dirty="0"/>
              <a:t>By forming well-diversified portfolios, investors can</a:t>
            </a:r>
            <a:r>
              <a:rPr lang="en-US" altLang="en-US" sz="2800" dirty="0"/>
              <a:t>: </a:t>
            </a:r>
          </a:p>
          <a:p>
            <a:pPr lvl="1"/>
            <a:r>
              <a:rPr lang="en-US" altLang="en-US" sz="2400" dirty="0"/>
              <a:t> 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Can an investor holding one stock earn a return commensurate with its risk?</a:t>
            </a:r>
          </a:p>
        </p:txBody>
      </p:sp>
      <p:sp>
        <p:nvSpPr>
          <p:cNvPr id="3072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76200" y="1600200"/>
            <a:ext cx="8763000" cy="4576763"/>
          </a:xfrm>
        </p:spPr>
        <p:txBody>
          <a:bodyPr/>
          <a:lstStyle/>
          <a:p>
            <a:r>
              <a:rPr lang="en-US" altLang="en-US" dirty="0"/>
              <a:t>No.  Rational investors minimize risk by holding portfolios.</a:t>
            </a:r>
          </a:p>
          <a:p>
            <a:r>
              <a:rPr lang="en-US" altLang="en-US" dirty="0"/>
              <a:t>They bear only market risk, so prices &amp; returns reflect this lower risk.</a:t>
            </a:r>
          </a:p>
          <a:p>
            <a:r>
              <a:rPr lang="en-US" altLang="en-US" dirty="0"/>
              <a:t>One-stock investor bears higher (stand-alone) risk, so return is less than required by risk.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0425492-9611-4A24-9F70-2C7F7CF25EE1}" type="slidenum">
              <a:rPr lang="en-US" altLang="en-US"/>
              <a:pPr/>
              <a:t>40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altLang="en-US" sz="3600" dirty="0"/>
              <a:t>How is market risk measured for individual securities?</a:t>
            </a:r>
          </a:p>
        </p:txBody>
      </p:sp>
      <p:sp>
        <p:nvSpPr>
          <p:cNvPr id="31748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610600" cy="4652963"/>
          </a:xfrm>
        </p:spPr>
        <p:txBody>
          <a:bodyPr>
            <a:normAutofit/>
          </a:bodyPr>
          <a:lstStyle/>
          <a:p>
            <a:r>
              <a:rPr lang="en-US" altLang="en-US" dirty="0"/>
              <a:t>Market risk –</a:t>
            </a:r>
          </a:p>
          <a:p>
            <a:pPr lvl="1"/>
            <a:r>
              <a:rPr lang="en-US" altLang="en-US" dirty="0"/>
              <a:t> Which is relevant for stocks held in well-diversified portfolios, is the:</a:t>
            </a:r>
          </a:p>
          <a:p>
            <a:pPr lvl="2"/>
            <a:r>
              <a:rPr lang="en-US" altLang="en-US" sz="2500" dirty="0"/>
              <a:t>  </a:t>
            </a:r>
            <a:endParaRPr lang="en-US" altLang="en-US" dirty="0"/>
          </a:p>
          <a:p>
            <a:pPr lvl="1"/>
            <a:r>
              <a:rPr lang="en-US" altLang="en-US" dirty="0"/>
              <a:t>Measured by a stock’s beta coefficient.  </a:t>
            </a:r>
          </a:p>
          <a:p>
            <a:pPr lvl="2"/>
            <a:r>
              <a:rPr lang="en-US" altLang="en-US" sz="2500" dirty="0"/>
              <a:t>Beta is found by</a:t>
            </a:r>
          </a:p>
          <a:p>
            <a:pPr lvl="3"/>
            <a:r>
              <a:rPr lang="en-US" altLang="en-US" sz="2300" dirty="0"/>
              <a:t> </a:t>
            </a:r>
            <a:endParaRPr lang="en-US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9C66246-DC7A-4F37-A649-C14978D43022}" type="slidenum">
              <a:rPr lang="en-US" altLang="en-US"/>
              <a:pPr/>
              <a:t>41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Beta Measurements </a:t>
            </a:r>
          </a:p>
        </p:txBody>
      </p:sp>
      <p:sp>
        <p:nvSpPr>
          <p:cNvPr id="3277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1447800"/>
            <a:ext cx="8763000" cy="4729163"/>
          </a:xfrm>
        </p:spPr>
        <p:txBody>
          <a:bodyPr/>
          <a:lstStyle/>
          <a:p>
            <a:r>
              <a:rPr lang="en-US" altLang="en-US" dirty="0"/>
              <a:t>In addition to measuring a stock’s contribution of risk to a portfolio, beta also measures stock’s</a:t>
            </a:r>
          </a:p>
          <a:p>
            <a:pPr lvl="1"/>
            <a:r>
              <a:rPr lang="en-US" altLang="en-US" dirty="0"/>
              <a:t>  </a:t>
            </a:r>
          </a:p>
          <a:p>
            <a:r>
              <a:rPr lang="en-US" altLang="en-US" dirty="0"/>
              <a:t>Remember: 	</a:t>
            </a:r>
          </a:p>
          <a:p>
            <a:pPr lvl="1"/>
            <a:r>
              <a:rPr lang="en-US" altLang="en-US" sz="3200" dirty="0"/>
              <a:t>  </a:t>
            </a:r>
          </a:p>
          <a:p>
            <a:endParaRPr lang="en-US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B30A2F1-E4A8-4233-B244-F650AC52FE1F}" type="slidenum">
              <a:rPr lang="en-US" altLang="en-US"/>
              <a:pPr/>
              <a:t>42</a:t>
            </a:fld>
            <a:endParaRPr lang="en-US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is beta interpreted?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47291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If b = 1.0, stock has:</a:t>
            </a:r>
          </a:p>
          <a:p>
            <a:pPr lvl="1"/>
            <a:r>
              <a:rPr lang="en-US" dirty="0"/>
              <a:t>   </a:t>
            </a:r>
          </a:p>
          <a:p>
            <a:r>
              <a:rPr lang="en-US" dirty="0"/>
              <a:t>If b &gt;1.0, stock is:</a:t>
            </a:r>
          </a:p>
          <a:p>
            <a:pPr lvl="1"/>
            <a:r>
              <a:rPr lang="en-US" dirty="0"/>
              <a:t>   </a:t>
            </a:r>
          </a:p>
          <a:p>
            <a:r>
              <a:rPr lang="en-US" dirty="0"/>
              <a:t>If b &lt; 1.0, stock is:</a:t>
            </a:r>
          </a:p>
          <a:p>
            <a:pPr lvl="1"/>
            <a:r>
              <a:rPr lang="en-US" dirty="0"/>
              <a:t>  </a:t>
            </a:r>
          </a:p>
          <a:p>
            <a:r>
              <a:rPr lang="en-US" dirty="0"/>
              <a:t>Most stocks have betas in range:</a:t>
            </a:r>
          </a:p>
          <a:p>
            <a:pPr lvl="1"/>
            <a:r>
              <a:rPr lang="en-US" dirty="0"/>
              <a:t>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6D0D8-5D3B-B8C4-2F02-4E792271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904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Using a Regression to Estimate Beta</a:t>
            </a:r>
          </a:p>
        </p:txBody>
      </p:sp>
      <p:sp>
        <p:nvSpPr>
          <p:cNvPr id="3379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76200" y="1676404"/>
            <a:ext cx="8839200" cy="4816469"/>
          </a:xfrm>
        </p:spPr>
        <p:txBody>
          <a:bodyPr/>
          <a:lstStyle/>
          <a:p>
            <a:r>
              <a:rPr lang="en-US" altLang="en-US" dirty="0"/>
              <a:t>Run regression plotting </a:t>
            </a:r>
          </a:p>
          <a:p>
            <a:pPr lvl="1"/>
            <a:r>
              <a:rPr lang="en-US" altLang="en-US" dirty="0"/>
              <a:t>   </a:t>
            </a:r>
          </a:p>
          <a:p>
            <a:pPr lvl="1"/>
            <a:r>
              <a:rPr lang="en-US" altLang="en-US" dirty="0"/>
              <a:t>   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Slope of regression line:</a:t>
            </a:r>
          </a:p>
          <a:p>
            <a:pPr lvl="1"/>
            <a:r>
              <a:rPr lang="en-US" altLang="en-US" dirty="0"/>
              <a:t>   </a:t>
            </a:r>
          </a:p>
          <a:p>
            <a:pPr lvl="1"/>
            <a:r>
              <a:rPr lang="en-US" altLang="en-US" dirty="0"/>
              <a:t>   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BCAFBC1-FBD2-435F-B0B4-10B5AC46C7F4}" type="slidenum">
              <a:rPr lang="en-US" altLang="en-US"/>
              <a:pPr/>
              <a:t>44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50EBE-8EEA-D350-6C2A-682F5B36C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3600" dirty="0"/>
              <a:t>Use historical stock returns to calculate beta for PQU</a:t>
            </a:r>
            <a:endParaRPr lang="en-US" sz="3600" dirty="0"/>
          </a:p>
        </p:txBody>
      </p:sp>
      <p:sp>
        <p:nvSpPr>
          <p:cNvPr id="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5EEB5A8-52A9-4BC7-8E5D-C0FB0EF84A49}" type="slidenum">
              <a:rPr lang="en-US" altLang="en-US"/>
              <a:pPr eaLnBrk="1" hangingPunct="1"/>
              <a:t>45</a:t>
            </a:fld>
            <a:endParaRPr lang="en-US" altLang="en-US"/>
          </a:p>
        </p:txBody>
      </p:sp>
      <p:graphicFrame>
        <p:nvGraphicFramePr>
          <p:cNvPr id="39997" name="Group 61"/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878287132"/>
              </p:ext>
            </p:extLst>
          </p:nvPr>
        </p:nvGraphicFramePr>
        <p:xfrm>
          <a:off x="1086644" y="1830313"/>
          <a:ext cx="6970712" cy="4526038"/>
        </p:xfrm>
        <a:graphic>
          <a:graphicData uri="http://schemas.openxmlformats.org/drawingml/2006/table">
            <a:tbl>
              <a:tblPr/>
              <a:tblGrid>
                <a:gridCol w="139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5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3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3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5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Year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Market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PQU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5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25.7%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40.0%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5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8.0%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-15.0%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5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-11.0%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-15.0%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5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15.0%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35.0%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5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32.5%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10.0%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5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13.7%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30.0%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5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40.0%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42.0%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5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10.0%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-10.0%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5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-10.8%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-25.0%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5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-13.1%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25.0%</a:t>
                      </a:r>
                    </a:p>
                  </a:txBody>
                  <a:tcPr marT="45709" marB="45709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B9096-FBCE-44B0-743C-1B14BCBC9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Calculating Beta for PQU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2E52D53-23AB-41F4-9C9A-962B48AEF713}" type="slidenum">
              <a:rPr lang="en-US" altLang="en-US"/>
              <a:pPr eaLnBrk="1" hangingPunct="1"/>
              <a:t>46</a:t>
            </a:fld>
            <a:endParaRPr lang="en-US" altLang="en-US"/>
          </a:p>
        </p:txBody>
      </p:sp>
      <p:graphicFrame>
        <p:nvGraphicFramePr>
          <p:cNvPr id="35844" name="Object 5"/>
          <p:cNvGraphicFramePr>
            <a:graphicFrameLocks noGrp="1" noChangeAspect="1"/>
          </p:cNvGraphicFramePr>
          <p:nvPr>
            <p:ph type="chart" idx="4294967295"/>
            <p:extLst>
              <p:ext uri="{D42A27DB-BD31-4B8C-83A1-F6EECF244321}">
                <p14:modId xmlns:p14="http://schemas.microsoft.com/office/powerpoint/2010/main" val="1198480819"/>
              </p:ext>
            </p:extLst>
          </p:nvPr>
        </p:nvGraphicFramePr>
        <p:xfrm>
          <a:off x="725487" y="2014646"/>
          <a:ext cx="7693025" cy="372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7696200" imgH="3724275" progId="MSGraph.Chart.8">
                  <p:embed followColorScheme="full"/>
                </p:oleObj>
              </mc:Choice>
              <mc:Fallback>
                <p:oleObj name="Chart" r:id="rId3" imgW="7696200" imgH="3724275" progId="MSGraph.Chart.8">
                  <p:embed followColorScheme="full"/>
                  <p:pic>
                    <p:nvPicPr>
                      <p:cNvPr id="3584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7" y="2014646"/>
                        <a:ext cx="7693025" cy="372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Beta &amp; PQU Co.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Beta reflects slope of line via regression</a:t>
            </a:r>
          </a:p>
          <a:p>
            <a:r>
              <a:rPr lang="en-US" dirty="0"/>
              <a:t>y   =   mx    +     b</a:t>
            </a:r>
          </a:p>
          <a:p>
            <a:r>
              <a:rPr lang="en-US" dirty="0"/>
              <a:t>         m=slope   + b= y intercept</a:t>
            </a:r>
          </a:p>
          <a:p>
            <a:r>
              <a:rPr lang="en-US" dirty="0" err="1"/>
              <a:t>R</a:t>
            </a:r>
            <a:r>
              <a:rPr lang="en-US" baseline="-25000" dirty="0" err="1"/>
              <a:t>pqu</a:t>
            </a:r>
            <a:r>
              <a:rPr lang="en-US" dirty="0"/>
              <a:t> = 0.8308 </a:t>
            </a:r>
            <a:r>
              <a:rPr lang="en-US" dirty="0" err="1"/>
              <a:t>r</a:t>
            </a:r>
            <a:r>
              <a:rPr lang="en-US" baseline="-25000" dirty="0" err="1"/>
              <a:t>M</a:t>
            </a:r>
            <a:r>
              <a:rPr lang="en-US" dirty="0"/>
              <a:t>   +  0.0256</a:t>
            </a:r>
          </a:p>
          <a:p>
            <a:r>
              <a:rPr lang="en-US" dirty="0"/>
              <a:t>So, PQU’s beta is .8308 &amp; y-intercept @ 2.56%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2E5816-0EEE-044B-17AB-652091F2F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Beta &amp; PQU Co. &amp; R2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</a:t>
            </a:r>
            <a:r>
              <a:rPr lang="en-US" baseline="30000" dirty="0"/>
              <a:t>2</a:t>
            </a:r>
            <a:r>
              <a:rPr lang="en-US" dirty="0"/>
              <a:t> measures degree of dispersion about regression line (</a:t>
            </a:r>
            <a:r>
              <a:rPr lang="en-US" dirty="0" err="1"/>
              <a:t>ie</a:t>
            </a:r>
            <a:r>
              <a:rPr lang="en-US" dirty="0"/>
              <a:t> – measures % of variance explained by regression equation)</a:t>
            </a:r>
          </a:p>
          <a:p>
            <a:r>
              <a:rPr lang="en-US" dirty="0"/>
              <a:t>PQU’s R</a:t>
            </a:r>
            <a:r>
              <a:rPr lang="en-US" baseline="30000" dirty="0"/>
              <a:t>2</a:t>
            </a:r>
            <a:r>
              <a:rPr lang="en-US" dirty="0"/>
              <a:t> of .3546 means about 35% of PQU’s returns are explained by market returns (32% for a typical stock)</a:t>
            </a:r>
          </a:p>
          <a:p>
            <a:r>
              <a:rPr lang="en-US" dirty="0"/>
              <a:t>R</a:t>
            </a:r>
            <a:r>
              <a:rPr lang="en-US" baseline="30000" dirty="0"/>
              <a:t>2</a:t>
            </a:r>
            <a:r>
              <a:rPr lang="en-US" dirty="0"/>
              <a:t> of .95 on portfolio of 40 randomly selected stocks would reflect a regression line with points tightly clustered to it.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7F38A0-A060-E420-6D17-5039B886E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Calculating Beta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839200" cy="4729163"/>
          </a:xfrm>
        </p:spPr>
        <p:txBody>
          <a:bodyPr/>
          <a:lstStyle/>
          <a:p>
            <a:r>
              <a:rPr lang="en-US" dirty="0"/>
              <a:t>Many analysts use S&amp;P 500 to find market return</a:t>
            </a:r>
          </a:p>
          <a:p>
            <a:r>
              <a:rPr lang="en-US" dirty="0"/>
              <a:t>Analysts typically use 4 or 5 years of monthly returns to establish regression line.</a:t>
            </a:r>
          </a:p>
          <a:p>
            <a:r>
              <a:rPr lang="en-US" dirty="0"/>
              <a:t>Some use 52 weeks of weekly returns.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06C5A-27A6-7D03-0651-DB015F55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4203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400" dirty="0"/>
              <a:t>Capital Asset Pricing Model</a:t>
            </a:r>
          </a:p>
        </p:txBody>
      </p:sp>
      <p:sp>
        <p:nvSpPr>
          <p:cNvPr id="52228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Security Market Line (SML) is part of Capital Asset Pricing Model (CAPM).</a:t>
            </a:r>
          </a:p>
          <a:p>
            <a:r>
              <a:rPr lang="en-US" altLang="en-US" dirty="0"/>
              <a:t> Return = Risk Free + Beta (</a:t>
            </a:r>
            <a:r>
              <a:rPr lang="en-US" altLang="en-US" dirty="0" err="1"/>
              <a:t>RetMrkt</a:t>
            </a:r>
            <a:r>
              <a:rPr lang="en-US" altLang="en-US" dirty="0"/>
              <a:t> –</a:t>
            </a:r>
            <a:r>
              <a:rPr lang="en-US" altLang="en-US" dirty="0" err="1"/>
              <a:t>Rf</a:t>
            </a:r>
            <a:r>
              <a:rPr lang="en-US" altLang="en-US" dirty="0"/>
              <a:t>)                                                      </a:t>
            </a:r>
          </a:p>
          <a:p>
            <a:r>
              <a:rPr lang="en-US" altLang="en-US" dirty="0"/>
              <a:t> SML: 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i</a:t>
            </a:r>
            <a:r>
              <a:rPr lang="en-US" altLang="en-US" dirty="0"/>
              <a:t> =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RF</a:t>
            </a:r>
            <a:r>
              <a:rPr lang="en-US" altLang="en-US" dirty="0"/>
              <a:t> + b</a:t>
            </a:r>
            <a:r>
              <a:rPr lang="en-US" altLang="en-US" baseline="-25000" dirty="0"/>
              <a:t>i </a:t>
            </a:r>
            <a:r>
              <a:rPr lang="en-US" altLang="en-US" dirty="0"/>
              <a:t>(R</a:t>
            </a:r>
            <a:r>
              <a:rPr lang="en-US" altLang="en-US" baseline="-25000" dirty="0"/>
              <a:t>PM</a:t>
            </a:r>
            <a:r>
              <a:rPr lang="en-US" altLang="en-US" dirty="0"/>
              <a:t>)</a:t>
            </a:r>
            <a:r>
              <a:rPr lang="en-US" altLang="en-US" baseline="-25000" dirty="0"/>
              <a:t> </a:t>
            </a:r>
            <a:endParaRPr lang="en-US" alt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0FDCB32-C427-42B2-82BE-E732EB56513F}" type="slidenum">
              <a:rPr lang="en-US" altLang="en-US"/>
              <a:pPr/>
              <a:t>50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of Security Market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51A54-0D3C-1D09-5A7F-0E40F707B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81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1039C-06E1-10B2-A8A1-4058F5C36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C1AA1-365B-A5D9-243A-250A49BA3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of Security Market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5CCE5-1C05-FBC2-4EAE-A53CB443C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76404"/>
            <a:ext cx="8534400" cy="495299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B4A43-6F87-3E40-B242-26D641A2D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E8E7C9F-9212-B793-CC1F-0247B3DC72A9}"/>
                  </a:ext>
                </a:extLst>
              </p14:cNvPr>
              <p14:cNvContentPartPr/>
              <p14:nvPr/>
            </p14:nvContentPartPr>
            <p14:xfrm>
              <a:off x="2574360" y="2755800"/>
              <a:ext cx="21960" cy="3171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E8E7C9F-9212-B793-CC1F-0247B3DC72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58520" y="2692440"/>
                <a:ext cx="53280" cy="329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B626D8E-1005-02FF-3A78-C067C80CBC79}"/>
                  </a:ext>
                </a:extLst>
              </p14:cNvPr>
              <p14:cNvContentPartPr/>
              <p14:nvPr/>
            </p14:nvContentPartPr>
            <p14:xfrm>
              <a:off x="6953400" y="3835440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B626D8E-1005-02FF-3A78-C067C80CBC7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44040" y="3826080"/>
                <a:ext cx="190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5DC27DB-DEB9-D75B-C003-4E2148B7C182}"/>
                  </a:ext>
                </a:extLst>
              </p14:cNvPr>
              <p14:cNvContentPartPr/>
              <p14:nvPr/>
            </p14:nvContentPartPr>
            <p14:xfrm>
              <a:off x="2566080" y="5956200"/>
              <a:ext cx="4934520" cy="66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5DC27DB-DEB9-D75B-C003-4E2148B7C18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56720" y="5946840"/>
                <a:ext cx="495324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B35A92C-404C-7227-AC5A-912D67BB6280}"/>
                  </a:ext>
                </a:extLst>
              </p14:cNvPr>
              <p14:cNvContentPartPr/>
              <p14:nvPr/>
            </p14:nvContentPartPr>
            <p14:xfrm>
              <a:off x="1912320" y="2552760"/>
              <a:ext cx="5779080" cy="4087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B35A92C-404C-7227-AC5A-912D67BB628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02960" y="2543400"/>
                <a:ext cx="5797800" cy="41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43905ED-6C41-DDFF-DE3A-89F7AD001D08}"/>
                  </a:ext>
                </a:extLst>
              </p14:cNvPr>
              <p14:cNvContentPartPr/>
              <p14:nvPr/>
            </p14:nvContentPartPr>
            <p14:xfrm>
              <a:off x="1714680" y="1945800"/>
              <a:ext cx="5480280" cy="4114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43905ED-6C41-DDFF-DE3A-89F7AD001D0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05320" y="1936440"/>
                <a:ext cx="5499000" cy="413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14010AF-ECFC-29D1-0CAA-67C8D96B9756}"/>
                  </a:ext>
                </a:extLst>
              </p14:cNvPr>
              <p14:cNvContentPartPr/>
              <p14:nvPr/>
            </p14:nvContentPartPr>
            <p14:xfrm>
              <a:off x="2592000" y="1253520"/>
              <a:ext cx="6388920" cy="4753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14010AF-ECFC-29D1-0CAA-67C8D96B975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82640" y="1244160"/>
                <a:ext cx="6407640" cy="47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3D97ADE-1F68-8699-4D5B-1AA46E1BC579}"/>
                  </a:ext>
                </a:extLst>
              </p14:cNvPr>
              <p14:cNvContentPartPr/>
              <p14:nvPr/>
            </p14:nvContentPartPr>
            <p14:xfrm>
              <a:off x="4636800" y="1915560"/>
              <a:ext cx="3879000" cy="3520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3D97ADE-1F68-8699-4D5B-1AA46E1BC57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627440" y="1906200"/>
                <a:ext cx="3897720" cy="353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9433B5A-C1DB-707C-1F58-44CF9FCF8859}"/>
                  </a:ext>
                </a:extLst>
              </p14:cNvPr>
              <p14:cNvContentPartPr/>
              <p14:nvPr/>
            </p14:nvContentPartPr>
            <p14:xfrm>
              <a:off x="5252040" y="1887120"/>
              <a:ext cx="3196080" cy="722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9433B5A-C1DB-707C-1F58-44CF9FCF885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42680" y="1877760"/>
                <a:ext cx="3214800" cy="74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BFA871F-E9C5-998D-D8B8-D871050C8AA2}"/>
                  </a:ext>
                </a:extLst>
              </p14:cNvPr>
              <p14:cNvContentPartPr/>
              <p14:nvPr/>
            </p14:nvContentPartPr>
            <p14:xfrm>
              <a:off x="613440" y="1103760"/>
              <a:ext cx="5470920" cy="3171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BFA871F-E9C5-998D-D8B8-D871050C8AA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04080" y="1094400"/>
                <a:ext cx="5489640" cy="318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03012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8"/>
          <p:cNvSpPr>
            <a:spLocks noGrp="1" noChangeArrowheads="1"/>
          </p:cNvSpPr>
          <p:nvPr>
            <p:ph type="title"/>
          </p:nvPr>
        </p:nvSpPr>
        <p:spPr>
          <a:xfrm>
            <a:off x="457200" y="365127"/>
            <a:ext cx="8305800" cy="103209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/>
              <a:t>Using SML to calculate required return</a:t>
            </a:r>
          </a:p>
        </p:txBody>
      </p:sp>
      <p:sp>
        <p:nvSpPr>
          <p:cNvPr id="53252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en-US" sz="2800" dirty="0"/>
              <a:t>Security Market Line (SML) is part of Capital Asset Pricing Model (CAPM).                                                       </a:t>
            </a:r>
          </a:p>
          <a:p>
            <a:r>
              <a:rPr lang="en-US" altLang="en-US" sz="2800" dirty="0"/>
              <a:t>SML:  return = risk-free return + Beta(Market risk premium) .</a:t>
            </a:r>
          </a:p>
          <a:p>
            <a:r>
              <a:rPr lang="en-US" altLang="en-US" sz="2800" dirty="0"/>
              <a:t>Assume T-Bill = 7% = </a:t>
            </a:r>
            <a:r>
              <a:rPr lang="en-US" altLang="en-US" sz="2800" dirty="0" err="1"/>
              <a:t>r</a:t>
            </a:r>
            <a:r>
              <a:rPr lang="en-US" altLang="en-US" sz="2800" baseline="-25000" dirty="0" err="1"/>
              <a:t>RF</a:t>
            </a:r>
            <a:r>
              <a:rPr lang="en-US" altLang="en-US" sz="2800" dirty="0"/>
              <a:t>;</a:t>
            </a:r>
          </a:p>
          <a:p>
            <a:pPr marL="0" indent="0">
              <a:buNone/>
            </a:pPr>
            <a:r>
              <a:rPr lang="en-US" altLang="en-US" sz="2800" dirty="0"/>
              <a:t>	 </a:t>
            </a:r>
            <a:r>
              <a:rPr lang="en-US" altLang="en-US" sz="2400" dirty="0"/>
              <a:t>= Return on market =15% = </a:t>
            </a:r>
            <a:r>
              <a:rPr lang="en-US" altLang="en-US" sz="2400" dirty="0" err="1"/>
              <a:t>r</a:t>
            </a:r>
            <a:r>
              <a:rPr lang="en-US" altLang="en-US" sz="2400" baseline="-25000" dirty="0" err="1"/>
              <a:t>M</a:t>
            </a:r>
            <a:r>
              <a:rPr lang="en-US" altLang="en-US" sz="2400" dirty="0"/>
              <a:t> </a:t>
            </a:r>
            <a:endParaRPr lang="en-US" altLang="en-US" sz="2800" dirty="0"/>
          </a:p>
          <a:p>
            <a:r>
              <a:rPr lang="en-US" altLang="en-US" sz="2800" dirty="0"/>
              <a:t>Then:</a:t>
            </a:r>
          </a:p>
          <a:p>
            <a:pPr marL="0" indent="0">
              <a:buNone/>
            </a:pPr>
            <a:r>
              <a:rPr lang="en-US" altLang="en-US" sz="2800" dirty="0"/>
              <a:t>	</a:t>
            </a:r>
            <a:r>
              <a:rPr lang="en-US" altLang="en-US" sz="2400" dirty="0"/>
              <a:t>Market Risk premium = RP</a:t>
            </a:r>
            <a:r>
              <a:rPr lang="en-US" altLang="en-US" sz="2400" baseline="-25000" dirty="0"/>
              <a:t>M</a:t>
            </a:r>
            <a:r>
              <a:rPr lang="en-US" altLang="en-US" sz="2400" dirty="0"/>
              <a:t> = (</a:t>
            </a:r>
            <a:r>
              <a:rPr lang="en-US" altLang="en-US" sz="2400" dirty="0" err="1"/>
              <a:t>r</a:t>
            </a:r>
            <a:r>
              <a:rPr lang="en-US" altLang="en-US" sz="2400" baseline="-25000" dirty="0" err="1"/>
              <a:t>M</a:t>
            </a:r>
            <a:r>
              <a:rPr lang="en-US" altLang="en-US" sz="2400" dirty="0"/>
              <a:t> - </a:t>
            </a:r>
            <a:r>
              <a:rPr lang="en-US" altLang="en-US" sz="2400" dirty="0" err="1"/>
              <a:t>r</a:t>
            </a:r>
            <a:r>
              <a:rPr lang="en-US" altLang="en-US" sz="2400" baseline="-25000" dirty="0" err="1"/>
              <a:t>RF</a:t>
            </a:r>
            <a:r>
              <a:rPr lang="en-US" altLang="en-US" sz="2400" dirty="0"/>
              <a:t>) = 15% - 7% = 8%.</a:t>
            </a:r>
            <a:endParaRPr lang="en-US" altLang="en-US" sz="28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BA9734B-EAD8-490D-AA00-FD5D14D427AF}" type="slidenum">
              <a:rPr lang="en-US" altLang="en-US"/>
              <a:pPr/>
              <a:t>53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SML to calculate required return.</a:t>
            </a:r>
          </a:p>
        </p:txBody>
      </p:sp>
      <p:sp>
        <p:nvSpPr>
          <p:cNvPr id="53252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4892673"/>
          </a:xfrm>
        </p:spPr>
        <p:txBody>
          <a:bodyPr>
            <a:normAutofit/>
          </a:bodyPr>
          <a:lstStyle/>
          <a:p>
            <a:r>
              <a:rPr lang="en-US" altLang="en-US" dirty="0"/>
              <a:t>If company’s Beta  = 1.25</a:t>
            </a:r>
          </a:p>
          <a:p>
            <a:r>
              <a:rPr lang="en-US" altLang="en-US" dirty="0"/>
              <a:t>Then: R = </a:t>
            </a:r>
            <a:r>
              <a:rPr lang="en-US" altLang="en-US" dirty="0" err="1"/>
              <a:t>Rrf</a:t>
            </a:r>
            <a:r>
              <a:rPr lang="en-US" altLang="en-US" dirty="0"/>
              <a:t> + B ( Rm – </a:t>
            </a:r>
            <a:r>
              <a:rPr lang="en-US" altLang="en-US" dirty="0" err="1"/>
              <a:t>Rf</a:t>
            </a:r>
            <a:r>
              <a:rPr lang="en-US" altLang="en-US" dirty="0"/>
              <a:t>).                                                       </a:t>
            </a:r>
          </a:p>
          <a:p>
            <a:r>
              <a:rPr lang="en-US" altLang="en-US" dirty="0"/>
              <a:t>R = .07 + 1.25 (.08) = 17% </a:t>
            </a:r>
          </a:p>
          <a:p>
            <a:r>
              <a:rPr lang="en-US" altLang="en-US" dirty="0" err="1"/>
              <a:t>Req’d</a:t>
            </a:r>
            <a:r>
              <a:rPr lang="en-US" altLang="en-US" dirty="0"/>
              <a:t> return = 17% vs. </a:t>
            </a:r>
          </a:p>
          <a:p>
            <a:pPr lvl="1"/>
            <a:r>
              <a:rPr lang="en-US" altLang="en-US" sz="3200" dirty="0"/>
              <a:t>Expected return of 13%</a:t>
            </a:r>
          </a:p>
          <a:p>
            <a:r>
              <a:rPr lang="en-US" altLang="en-US" dirty="0"/>
              <a:t>Go / No Go ?</a:t>
            </a:r>
          </a:p>
          <a:p>
            <a:pPr lvl="1"/>
            <a:r>
              <a:rPr lang="en-US" altLang="en-US" sz="3200" dirty="0"/>
              <a:t>No Go, it’s overvalued!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BA9734B-EAD8-490D-AA00-FD5D14D427AF}" type="slidenum">
              <a:rPr lang="en-US" altLang="en-US"/>
              <a:pPr/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0208983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57A68-5A4B-11C5-5319-2522B68C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altLang="en-US" sz="3600" dirty="0"/>
              <a:t>Expected Return versus Market Risk: Which investment is best?</a:t>
            </a:r>
            <a:endParaRPr lang="en-US" sz="3600" dirty="0"/>
          </a:p>
        </p:txBody>
      </p:sp>
      <p:sp>
        <p:nvSpPr>
          <p:cNvPr id="6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DCB81C4-5117-4F80-9A71-C855923D650A}" type="slidenum">
              <a:rPr lang="en-US" altLang="en-US"/>
              <a:pPr eaLnBrk="1" hangingPunct="1"/>
              <a:t>55</a:t>
            </a:fld>
            <a:endParaRPr lang="en-US" altLang="en-US"/>
          </a:p>
        </p:txBody>
      </p:sp>
      <p:graphicFrame>
        <p:nvGraphicFramePr>
          <p:cNvPr id="430231" name="Group 151"/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3587306214"/>
              </p:ext>
            </p:extLst>
          </p:nvPr>
        </p:nvGraphicFramePr>
        <p:xfrm>
          <a:off x="685800" y="1752600"/>
          <a:ext cx="7772400" cy="4114801"/>
        </p:xfrm>
        <a:graphic>
          <a:graphicData uri="http://schemas.openxmlformats.org/drawingml/2006/table">
            <a:tbl>
              <a:tblPr/>
              <a:tblGrid>
                <a:gridCol w="2459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0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3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28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Security</a:t>
                      </a: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Expected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Return (%)</a:t>
                      </a: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Risk, b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ymbol" pitchFamily="18" charset="2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Alta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17.4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1.29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Market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15.0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1.00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Am. Foam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13.8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0.68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T-bills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 8.0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0.00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Repo Men             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 1.7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-0.86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79407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5061D02-8CBF-40DC-A5D7-D93B3AF5E669}" type="slidenum">
              <a:rPr lang="en-US" altLang="en-US"/>
              <a:pPr eaLnBrk="1" hangingPunct="1"/>
              <a:t>56</a:t>
            </a:fld>
            <a:endParaRPr lang="en-US" altLang="en-US"/>
          </a:p>
        </p:txBody>
      </p:sp>
      <p:sp>
        <p:nvSpPr>
          <p:cNvPr id="54275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sz="4000" dirty="0"/>
              <a:t>Required Rates of Return</a:t>
            </a:r>
          </a:p>
        </p:txBody>
      </p:sp>
      <p:sp>
        <p:nvSpPr>
          <p:cNvPr id="5427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04800" y="1397218"/>
            <a:ext cx="8458200" cy="5155982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dirty="0"/>
              <a:t>If T-bill =8%, &amp; MRP = 7%</a:t>
            </a:r>
          </a:p>
          <a:p>
            <a:pPr eaLnBrk="1" hangingPunct="1"/>
            <a:r>
              <a:rPr lang="en-US" altLang="en-US" dirty="0"/>
              <a:t>Then required rates of return=</a:t>
            </a:r>
          </a:p>
          <a:p>
            <a:r>
              <a:rPr lang="en-US" altLang="en-US" dirty="0"/>
              <a:t>Return = Risk Free + Beta (RM –Rf)                                                      </a:t>
            </a:r>
          </a:p>
          <a:p>
            <a:r>
              <a:rPr lang="en-US" altLang="en-US" dirty="0"/>
              <a:t>SML: 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i</a:t>
            </a:r>
            <a:r>
              <a:rPr lang="en-US" altLang="en-US" dirty="0"/>
              <a:t> =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RF</a:t>
            </a:r>
            <a:r>
              <a:rPr lang="en-US" altLang="en-US" dirty="0"/>
              <a:t> +  b</a:t>
            </a:r>
            <a:r>
              <a:rPr lang="en-US" altLang="en-US" baseline="-25000" dirty="0"/>
              <a:t>i </a:t>
            </a:r>
            <a:r>
              <a:rPr lang="en-US" altLang="en-US" dirty="0"/>
              <a:t>(R</a:t>
            </a:r>
            <a:r>
              <a:rPr lang="en-US" altLang="en-US" baseline="-25000" dirty="0"/>
              <a:t>PM</a:t>
            </a:r>
            <a:r>
              <a:rPr lang="en-US" altLang="en-US" dirty="0"/>
              <a:t>)</a:t>
            </a:r>
            <a:r>
              <a:rPr lang="en-US" altLang="en-US" baseline="-25000" dirty="0"/>
              <a:t> </a:t>
            </a:r>
            <a:endParaRPr lang="en-US" altLang="en-US" dirty="0"/>
          </a:p>
          <a:p>
            <a:pPr eaLnBrk="1" hangingPunct="1"/>
            <a:r>
              <a:rPr lang="en-US" altLang="en-US" dirty="0" err="1"/>
              <a:t>r</a:t>
            </a:r>
            <a:r>
              <a:rPr lang="en-US" altLang="en-US" baseline="-25000" dirty="0" err="1"/>
              <a:t>Alta</a:t>
            </a:r>
            <a:r>
              <a:rPr lang="en-US" altLang="en-US" dirty="0"/>
              <a:t>  =  8.0% + (7%)(1.29) = 17%.</a:t>
            </a:r>
          </a:p>
          <a:p>
            <a:pPr eaLnBrk="1" hangingPunct="1"/>
            <a:r>
              <a:rPr lang="en-US" altLang="en-US" dirty="0" err="1"/>
              <a:t>r</a:t>
            </a:r>
            <a:r>
              <a:rPr lang="en-US" altLang="en-US" baseline="-25000" dirty="0" err="1"/>
              <a:t>M</a:t>
            </a:r>
            <a:r>
              <a:rPr lang="en-US" altLang="en-US" dirty="0"/>
              <a:t>    =  8.0% + (7%)(1.00) = 15.0%.</a:t>
            </a:r>
          </a:p>
          <a:p>
            <a:pPr eaLnBrk="1" hangingPunct="1"/>
            <a:r>
              <a:rPr lang="en-US" altLang="en-US" dirty="0" err="1"/>
              <a:t>r</a:t>
            </a:r>
            <a:r>
              <a:rPr lang="en-US" altLang="en-US" baseline="-25000" dirty="0" err="1"/>
              <a:t>AmF</a:t>
            </a:r>
            <a:r>
              <a:rPr lang="en-US" altLang="en-US" baseline="-25000" dirty="0"/>
              <a:t>.</a:t>
            </a:r>
            <a:r>
              <a:rPr lang="en-US" altLang="en-US" dirty="0"/>
              <a:t> =  8.0% + (7%)(0.68) = 12.8%.</a:t>
            </a:r>
          </a:p>
          <a:p>
            <a:pPr eaLnBrk="1" hangingPunct="1"/>
            <a:r>
              <a:rPr lang="en-US" altLang="en-US" dirty="0" err="1"/>
              <a:t>r</a:t>
            </a:r>
            <a:r>
              <a:rPr lang="en-US" altLang="en-US" baseline="-25000" dirty="0" err="1"/>
              <a:t>T</a:t>
            </a:r>
            <a:r>
              <a:rPr lang="en-US" altLang="en-US" baseline="-25000" dirty="0"/>
              <a:t>-bill</a:t>
            </a:r>
            <a:r>
              <a:rPr lang="en-US" altLang="en-US" dirty="0"/>
              <a:t> =  8.0% + (7%)(0.00) =  8.0%.</a:t>
            </a:r>
          </a:p>
          <a:p>
            <a:pPr eaLnBrk="1" hangingPunct="1"/>
            <a:r>
              <a:rPr lang="en-US" altLang="en-US" dirty="0" err="1"/>
              <a:t>r</a:t>
            </a:r>
            <a:r>
              <a:rPr lang="en-US" altLang="en-US" baseline="-25000" dirty="0" err="1"/>
              <a:t>Repo</a:t>
            </a:r>
            <a:r>
              <a:rPr lang="en-US" altLang="en-US" dirty="0"/>
              <a:t> =  8.0% + (7%)(-0.86) = 2.0%.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0B56BB-8E65-3E77-6604-7F2824D4E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3600" dirty="0"/>
              <a:t>Expected versus Required Returns (%)</a:t>
            </a:r>
            <a:endParaRPr lang="en-US" sz="3600" dirty="0"/>
          </a:p>
        </p:txBody>
      </p:sp>
      <p:sp>
        <p:nvSpPr>
          <p:cNvPr id="6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4402E6A-02AD-489B-92CA-C85D847078B5}" type="slidenum">
              <a:rPr lang="en-US" altLang="en-US"/>
              <a:pPr eaLnBrk="1" hangingPunct="1"/>
              <a:t>57</a:t>
            </a:fld>
            <a:endParaRPr lang="en-US" altLang="en-US"/>
          </a:p>
        </p:txBody>
      </p:sp>
      <p:graphicFrame>
        <p:nvGraphicFramePr>
          <p:cNvPr id="434346" name="Group 170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172521498"/>
              </p:ext>
            </p:extLst>
          </p:nvPr>
        </p:nvGraphicFramePr>
        <p:xfrm>
          <a:off x="628653" y="1676400"/>
          <a:ext cx="7886697" cy="4184652"/>
        </p:xfrm>
        <a:graphic>
          <a:graphicData uri="http://schemas.openxmlformats.org/drawingml/2006/table">
            <a:tbl>
              <a:tblPr/>
              <a:tblGrid>
                <a:gridCol w="201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7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4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19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9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6" marR="91436"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Exp.</a:t>
                      </a:r>
                    </a:p>
                  </a:txBody>
                  <a:tcPr marL="91436" marR="91436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6" marR="91436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Req.</a:t>
                      </a:r>
                    </a:p>
                  </a:txBody>
                  <a:tcPr marL="91436" marR="91436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6" marR="91436"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  </a:t>
                      </a:r>
                    </a:p>
                  </a:txBody>
                  <a:tcPr marL="91436" marR="9143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</a:p>
                  </a:txBody>
                  <a:tcPr marL="91436" marR="914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6" marR="914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</a:p>
                  </a:txBody>
                  <a:tcPr marL="91436" marR="914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6" marR="91436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Alta</a:t>
                      </a:r>
                    </a:p>
                  </a:txBody>
                  <a:tcPr marL="91436" marR="9143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17.4</a:t>
                      </a:r>
                    </a:p>
                  </a:txBody>
                  <a:tcPr marL="91436" marR="9143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6" marR="914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17.0</a:t>
                      </a:r>
                    </a:p>
                  </a:txBody>
                  <a:tcPr marL="91436" marR="91436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Undervalued </a:t>
                      </a:r>
                    </a:p>
                  </a:txBody>
                  <a:tcPr marL="91436" marR="9143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Market</a:t>
                      </a:r>
                    </a:p>
                  </a:txBody>
                  <a:tcPr marL="91436" marR="9143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15.0</a:t>
                      </a:r>
                    </a:p>
                  </a:txBody>
                  <a:tcPr marL="91436" marR="914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6" marR="914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15.0</a:t>
                      </a:r>
                    </a:p>
                  </a:txBody>
                  <a:tcPr marL="91436" marR="914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Fairly valued</a:t>
                      </a:r>
                    </a:p>
                  </a:txBody>
                  <a:tcPr marL="91436" marR="9143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Am. Foam</a:t>
                      </a:r>
                    </a:p>
                  </a:txBody>
                  <a:tcPr marL="91436" marR="9143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13.8</a:t>
                      </a:r>
                    </a:p>
                  </a:txBody>
                  <a:tcPr marL="91436" marR="914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6" marR="914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12.8</a:t>
                      </a:r>
                    </a:p>
                  </a:txBody>
                  <a:tcPr marL="91436" marR="914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Undervalued</a:t>
                      </a:r>
                    </a:p>
                  </a:txBody>
                  <a:tcPr marL="91436" marR="9143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T-bills</a:t>
                      </a:r>
                    </a:p>
                  </a:txBody>
                  <a:tcPr marL="91436" marR="9143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8.0</a:t>
                      </a:r>
                    </a:p>
                  </a:txBody>
                  <a:tcPr marL="91436" marR="914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6" marR="914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8.0</a:t>
                      </a:r>
                    </a:p>
                  </a:txBody>
                  <a:tcPr marL="91436" marR="914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Fairly valued</a:t>
                      </a:r>
                    </a:p>
                  </a:txBody>
                  <a:tcPr marL="91436" marR="9143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Repo</a:t>
                      </a:r>
                    </a:p>
                  </a:txBody>
                  <a:tcPr marL="91436" marR="9143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1.7</a:t>
                      </a:r>
                    </a:p>
                  </a:txBody>
                  <a:tcPr marL="91436" marR="914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91436" marR="914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2.0</a:t>
                      </a:r>
                    </a:p>
                  </a:txBody>
                  <a:tcPr marL="91436" marR="9143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Overvalued</a:t>
                      </a:r>
                    </a:p>
                  </a:txBody>
                  <a:tcPr marL="91436" marR="9143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80BFF5C-3452-4B58-8823-6DF9F7713502}" type="slidenum">
              <a:rPr lang="en-US" altLang="en-US"/>
              <a:pPr eaLnBrk="1" hangingPunct="1"/>
              <a:t>58</a:t>
            </a:fld>
            <a:endParaRPr lang="en-US" altLang="en-US"/>
          </a:p>
        </p:txBody>
      </p:sp>
      <p:sp>
        <p:nvSpPr>
          <p:cNvPr id="56323" name="Rectangle 27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SML: r</a:t>
            </a:r>
            <a:r>
              <a:rPr lang="en-US" altLang="en-US" baseline="-25000"/>
              <a:t>i</a:t>
            </a:r>
            <a:r>
              <a:rPr lang="en-US" altLang="en-US"/>
              <a:t> = r</a:t>
            </a:r>
            <a:r>
              <a:rPr lang="en-US" altLang="en-US" baseline="-25000"/>
              <a:t>RF</a:t>
            </a:r>
            <a:r>
              <a:rPr lang="en-US" altLang="en-US"/>
              <a:t> + (RP</a:t>
            </a:r>
            <a:r>
              <a:rPr lang="en-US" altLang="en-US" baseline="-25000"/>
              <a:t>M</a:t>
            </a:r>
            <a:r>
              <a:rPr lang="en-US" altLang="en-US"/>
              <a:t>) b</a:t>
            </a:r>
            <a:r>
              <a:rPr lang="en-US" altLang="en-US" baseline="-25000"/>
              <a:t>i</a:t>
            </a:r>
            <a:br>
              <a:rPr lang="en-US" altLang="en-US"/>
            </a:br>
            <a:r>
              <a:rPr lang="en-US" altLang="en-US"/>
              <a:t>        r</a:t>
            </a:r>
            <a:r>
              <a:rPr lang="en-US" altLang="en-US" baseline="-25000"/>
              <a:t>i</a:t>
            </a:r>
            <a:r>
              <a:rPr lang="en-US" altLang="en-US"/>
              <a:t> = 8% + (7%) b</a:t>
            </a:r>
            <a:r>
              <a:rPr lang="en-US" altLang="en-US" baseline="-25000"/>
              <a:t>i</a:t>
            </a:r>
          </a:p>
        </p:txBody>
      </p:sp>
      <p:grpSp>
        <p:nvGrpSpPr>
          <p:cNvPr id="56324" name="Group 30"/>
          <p:cNvGrpSpPr>
            <a:grpSpLocks/>
          </p:cNvGrpSpPr>
          <p:nvPr/>
        </p:nvGrpSpPr>
        <p:grpSpPr bwMode="auto">
          <a:xfrm>
            <a:off x="630981" y="1946097"/>
            <a:ext cx="7884369" cy="4375151"/>
            <a:chOff x="677" y="1248"/>
            <a:chExt cx="5026" cy="2789"/>
          </a:xfrm>
        </p:grpSpPr>
        <p:sp>
          <p:nvSpPr>
            <p:cNvPr id="56325" name="Rectangle 3"/>
            <p:cNvSpPr>
              <a:spLocks noChangeArrowheads="1"/>
            </p:cNvSpPr>
            <p:nvPr/>
          </p:nvSpPr>
          <p:spPr bwMode="auto">
            <a:xfrm>
              <a:off x="1995" y="2760"/>
              <a:ext cx="234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5400" b="1">
                  <a:solidFill>
                    <a:schemeClr val="hlink"/>
                  </a:solidFill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6326" name="Rectangle 4"/>
            <p:cNvSpPr>
              <a:spLocks noChangeArrowheads="1"/>
            </p:cNvSpPr>
            <p:nvPr/>
          </p:nvSpPr>
          <p:spPr bwMode="auto">
            <a:xfrm>
              <a:off x="1275" y="3192"/>
              <a:ext cx="234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5400" b="1"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6327" name="Line 5"/>
            <p:cNvSpPr>
              <a:spLocks noChangeShapeType="1"/>
            </p:cNvSpPr>
            <p:nvPr/>
          </p:nvSpPr>
          <p:spPr bwMode="auto">
            <a:xfrm flipV="1">
              <a:off x="729" y="1922"/>
              <a:ext cx="3727" cy="19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28" name="Rectangle 6"/>
            <p:cNvSpPr>
              <a:spLocks noChangeArrowheads="1"/>
            </p:cNvSpPr>
            <p:nvPr/>
          </p:nvSpPr>
          <p:spPr bwMode="auto">
            <a:xfrm>
              <a:off x="834" y="3325"/>
              <a:ext cx="59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Repo</a:t>
              </a:r>
            </a:p>
          </p:txBody>
        </p:sp>
        <p:sp>
          <p:nvSpPr>
            <p:cNvPr id="56329" name="Rectangle 7"/>
            <p:cNvSpPr>
              <a:spLocks noChangeArrowheads="1"/>
            </p:cNvSpPr>
            <p:nvPr/>
          </p:nvSpPr>
          <p:spPr bwMode="auto">
            <a:xfrm>
              <a:off x="3099" y="2040"/>
              <a:ext cx="234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5400" b="1"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6330" name="Rectangle 8"/>
            <p:cNvSpPr>
              <a:spLocks noChangeArrowheads="1"/>
            </p:cNvSpPr>
            <p:nvPr/>
          </p:nvSpPr>
          <p:spPr bwMode="auto">
            <a:xfrm>
              <a:off x="2803" y="2197"/>
              <a:ext cx="477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Alta</a:t>
              </a:r>
            </a:p>
          </p:txBody>
        </p:sp>
        <p:sp>
          <p:nvSpPr>
            <p:cNvPr id="56331" name="Rectangle 9"/>
            <p:cNvSpPr>
              <a:spLocks noChangeArrowheads="1"/>
            </p:cNvSpPr>
            <p:nvPr/>
          </p:nvSpPr>
          <p:spPr bwMode="auto">
            <a:xfrm>
              <a:off x="2157" y="3120"/>
              <a:ext cx="67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T-bills</a:t>
              </a:r>
            </a:p>
          </p:txBody>
        </p:sp>
        <p:sp>
          <p:nvSpPr>
            <p:cNvPr id="56332" name="Rectangle 10"/>
            <p:cNvSpPr>
              <a:spLocks noChangeArrowheads="1"/>
            </p:cNvSpPr>
            <p:nvPr/>
          </p:nvSpPr>
          <p:spPr bwMode="auto">
            <a:xfrm>
              <a:off x="2524" y="2361"/>
              <a:ext cx="234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5400" b="1"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6333" name="Rectangle 11"/>
            <p:cNvSpPr>
              <a:spLocks noChangeArrowheads="1"/>
            </p:cNvSpPr>
            <p:nvPr/>
          </p:nvSpPr>
          <p:spPr bwMode="auto">
            <a:xfrm>
              <a:off x="3006" y="2889"/>
              <a:ext cx="104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Am. Foam</a:t>
              </a:r>
            </a:p>
          </p:txBody>
        </p:sp>
        <p:sp>
          <p:nvSpPr>
            <p:cNvPr id="56334" name="Line 12"/>
            <p:cNvSpPr>
              <a:spLocks noChangeShapeType="1"/>
            </p:cNvSpPr>
            <p:nvPr/>
          </p:nvSpPr>
          <p:spPr bwMode="auto">
            <a:xfrm>
              <a:off x="2112" y="1646"/>
              <a:ext cx="0" cy="23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35" name="Line 13"/>
            <p:cNvSpPr>
              <a:spLocks noChangeShapeType="1"/>
            </p:cNvSpPr>
            <p:nvPr/>
          </p:nvSpPr>
          <p:spPr bwMode="auto">
            <a:xfrm>
              <a:off x="677" y="3657"/>
              <a:ext cx="40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36" name="Rectangle 14"/>
            <p:cNvSpPr>
              <a:spLocks noChangeArrowheads="1"/>
            </p:cNvSpPr>
            <p:nvPr/>
          </p:nvSpPr>
          <p:spPr bwMode="auto">
            <a:xfrm>
              <a:off x="1215" y="2508"/>
              <a:ext cx="843" cy="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r</a:t>
              </a:r>
              <a:r>
                <a:rPr lang="en-US" altLang="en-US" sz="2400" b="1" baseline="-25000">
                  <a:latin typeface="Arial" panose="020B0604020202020204" pitchFamily="34" charset="0"/>
                </a:rPr>
                <a:t>M</a:t>
              </a:r>
              <a:r>
                <a:rPr lang="en-US" altLang="en-US" sz="2400" b="1">
                  <a:latin typeface="Arial" panose="020B0604020202020204" pitchFamily="34" charset="0"/>
                </a:rPr>
                <a:t>   = 15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b="1">
                <a:latin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 r</a:t>
              </a:r>
              <a:r>
                <a:rPr lang="en-US" altLang="en-US" sz="2400" b="1" baseline="-25000">
                  <a:latin typeface="Arial" panose="020B0604020202020204" pitchFamily="34" charset="0"/>
                </a:rPr>
                <a:t>RF</a:t>
              </a:r>
              <a:r>
                <a:rPr lang="en-US" altLang="en-US" sz="2400" b="1">
                  <a:latin typeface="Arial" panose="020B0604020202020204" pitchFamily="34" charset="0"/>
                </a:rPr>
                <a:t> =   8</a:t>
              </a:r>
            </a:p>
          </p:txBody>
        </p:sp>
        <p:sp>
          <p:nvSpPr>
            <p:cNvPr id="56337" name="Rectangle 15"/>
            <p:cNvSpPr>
              <a:spLocks noChangeArrowheads="1"/>
            </p:cNvSpPr>
            <p:nvPr/>
          </p:nvSpPr>
          <p:spPr bwMode="auto">
            <a:xfrm>
              <a:off x="913" y="3648"/>
              <a:ext cx="441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-1  	        0		      1	               2	</a:t>
              </a:r>
            </a:p>
          </p:txBody>
        </p:sp>
        <p:sp>
          <p:nvSpPr>
            <p:cNvPr id="56338" name="Line 16"/>
            <p:cNvSpPr>
              <a:spLocks noChangeShapeType="1"/>
            </p:cNvSpPr>
            <p:nvPr/>
          </p:nvSpPr>
          <p:spPr bwMode="auto">
            <a:xfrm>
              <a:off x="2121" y="2649"/>
              <a:ext cx="9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39" name="Line 17"/>
            <p:cNvSpPr>
              <a:spLocks noChangeShapeType="1"/>
            </p:cNvSpPr>
            <p:nvPr/>
          </p:nvSpPr>
          <p:spPr bwMode="auto">
            <a:xfrm>
              <a:off x="3072" y="2658"/>
              <a:ext cx="0" cy="9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40" name="Rectangle 19"/>
            <p:cNvSpPr>
              <a:spLocks noChangeArrowheads="1"/>
            </p:cNvSpPr>
            <p:nvPr/>
          </p:nvSpPr>
          <p:spPr bwMode="auto">
            <a:xfrm>
              <a:off x="2936" y="2274"/>
              <a:ext cx="234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5400" b="1">
                  <a:latin typeface="Arial" panose="020B0604020202020204" pitchFamily="34" charset="0"/>
                </a:rPr>
                <a:t>.</a:t>
              </a:r>
            </a:p>
          </p:txBody>
        </p:sp>
        <p:sp>
          <p:nvSpPr>
            <p:cNvPr id="56341" name="Rectangle 21"/>
            <p:cNvSpPr>
              <a:spLocks noChangeArrowheads="1"/>
            </p:cNvSpPr>
            <p:nvPr/>
          </p:nvSpPr>
          <p:spPr bwMode="auto">
            <a:xfrm>
              <a:off x="1766" y="1248"/>
              <a:ext cx="730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="1">
                  <a:latin typeface="Arial" panose="020B0604020202020204" pitchFamily="34" charset="0"/>
                </a:rPr>
                <a:t>r</a:t>
              </a:r>
              <a:r>
                <a:rPr lang="en-US" altLang="en-US" b="1" baseline="-25000">
                  <a:latin typeface="Arial" panose="020B0604020202020204" pitchFamily="34" charset="0"/>
                </a:rPr>
                <a:t>i</a:t>
              </a:r>
              <a:r>
                <a:rPr lang="en-US" altLang="en-US" b="1">
                  <a:latin typeface="Arial" panose="020B0604020202020204" pitchFamily="34" charset="0"/>
                </a:rPr>
                <a:t> (%)</a:t>
              </a:r>
            </a:p>
          </p:txBody>
        </p:sp>
        <p:sp>
          <p:nvSpPr>
            <p:cNvPr id="56342" name="Rectangle 22"/>
            <p:cNvSpPr>
              <a:spLocks noChangeArrowheads="1"/>
            </p:cNvSpPr>
            <p:nvPr/>
          </p:nvSpPr>
          <p:spPr bwMode="auto">
            <a:xfrm>
              <a:off x="4704" y="3445"/>
              <a:ext cx="999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="1">
                  <a:latin typeface="Arial" panose="020B0604020202020204" pitchFamily="34" charset="0"/>
                </a:rPr>
                <a:t>Risk, b</a:t>
              </a:r>
              <a:r>
                <a:rPr lang="en-US" altLang="en-US" b="1" baseline="-25000">
                  <a:latin typeface="Arial" panose="020B0604020202020204" pitchFamily="34" charset="0"/>
                </a:rPr>
                <a:t>i</a:t>
              </a:r>
            </a:p>
          </p:txBody>
        </p:sp>
        <p:sp>
          <p:nvSpPr>
            <p:cNvPr id="56343" name="Rectangle 24"/>
            <p:cNvSpPr>
              <a:spLocks noChangeArrowheads="1"/>
            </p:cNvSpPr>
            <p:nvPr/>
          </p:nvSpPr>
          <p:spPr bwMode="auto">
            <a:xfrm>
              <a:off x="3840" y="2265"/>
              <a:ext cx="73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Market</a:t>
              </a:r>
            </a:p>
          </p:txBody>
        </p:sp>
        <p:sp>
          <p:nvSpPr>
            <p:cNvPr id="56344" name="Line 29"/>
            <p:cNvSpPr>
              <a:spLocks noChangeShapeType="1"/>
            </p:cNvSpPr>
            <p:nvPr/>
          </p:nvSpPr>
          <p:spPr bwMode="auto">
            <a:xfrm flipH="1" flipV="1">
              <a:off x="2736" y="2832"/>
              <a:ext cx="288" cy="19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642F3-93C8-B300-CF05-296317C99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Calculate beta for 2-stock portfolio: 50% Alta &amp; 50% Repo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A5FE4A3-9DC0-4BE5-99EE-D1D4E576D175}" type="slidenum">
              <a:rPr lang="en-US" altLang="en-US"/>
              <a:pPr eaLnBrk="1" hangingPunct="1"/>
              <a:t>59</a:t>
            </a:fld>
            <a:endParaRPr lang="en-US" altLang="en-US"/>
          </a:p>
        </p:txBody>
      </p:sp>
      <p:sp>
        <p:nvSpPr>
          <p:cNvPr id="57348" name="Rectangle 6"/>
          <p:cNvSpPr>
            <a:spLocks noChangeArrowheads="1"/>
          </p:cNvSpPr>
          <p:nvPr/>
        </p:nvSpPr>
        <p:spPr bwMode="auto">
          <a:xfrm>
            <a:off x="2130425" y="2568575"/>
            <a:ext cx="5151438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511175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511175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5111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51117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51117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51117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51117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51117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51117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b</a:t>
            </a:r>
            <a:r>
              <a:rPr lang="en-US" altLang="en-US" baseline="-25000"/>
              <a:t>p</a:t>
            </a:r>
            <a:r>
              <a:rPr lang="en-US" altLang="en-US"/>
              <a:t>	= Weighted average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	= 0.5(b</a:t>
            </a:r>
            <a:r>
              <a:rPr lang="en-US" altLang="en-US" baseline="-25000"/>
              <a:t>Alta</a:t>
            </a:r>
            <a:r>
              <a:rPr lang="en-US" altLang="en-US"/>
              <a:t>) + 0.5(b</a:t>
            </a:r>
            <a:r>
              <a:rPr lang="en-US" altLang="en-US" baseline="-25000"/>
              <a:t>Repo</a:t>
            </a:r>
            <a:r>
              <a:rPr lang="en-US" altLang="en-US"/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	= 0.5(1.29) + 0.5(-0.86)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	= 0.22.</a:t>
            </a: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86106-BD7C-64E6-1139-3A055D974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8610600" cy="118449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Required Return on 2-stock portfolio: 50% Alta &amp; 50% Repo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FD6F5BC-6DCA-485A-9336-15B897F57589}" type="slidenum">
              <a:rPr lang="en-US" altLang="en-US"/>
              <a:pPr eaLnBrk="1" hangingPunct="1"/>
              <a:t>60</a:t>
            </a:fld>
            <a:endParaRPr lang="en-US" altLang="en-US"/>
          </a:p>
        </p:txBody>
      </p:sp>
      <p:sp>
        <p:nvSpPr>
          <p:cNvPr id="58372" name="Rectangle 7"/>
          <p:cNvSpPr>
            <a:spLocks noChangeArrowheads="1"/>
          </p:cNvSpPr>
          <p:nvPr/>
        </p:nvSpPr>
        <p:spPr bwMode="auto">
          <a:xfrm>
            <a:off x="1023144" y="1905000"/>
            <a:ext cx="7097712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571500" algn="l"/>
                <a:tab pos="2519363" algn="dec"/>
                <a:tab pos="4064000" algn="dec"/>
                <a:tab pos="5481638" algn="dec"/>
                <a:tab pos="6921500" algn="dec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571500" algn="l"/>
                <a:tab pos="2519363" algn="dec"/>
                <a:tab pos="4064000" algn="dec"/>
                <a:tab pos="5481638" algn="dec"/>
                <a:tab pos="6921500" algn="dec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571500" algn="l"/>
                <a:tab pos="2519363" algn="dec"/>
                <a:tab pos="4064000" algn="dec"/>
                <a:tab pos="5481638" algn="dec"/>
                <a:tab pos="6921500" algn="dec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571500" algn="l"/>
                <a:tab pos="2519363" algn="dec"/>
                <a:tab pos="4064000" algn="dec"/>
                <a:tab pos="5481638" algn="dec"/>
                <a:tab pos="6921500" algn="dec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571500" algn="l"/>
                <a:tab pos="2519363" algn="dec"/>
                <a:tab pos="4064000" algn="dec"/>
                <a:tab pos="5481638" algn="dec"/>
                <a:tab pos="6921500" algn="dec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571500" algn="l"/>
                <a:tab pos="2519363" algn="dec"/>
                <a:tab pos="4064000" algn="dec"/>
                <a:tab pos="5481638" algn="dec"/>
                <a:tab pos="6921500" algn="dec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571500" algn="l"/>
                <a:tab pos="2519363" algn="dec"/>
                <a:tab pos="4064000" algn="dec"/>
                <a:tab pos="5481638" algn="dec"/>
                <a:tab pos="6921500" algn="dec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571500" algn="l"/>
                <a:tab pos="2519363" algn="dec"/>
                <a:tab pos="4064000" algn="dec"/>
                <a:tab pos="5481638" algn="dec"/>
                <a:tab pos="6921500" algn="dec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571500" algn="l"/>
                <a:tab pos="2519363" algn="dec"/>
                <a:tab pos="4064000" algn="dec"/>
                <a:tab pos="5481638" algn="dec"/>
                <a:tab pos="6921500" algn="dec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 err="1"/>
              <a:t>r</a:t>
            </a:r>
            <a:r>
              <a:rPr lang="en-US" altLang="en-US" baseline="-25000" dirty="0" err="1"/>
              <a:t>p</a:t>
            </a:r>
            <a:r>
              <a:rPr lang="en-US" altLang="en-US" dirty="0"/>
              <a:t>	= 	Weighted average 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   	= 0.5(17%) + 0.5(2%)  = 9.5%.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/>
              <a:t>Or use SML:</a:t>
            </a:r>
          </a:p>
          <a:p>
            <a:pPr>
              <a:lnSpc>
                <a:spcPts val="3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dirty="0" err="1"/>
              <a:t>r</a:t>
            </a:r>
            <a:r>
              <a:rPr lang="en-US" altLang="en-US" baseline="-25000" dirty="0" err="1"/>
              <a:t>p</a:t>
            </a:r>
            <a:r>
              <a:rPr lang="en-US" altLang="en-US" baseline="-25000" dirty="0"/>
              <a:t>	</a:t>
            </a:r>
            <a:r>
              <a:rPr lang="en-US" altLang="en-US" dirty="0"/>
              <a:t>= 	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RF</a:t>
            </a:r>
            <a:r>
              <a:rPr lang="en-US" altLang="en-US" dirty="0"/>
              <a:t> + (RP</a:t>
            </a:r>
            <a:r>
              <a:rPr lang="en-US" altLang="en-US" baseline="-25000" dirty="0"/>
              <a:t>M</a:t>
            </a:r>
            <a:r>
              <a:rPr lang="en-US" altLang="en-US" dirty="0"/>
              <a:t>) b</a:t>
            </a:r>
            <a:r>
              <a:rPr lang="en-US" altLang="en-US" baseline="-25000" dirty="0"/>
              <a:t>p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aseline="-25000" dirty="0"/>
              <a:t>	</a:t>
            </a:r>
            <a:r>
              <a:rPr lang="en-US" altLang="en-US" dirty="0"/>
              <a:t>= 8.0% + 7%(0.22) = 9.5%.</a:t>
            </a: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4867B-8616-0E7A-2FDB-CE4CD37E2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Impact of Inflation Change on SML</a:t>
            </a:r>
            <a:endParaRPr lang="en-US" dirty="0"/>
          </a:p>
        </p:txBody>
      </p:sp>
      <p:sp>
        <p:nvSpPr>
          <p:cNvPr id="2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1337750-D358-4625-B4FA-0AC7FFCDD522}" type="slidenum">
              <a:rPr lang="en-US" altLang="en-US"/>
              <a:pPr eaLnBrk="1" hangingPunct="1"/>
              <a:t>61</a:t>
            </a:fld>
            <a:endParaRPr lang="en-US" altLang="en-US"/>
          </a:p>
        </p:txBody>
      </p:sp>
      <p:grpSp>
        <p:nvGrpSpPr>
          <p:cNvPr id="59395" name="Group 5"/>
          <p:cNvGrpSpPr>
            <a:grpSpLocks/>
          </p:cNvGrpSpPr>
          <p:nvPr/>
        </p:nvGrpSpPr>
        <p:grpSpPr bwMode="auto">
          <a:xfrm>
            <a:off x="750887" y="1752600"/>
            <a:ext cx="7642225" cy="4522788"/>
            <a:chOff x="679" y="1250"/>
            <a:chExt cx="4814" cy="2849"/>
          </a:xfrm>
        </p:grpSpPr>
        <p:sp>
          <p:nvSpPr>
            <p:cNvPr id="59398" name="Line 4"/>
            <p:cNvSpPr>
              <a:spLocks noChangeShapeType="1"/>
            </p:cNvSpPr>
            <p:nvPr/>
          </p:nvSpPr>
          <p:spPr bwMode="auto">
            <a:xfrm>
              <a:off x="1113" y="1580"/>
              <a:ext cx="0" cy="2223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399" name="Line 5"/>
            <p:cNvSpPr>
              <a:spLocks noChangeShapeType="1"/>
            </p:cNvSpPr>
            <p:nvPr/>
          </p:nvSpPr>
          <p:spPr bwMode="auto">
            <a:xfrm>
              <a:off x="1130" y="3819"/>
              <a:ext cx="4287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0" name="Line 6"/>
            <p:cNvSpPr>
              <a:spLocks noChangeShapeType="1"/>
            </p:cNvSpPr>
            <p:nvPr/>
          </p:nvSpPr>
          <p:spPr bwMode="auto">
            <a:xfrm flipV="1">
              <a:off x="1130" y="2348"/>
              <a:ext cx="2934" cy="911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1" name="Rectangle 8"/>
            <p:cNvSpPr>
              <a:spLocks noChangeArrowheads="1"/>
            </p:cNvSpPr>
            <p:nvPr/>
          </p:nvSpPr>
          <p:spPr bwMode="auto">
            <a:xfrm>
              <a:off x="4131" y="2240"/>
              <a:ext cx="672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 b="1">
                  <a:latin typeface="Arial" panose="020B0604020202020204" pitchFamily="34" charset="0"/>
                </a:rPr>
                <a:t>SML</a:t>
              </a:r>
              <a:r>
                <a:rPr lang="en-US" altLang="en-US" sz="2800" b="1" baseline="-250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59402" name="Rectangle 9"/>
            <p:cNvSpPr>
              <a:spLocks noChangeArrowheads="1"/>
            </p:cNvSpPr>
            <p:nvPr/>
          </p:nvSpPr>
          <p:spPr bwMode="auto">
            <a:xfrm>
              <a:off x="3255" y="2869"/>
              <a:ext cx="1957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 b="1">
                  <a:latin typeface="Arial" panose="020B0604020202020204" pitchFamily="34" charset="0"/>
                </a:rPr>
                <a:t>Original situation</a:t>
              </a:r>
            </a:p>
          </p:txBody>
        </p:sp>
        <p:sp>
          <p:nvSpPr>
            <p:cNvPr id="59403" name="Line 10"/>
            <p:cNvSpPr>
              <a:spLocks noChangeShapeType="1"/>
            </p:cNvSpPr>
            <p:nvPr/>
          </p:nvSpPr>
          <p:spPr bwMode="auto">
            <a:xfrm flipH="1" flipV="1">
              <a:off x="3623" y="2520"/>
              <a:ext cx="591" cy="30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4" name="Rectangle 11"/>
            <p:cNvSpPr>
              <a:spLocks noChangeArrowheads="1"/>
            </p:cNvSpPr>
            <p:nvPr/>
          </p:nvSpPr>
          <p:spPr bwMode="auto">
            <a:xfrm>
              <a:off x="851" y="1250"/>
              <a:ext cx="54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r (%)</a:t>
              </a:r>
              <a:endParaRPr lang="en-US" altLang="en-US" sz="2800" b="1">
                <a:latin typeface="Arial" panose="020B0604020202020204" pitchFamily="34" charset="0"/>
              </a:endParaRPr>
            </a:p>
          </p:txBody>
        </p:sp>
        <p:sp>
          <p:nvSpPr>
            <p:cNvPr id="59405" name="Line 12"/>
            <p:cNvSpPr>
              <a:spLocks noChangeShapeType="1"/>
            </p:cNvSpPr>
            <p:nvPr/>
          </p:nvSpPr>
          <p:spPr bwMode="auto">
            <a:xfrm flipV="1">
              <a:off x="1140" y="2085"/>
              <a:ext cx="2885" cy="866"/>
            </a:xfrm>
            <a:prstGeom prst="line">
              <a:avLst/>
            </a:prstGeom>
            <a:noFill/>
            <a:ln w="50800">
              <a:solidFill>
                <a:srgbClr val="FC012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6" name="Rectangle 13"/>
            <p:cNvSpPr>
              <a:spLocks noChangeArrowheads="1"/>
            </p:cNvSpPr>
            <p:nvPr/>
          </p:nvSpPr>
          <p:spPr bwMode="auto">
            <a:xfrm>
              <a:off x="3982" y="1822"/>
              <a:ext cx="672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 b="1">
                  <a:latin typeface="Arial" panose="020B0604020202020204" pitchFamily="34" charset="0"/>
                </a:rPr>
                <a:t>SML</a:t>
              </a:r>
              <a:r>
                <a:rPr lang="en-US" altLang="en-US" sz="2800" b="1" baseline="-250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59407" name="Line 14"/>
            <p:cNvSpPr>
              <a:spLocks noChangeShapeType="1"/>
            </p:cNvSpPr>
            <p:nvPr/>
          </p:nvSpPr>
          <p:spPr bwMode="auto">
            <a:xfrm>
              <a:off x="2528" y="2067"/>
              <a:ext cx="590" cy="2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08" name="Rectangle 15"/>
            <p:cNvSpPr>
              <a:spLocks noChangeArrowheads="1"/>
            </p:cNvSpPr>
            <p:nvPr/>
          </p:nvSpPr>
          <p:spPr bwMode="auto">
            <a:xfrm>
              <a:off x="1056" y="3810"/>
              <a:ext cx="4437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0	0.5	         1.0		1.5	   Risk, b</a:t>
              </a:r>
              <a:r>
                <a:rPr lang="en-US" altLang="en-US" sz="2400" b="1" baseline="-25000">
                  <a:latin typeface="Arial" panose="020B0604020202020204" pitchFamily="34" charset="0"/>
                </a:rPr>
                <a:t>i</a:t>
              </a:r>
            </a:p>
          </p:txBody>
        </p:sp>
        <p:sp>
          <p:nvSpPr>
            <p:cNvPr id="59409" name="Rectangle 17"/>
            <p:cNvSpPr>
              <a:spLocks noChangeArrowheads="1"/>
            </p:cNvSpPr>
            <p:nvPr/>
          </p:nvSpPr>
          <p:spPr bwMode="auto">
            <a:xfrm>
              <a:off x="679" y="2285"/>
              <a:ext cx="328" cy="1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ts val="36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18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15</a:t>
              </a:r>
            </a:p>
            <a:p>
              <a:pPr>
                <a:lnSpc>
                  <a:spcPts val="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11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  8</a:t>
              </a:r>
            </a:p>
          </p:txBody>
        </p:sp>
        <p:sp>
          <p:nvSpPr>
            <p:cNvPr id="59410" name="Rectangle 18"/>
            <p:cNvSpPr>
              <a:spLocks noChangeArrowheads="1"/>
            </p:cNvSpPr>
            <p:nvPr/>
          </p:nvSpPr>
          <p:spPr bwMode="auto">
            <a:xfrm>
              <a:off x="1536" y="1632"/>
              <a:ext cx="1110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 b="1">
                  <a:latin typeface="Arial" panose="020B0604020202020204" pitchFamily="34" charset="0"/>
                </a:rPr>
                <a:t>New SML</a:t>
              </a:r>
            </a:p>
          </p:txBody>
        </p:sp>
        <p:sp>
          <p:nvSpPr>
            <p:cNvPr id="59411" name="Rectangle 19"/>
            <p:cNvSpPr>
              <a:spLocks noChangeArrowheads="1"/>
            </p:cNvSpPr>
            <p:nvPr/>
          </p:nvSpPr>
          <p:spPr bwMode="auto">
            <a:xfrm>
              <a:off x="3168" y="1728"/>
              <a:ext cx="83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Symbol" panose="05050102010706020507" pitchFamily="18" charset="2"/>
                </a:rPr>
                <a:t></a:t>
              </a:r>
              <a:r>
                <a:rPr lang="en-US" altLang="en-US" sz="2400" b="1">
                  <a:latin typeface="Arial" panose="020B0604020202020204" pitchFamily="34" charset="0"/>
                </a:rPr>
                <a:t> I = 3%</a:t>
              </a:r>
            </a:p>
          </p:txBody>
        </p:sp>
        <p:sp>
          <p:nvSpPr>
            <p:cNvPr id="59412" name="Oval 20"/>
            <p:cNvSpPr>
              <a:spLocks noChangeArrowheads="1"/>
            </p:cNvSpPr>
            <p:nvPr/>
          </p:nvSpPr>
          <p:spPr bwMode="auto">
            <a:xfrm>
              <a:off x="2845" y="2392"/>
              <a:ext cx="88" cy="8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9413" name="Oval 21"/>
            <p:cNvSpPr>
              <a:spLocks noChangeArrowheads="1"/>
            </p:cNvSpPr>
            <p:nvPr/>
          </p:nvSpPr>
          <p:spPr bwMode="auto">
            <a:xfrm>
              <a:off x="2845" y="2671"/>
              <a:ext cx="88" cy="8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59414" name="Line 22"/>
            <p:cNvSpPr>
              <a:spLocks noChangeShapeType="1"/>
            </p:cNvSpPr>
            <p:nvPr/>
          </p:nvSpPr>
          <p:spPr bwMode="auto">
            <a:xfrm flipH="1">
              <a:off x="1028" y="2445"/>
              <a:ext cx="1875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5" name="Line 23"/>
            <p:cNvSpPr>
              <a:spLocks noChangeShapeType="1"/>
            </p:cNvSpPr>
            <p:nvPr/>
          </p:nvSpPr>
          <p:spPr bwMode="auto">
            <a:xfrm flipH="1">
              <a:off x="1034" y="2721"/>
              <a:ext cx="1875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9397" name="Line 22"/>
          <p:cNvSpPr>
            <a:spLocks noChangeShapeType="1"/>
          </p:cNvSpPr>
          <p:nvPr/>
        </p:nvSpPr>
        <p:spPr bwMode="auto">
          <a:xfrm rot="5400000" flipH="1">
            <a:off x="3429000" y="50292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A57125-5D9E-DAEB-CE91-B829C4761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Impact of Risk Aversion Change</a:t>
            </a:r>
            <a:endParaRPr lang="en-US" dirty="0"/>
          </a:p>
        </p:txBody>
      </p:sp>
      <p:sp>
        <p:nvSpPr>
          <p:cNvPr id="2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4109B44-DE94-460C-BA08-BFEBA13990F0}" type="slidenum">
              <a:rPr lang="en-US" altLang="en-US"/>
              <a:pPr/>
              <a:t>62</a:t>
            </a:fld>
            <a:endParaRPr lang="en-US" altLang="en-US"/>
          </a:p>
        </p:txBody>
      </p:sp>
      <p:grpSp>
        <p:nvGrpSpPr>
          <p:cNvPr id="60419" name="Group 37"/>
          <p:cNvGrpSpPr>
            <a:grpSpLocks/>
          </p:cNvGrpSpPr>
          <p:nvPr/>
        </p:nvGrpSpPr>
        <p:grpSpPr bwMode="auto">
          <a:xfrm>
            <a:off x="593725" y="1921892"/>
            <a:ext cx="7956550" cy="4459288"/>
            <a:chOff x="470" y="1511"/>
            <a:chExt cx="5012" cy="2809"/>
          </a:xfrm>
        </p:grpSpPr>
        <p:sp>
          <p:nvSpPr>
            <p:cNvPr id="60421" name="Line 8"/>
            <p:cNvSpPr>
              <a:spLocks noChangeShapeType="1"/>
            </p:cNvSpPr>
            <p:nvPr/>
          </p:nvSpPr>
          <p:spPr bwMode="auto">
            <a:xfrm>
              <a:off x="874" y="1806"/>
              <a:ext cx="0" cy="2199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22" name="Line 9"/>
            <p:cNvSpPr>
              <a:spLocks noChangeShapeType="1"/>
            </p:cNvSpPr>
            <p:nvPr/>
          </p:nvSpPr>
          <p:spPr bwMode="auto">
            <a:xfrm>
              <a:off x="864" y="3995"/>
              <a:ext cx="3663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23" name="Line 10"/>
            <p:cNvSpPr>
              <a:spLocks noChangeShapeType="1"/>
            </p:cNvSpPr>
            <p:nvPr/>
          </p:nvSpPr>
          <p:spPr bwMode="auto">
            <a:xfrm flipV="1">
              <a:off x="891" y="2494"/>
              <a:ext cx="3183" cy="991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24" name="Rectangle 11"/>
            <p:cNvSpPr>
              <a:spLocks noChangeArrowheads="1"/>
            </p:cNvSpPr>
            <p:nvPr/>
          </p:nvSpPr>
          <p:spPr bwMode="auto">
            <a:xfrm>
              <a:off x="4096" y="2437"/>
              <a:ext cx="672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 b="1">
                  <a:latin typeface="Arial" panose="020B0604020202020204" pitchFamily="34" charset="0"/>
                </a:rPr>
                <a:t>SML</a:t>
              </a:r>
              <a:r>
                <a:rPr lang="en-US" altLang="en-US" sz="2800" b="1" baseline="-250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60425" name="Rectangle 12"/>
            <p:cNvSpPr>
              <a:spLocks noChangeArrowheads="1"/>
            </p:cNvSpPr>
            <p:nvPr/>
          </p:nvSpPr>
          <p:spPr bwMode="auto">
            <a:xfrm>
              <a:off x="2832" y="3275"/>
              <a:ext cx="1957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 b="1">
                  <a:latin typeface="Arial" panose="020B0604020202020204" pitchFamily="34" charset="0"/>
                </a:rPr>
                <a:t>Original situation</a:t>
              </a:r>
            </a:p>
          </p:txBody>
        </p:sp>
        <p:sp>
          <p:nvSpPr>
            <p:cNvPr id="60426" name="Line 13"/>
            <p:cNvSpPr>
              <a:spLocks noChangeShapeType="1"/>
            </p:cNvSpPr>
            <p:nvPr/>
          </p:nvSpPr>
          <p:spPr bwMode="auto">
            <a:xfrm>
              <a:off x="2602" y="2614"/>
              <a:ext cx="0" cy="14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27" name="Rectangle 14"/>
            <p:cNvSpPr>
              <a:spLocks noChangeArrowheads="1"/>
            </p:cNvSpPr>
            <p:nvPr/>
          </p:nvSpPr>
          <p:spPr bwMode="auto">
            <a:xfrm>
              <a:off x="528" y="1511"/>
              <a:ext cx="720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r (%)</a:t>
              </a:r>
              <a:endParaRPr lang="en-US" altLang="en-US" sz="2800" b="1">
                <a:latin typeface="Arial" panose="020B0604020202020204" pitchFamily="34" charset="0"/>
              </a:endParaRPr>
            </a:p>
          </p:txBody>
        </p:sp>
        <p:sp>
          <p:nvSpPr>
            <p:cNvPr id="60428" name="Rectangle 15"/>
            <p:cNvSpPr>
              <a:spLocks noChangeArrowheads="1"/>
            </p:cNvSpPr>
            <p:nvPr/>
          </p:nvSpPr>
          <p:spPr bwMode="auto">
            <a:xfrm>
              <a:off x="4138" y="1607"/>
              <a:ext cx="672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 b="1">
                  <a:latin typeface="Arial" panose="020B0604020202020204" pitchFamily="34" charset="0"/>
                </a:rPr>
                <a:t>SML</a:t>
              </a:r>
              <a:r>
                <a:rPr lang="en-US" altLang="en-US" sz="2800" b="1" baseline="-250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0429" name="Rectangle 17"/>
            <p:cNvSpPr>
              <a:spLocks noChangeArrowheads="1"/>
            </p:cNvSpPr>
            <p:nvPr/>
          </p:nvSpPr>
          <p:spPr bwMode="auto">
            <a:xfrm>
              <a:off x="2112" y="1883"/>
              <a:ext cx="148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 b="1">
                  <a:latin typeface="Arial" panose="020B0604020202020204" pitchFamily="34" charset="0"/>
                </a:rPr>
                <a:t>After change</a:t>
              </a:r>
            </a:p>
          </p:txBody>
        </p:sp>
        <p:sp>
          <p:nvSpPr>
            <p:cNvPr id="60430" name="Rectangle 18"/>
            <p:cNvSpPr>
              <a:spLocks noChangeArrowheads="1"/>
            </p:cNvSpPr>
            <p:nvPr/>
          </p:nvSpPr>
          <p:spPr bwMode="auto">
            <a:xfrm>
              <a:off x="4591" y="3861"/>
              <a:ext cx="891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 b="1">
                  <a:latin typeface="Arial" panose="020B0604020202020204" pitchFamily="34" charset="0"/>
                </a:rPr>
                <a:t>Risk, b</a:t>
              </a:r>
              <a:r>
                <a:rPr lang="en-US" altLang="en-US" sz="2800" b="1" baseline="-25000">
                  <a:latin typeface="Arial" panose="020B0604020202020204" pitchFamily="34" charset="0"/>
                </a:rPr>
                <a:t>i</a:t>
              </a:r>
            </a:p>
          </p:txBody>
        </p:sp>
        <p:sp>
          <p:nvSpPr>
            <p:cNvPr id="60431" name="Line 19"/>
            <p:cNvSpPr>
              <a:spLocks noChangeShapeType="1"/>
            </p:cNvSpPr>
            <p:nvPr/>
          </p:nvSpPr>
          <p:spPr bwMode="auto">
            <a:xfrm flipV="1">
              <a:off x="891" y="1870"/>
              <a:ext cx="3231" cy="1567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32" name="Line 20"/>
            <p:cNvSpPr>
              <a:spLocks noChangeShapeType="1"/>
            </p:cNvSpPr>
            <p:nvPr/>
          </p:nvSpPr>
          <p:spPr bwMode="auto">
            <a:xfrm flipH="1">
              <a:off x="867" y="2605"/>
              <a:ext cx="1743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33" name="Line 21"/>
            <p:cNvSpPr>
              <a:spLocks noChangeShapeType="1"/>
            </p:cNvSpPr>
            <p:nvPr/>
          </p:nvSpPr>
          <p:spPr bwMode="auto">
            <a:xfrm flipH="1">
              <a:off x="867" y="2989"/>
              <a:ext cx="1743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34" name="Rectangle 22"/>
            <p:cNvSpPr>
              <a:spLocks noChangeArrowheads="1"/>
            </p:cNvSpPr>
            <p:nvPr/>
          </p:nvSpPr>
          <p:spPr bwMode="auto">
            <a:xfrm>
              <a:off x="470" y="2452"/>
              <a:ext cx="328" cy="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18</a:t>
              </a:r>
              <a:endParaRPr lang="en-US" altLang="en-US" sz="2000" b="1">
                <a:latin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 b="1">
                <a:latin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15</a:t>
              </a:r>
              <a:endParaRPr lang="en-US" altLang="en-US" sz="2000" b="1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 b="1">
                <a:latin typeface="Arial" panose="020B0604020202020204" pitchFamily="34" charset="0"/>
              </a:endParaRPr>
            </a:p>
          </p:txBody>
        </p:sp>
        <p:sp>
          <p:nvSpPr>
            <p:cNvPr id="60435" name="Rectangle 23"/>
            <p:cNvSpPr>
              <a:spLocks noChangeArrowheads="1"/>
            </p:cNvSpPr>
            <p:nvPr/>
          </p:nvSpPr>
          <p:spPr bwMode="auto">
            <a:xfrm>
              <a:off x="572" y="3364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Arial" panose="020B0604020202020204" pitchFamily="34" charset="0"/>
                </a:rPr>
                <a:t>8</a:t>
              </a:r>
            </a:p>
          </p:txBody>
        </p:sp>
        <p:sp>
          <p:nvSpPr>
            <p:cNvPr id="60436" name="Rectangle 24"/>
            <p:cNvSpPr>
              <a:spLocks noChangeArrowheads="1"/>
            </p:cNvSpPr>
            <p:nvPr/>
          </p:nvSpPr>
          <p:spPr bwMode="auto">
            <a:xfrm>
              <a:off x="2389" y="3995"/>
              <a:ext cx="42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800" b="1">
                  <a:latin typeface="Arial" panose="020B0604020202020204" pitchFamily="34" charset="0"/>
                </a:rPr>
                <a:t>1.0</a:t>
              </a:r>
            </a:p>
          </p:txBody>
        </p:sp>
        <p:sp>
          <p:nvSpPr>
            <p:cNvPr id="60437" name="Rectangle 25"/>
            <p:cNvSpPr>
              <a:spLocks noChangeArrowheads="1"/>
            </p:cNvSpPr>
            <p:nvPr/>
          </p:nvSpPr>
          <p:spPr bwMode="auto">
            <a:xfrm>
              <a:off x="3169" y="2843"/>
              <a:ext cx="1439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Symbol" panose="05050102010706020507" pitchFamily="18" charset="2"/>
                </a:rPr>
                <a:t></a:t>
              </a:r>
              <a:r>
                <a:rPr lang="en-US" altLang="en-US" sz="2400" b="1">
                  <a:latin typeface="Arial" panose="020B0604020202020204" pitchFamily="34" charset="0"/>
                </a:rPr>
                <a:t> RP</a:t>
              </a:r>
              <a:r>
                <a:rPr lang="en-US" altLang="en-US" sz="2400" b="1" baseline="-25000">
                  <a:latin typeface="Arial" panose="020B0604020202020204" pitchFamily="34" charset="0"/>
                </a:rPr>
                <a:t>M</a:t>
              </a:r>
              <a:r>
                <a:rPr lang="en-US" altLang="en-US" sz="2400" b="1">
                  <a:latin typeface="Arial" panose="020B0604020202020204" pitchFamily="34" charset="0"/>
                </a:rPr>
                <a:t> = 3%</a:t>
              </a:r>
            </a:p>
          </p:txBody>
        </p:sp>
        <p:sp>
          <p:nvSpPr>
            <p:cNvPr id="60438" name="Line 26"/>
            <p:cNvSpPr>
              <a:spLocks noChangeShapeType="1"/>
            </p:cNvSpPr>
            <p:nvPr/>
          </p:nvSpPr>
          <p:spPr bwMode="auto">
            <a:xfrm>
              <a:off x="2659" y="2614"/>
              <a:ext cx="125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39" name="Line 27"/>
            <p:cNvSpPr>
              <a:spLocks noChangeShapeType="1"/>
            </p:cNvSpPr>
            <p:nvPr/>
          </p:nvSpPr>
          <p:spPr bwMode="auto">
            <a:xfrm flipH="1">
              <a:off x="2595" y="2758"/>
              <a:ext cx="207" cy="1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40" name="Line 28"/>
            <p:cNvSpPr>
              <a:spLocks noChangeShapeType="1"/>
            </p:cNvSpPr>
            <p:nvPr/>
          </p:nvSpPr>
          <p:spPr bwMode="auto">
            <a:xfrm>
              <a:off x="2784" y="2747"/>
              <a:ext cx="438" cy="1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41" name="Oval 29"/>
            <p:cNvSpPr>
              <a:spLocks noChangeArrowheads="1"/>
            </p:cNvSpPr>
            <p:nvPr/>
          </p:nvSpPr>
          <p:spPr bwMode="auto">
            <a:xfrm>
              <a:off x="2558" y="2897"/>
              <a:ext cx="88" cy="8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60442" name="Oval 30"/>
            <p:cNvSpPr>
              <a:spLocks noChangeArrowheads="1"/>
            </p:cNvSpPr>
            <p:nvPr/>
          </p:nvSpPr>
          <p:spPr bwMode="auto">
            <a:xfrm>
              <a:off x="2558" y="2561"/>
              <a:ext cx="88" cy="88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60443" name="Line 31"/>
            <p:cNvSpPr>
              <a:spLocks noChangeShapeType="1"/>
            </p:cNvSpPr>
            <p:nvPr/>
          </p:nvSpPr>
          <p:spPr bwMode="auto">
            <a:xfrm>
              <a:off x="2354" y="3078"/>
              <a:ext cx="1067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44" name="Line 32"/>
            <p:cNvSpPr>
              <a:spLocks noChangeShapeType="1"/>
            </p:cNvSpPr>
            <p:nvPr/>
          </p:nvSpPr>
          <p:spPr bwMode="auto">
            <a:xfrm>
              <a:off x="2688" y="2171"/>
              <a:ext cx="288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1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Has CAPM</a:t>
            </a:r>
            <a:br>
              <a:rPr lang="en-US" altLang="en-US" dirty="0"/>
            </a:br>
            <a:r>
              <a:rPr lang="en-US" altLang="en-US" dirty="0"/>
              <a:t> been completely confirmed or refuted?</a:t>
            </a:r>
          </a:p>
        </p:txBody>
      </p:sp>
      <p:sp>
        <p:nvSpPr>
          <p:cNvPr id="61444" name="Rectangle 1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No.  statistical tests have problems that make empirical verification or rejection virtually impossible.</a:t>
            </a:r>
          </a:p>
          <a:p>
            <a:pPr lvl="1"/>
            <a:r>
              <a:rPr lang="en-US" altLang="en-US" dirty="0"/>
              <a:t>Investors’ required returns are based on future risk, but betas are calculated with historical data.</a:t>
            </a:r>
          </a:p>
          <a:p>
            <a:pPr lvl="1"/>
            <a:r>
              <a:rPr lang="en-US" altLang="en-US" dirty="0"/>
              <a:t>Investors may be concerned about  both stand-alone &amp; market risk.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D7C64B8-B402-46F9-B85D-0E949F473220}" type="slidenum">
              <a:rPr lang="en-US" altLang="en-US"/>
              <a:pPr/>
              <a:t>63</a:t>
            </a:fld>
            <a:endParaRPr lang="en-US" alt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  1 - Class - Overview of Fin Mgmt - Master 15ed" id="{B5BAB255-5FBD-6A42-B681-671B4D1566AF}" vid="{EA6B737B-7190-AE47-A40D-D6EA26D2DCE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827</TotalTime>
  <Pages>24</Pages>
  <Words>2356</Words>
  <Application>Microsoft Office PowerPoint</Application>
  <PresentationFormat>On-screen Show (4:3)</PresentationFormat>
  <Paragraphs>492</Paragraphs>
  <Slides>63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2" baseType="lpstr">
      <vt:lpstr>Arial</vt:lpstr>
      <vt:lpstr>Calibri</vt:lpstr>
      <vt:lpstr>Calibri Light</vt:lpstr>
      <vt:lpstr>Symbol</vt:lpstr>
      <vt:lpstr>Tahoma</vt:lpstr>
      <vt:lpstr>Times New Roman</vt:lpstr>
      <vt:lpstr>Wingdings</vt:lpstr>
      <vt:lpstr>Office Theme</vt:lpstr>
      <vt:lpstr>Chart</vt:lpstr>
      <vt:lpstr>CHAPTER 6</vt:lpstr>
      <vt:lpstr>Topics in Chapter</vt:lpstr>
      <vt:lpstr>&gt; Risk, &gt; Return, (both + &amp; -)</vt:lpstr>
      <vt:lpstr>What are investment returns?</vt:lpstr>
      <vt:lpstr>Investment costs $1,000 &amp;  sold after 1 year for $1,100.</vt:lpstr>
      <vt:lpstr>What is investment risk?</vt:lpstr>
      <vt:lpstr>Risk &amp; Return</vt:lpstr>
      <vt:lpstr>Probability Distribution:  Which stock is riskier?  Why?</vt:lpstr>
      <vt:lpstr>WedTech Co</vt:lpstr>
      <vt:lpstr>WedTech Co</vt:lpstr>
      <vt:lpstr>Standard Deviation &amp; Normal Distributions</vt:lpstr>
      <vt:lpstr>Standard Deviation &amp; Normal Distributions</vt:lpstr>
      <vt:lpstr>Stand-Alone Risk</vt:lpstr>
      <vt:lpstr>WedTech Graph</vt:lpstr>
      <vt:lpstr>WedTech Graph</vt:lpstr>
      <vt:lpstr>WedTech Graph</vt:lpstr>
      <vt:lpstr>IBM</vt:lpstr>
      <vt:lpstr>IBM Graph</vt:lpstr>
      <vt:lpstr>IBM Graph</vt:lpstr>
      <vt:lpstr>IBM Graph</vt:lpstr>
      <vt:lpstr>WedTech &amp; IBM in 2 stock Portfolio</vt:lpstr>
      <vt:lpstr>Portfolio Standard Deviation</vt:lpstr>
      <vt:lpstr>WedTech &amp; IBM Portfolio</vt:lpstr>
      <vt:lpstr>WedTech vs. IBM</vt:lpstr>
      <vt:lpstr>WedTech &amp; IBM in 2 stock  Risk Averse Portfolio</vt:lpstr>
      <vt:lpstr>WedTech &amp; IBM in 2 stock  Risk Taker Portfolio</vt:lpstr>
      <vt:lpstr>WedTech &amp; IBM: Adding other stocks to Portfolio</vt:lpstr>
      <vt:lpstr>Historical Risk vs. Return</vt:lpstr>
      <vt:lpstr>Comparing Different Stocks</vt:lpstr>
      <vt:lpstr>Comparing Different Stocks</vt:lpstr>
      <vt:lpstr>Two-Stock Portfolio</vt:lpstr>
      <vt:lpstr>Two-Stock Portfolio: Perfect Positive Correlation (=+1.0)</vt:lpstr>
      <vt:lpstr>Two-Stock Portfolio: Perfect Negative Correlation (=-1.0)</vt:lpstr>
      <vt:lpstr>Two-Stock Portfolio: Historical Partial Correlation (= +0.35)</vt:lpstr>
      <vt:lpstr>Adding Stocks to a Portfolio</vt:lpstr>
      <vt:lpstr>s1 stock  ≈ 35% sMany stocks ≈ 20%</vt:lpstr>
      <vt:lpstr>Risk vs. Number of Stock in Portfolio</vt:lpstr>
      <vt:lpstr>Stand-alone risk =  Market risk + Diversifiable risk</vt:lpstr>
      <vt:lpstr>Conclusions</vt:lpstr>
      <vt:lpstr>Can an investor holding one stock earn a return commensurate with its risk?</vt:lpstr>
      <vt:lpstr>How is market risk measured for individual securities?</vt:lpstr>
      <vt:lpstr>Beta Measurements </vt:lpstr>
      <vt:lpstr>How is beta interpreted?</vt:lpstr>
      <vt:lpstr>Using a Regression to Estimate Beta</vt:lpstr>
      <vt:lpstr>Use historical stock returns to calculate beta for PQU</vt:lpstr>
      <vt:lpstr>Calculating Beta for PQU</vt:lpstr>
      <vt:lpstr>Beta &amp; PQU Co.</vt:lpstr>
      <vt:lpstr>Beta &amp; PQU Co. &amp; R2</vt:lpstr>
      <vt:lpstr>Calculating Beta in Practice</vt:lpstr>
      <vt:lpstr>Capital Asset Pricing Model</vt:lpstr>
      <vt:lpstr>Graph of Security Market Line</vt:lpstr>
      <vt:lpstr>Graph of Security Market Line</vt:lpstr>
      <vt:lpstr>Using SML to calculate required return</vt:lpstr>
      <vt:lpstr>SML to calculate required return.</vt:lpstr>
      <vt:lpstr>Expected Return versus Market Risk: Which investment is best?</vt:lpstr>
      <vt:lpstr>Required Rates of Return</vt:lpstr>
      <vt:lpstr>Expected versus Required Returns (%)</vt:lpstr>
      <vt:lpstr>SML: ri = rRF + (RPM) bi         ri = 8% + (7%) bi</vt:lpstr>
      <vt:lpstr>Calculate beta for 2-stock portfolio: 50% Alta &amp; 50% Repo</vt:lpstr>
      <vt:lpstr>Required Return on 2-stock portfolio: 50% Alta &amp; 50% Repo</vt:lpstr>
      <vt:lpstr>Impact of Inflation Change on SML</vt:lpstr>
      <vt:lpstr>Impact of Risk Aversion Change</vt:lpstr>
      <vt:lpstr>Has CAPM  been completely confirmed or refuted?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</dc:title>
  <dc:subject>Powerpoint show</dc:subject>
  <dc:creator>Diana Montealegre Beltran</dc:creator>
  <cp:lastModifiedBy>Robert M Donchez</cp:lastModifiedBy>
  <cp:revision>53</cp:revision>
  <cp:lastPrinted>2014-01-14T00:25:44Z</cp:lastPrinted>
  <dcterms:created xsi:type="dcterms:W3CDTF">2022-07-20T17:55:28Z</dcterms:created>
  <dcterms:modified xsi:type="dcterms:W3CDTF">2024-02-08T06:11:36Z</dcterms:modified>
</cp:coreProperties>
</file>