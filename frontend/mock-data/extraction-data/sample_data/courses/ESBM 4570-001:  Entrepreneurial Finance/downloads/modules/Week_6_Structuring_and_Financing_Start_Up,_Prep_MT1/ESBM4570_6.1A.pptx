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446" r:id="rId3"/>
    <p:sldId id="450" r:id="rId4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516993"/>
    <a:srgbClr val="A0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F58A6B-4DF9-BF49-A2B4-99FDA206F8FA}" v="1" dt="2025-09-22T03:00:55.1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72"/>
  </p:normalViewPr>
  <p:slideViewPr>
    <p:cSldViewPr snapToGrid="0">
      <p:cViewPr varScale="1">
        <p:scale>
          <a:sx n="191" d="100"/>
          <a:sy n="191" d="100"/>
        </p:scale>
        <p:origin x="664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36240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z="2400" dirty="0"/>
              <a:t>Case Preparation</a:t>
            </a:r>
            <a:endParaRPr sz="16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7823-E684-2C71-4C43-9206AB4B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F5005-73E8-662F-E22E-914CB0E4B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Preparing for the Tesla Case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McDuff &amp; eBay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90D6F-FDBA-B5D2-D67F-B3C325B651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8E6B9-EA71-909A-9CCF-7BD1E49544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77441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5AA1-D9DA-34B9-5C50-C513692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Case Study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990BA-C854-144F-9348-158E6CC7B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r>
              <a:rPr lang="en-US" dirty="0"/>
              <a:t>Case questions open 2 weeks before each Case</a:t>
            </a:r>
          </a:p>
          <a:p>
            <a:r>
              <a:rPr lang="en-US" dirty="0"/>
              <a:t>Tesla is open now.  The questions should guide your focus and paper organization. However – you should NOT use questions and question numbers to organize your paper. </a:t>
            </a:r>
          </a:p>
          <a:p>
            <a:endParaRPr lang="en-US" dirty="0"/>
          </a:p>
          <a:p>
            <a:r>
              <a:rPr lang="en-US" b="1" dirty="0"/>
              <a:t>RUBRIC – </a:t>
            </a:r>
          </a:p>
          <a:p>
            <a:r>
              <a:rPr lang="en-US" dirty="0"/>
              <a:t>It is available in the Group Work section of Assignments AND in the Course Materials section of Modules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C7286-8002-12AC-F5B3-65BBB8D90D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1E746-0616-E1D2-CBFD-2C31A53F5E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95193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</TotalTime>
  <Words>100</Words>
  <Application>Microsoft Macintosh PowerPoint</Application>
  <PresentationFormat>Custom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Rockwell</vt:lpstr>
      <vt:lpstr>Office Theme</vt:lpstr>
      <vt:lpstr>Case Preparation</vt:lpstr>
      <vt:lpstr>Agenda</vt:lpstr>
      <vt:lpstr>Case Study Preparation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10</cp:revision>
  <dcterms:created xsi:type="dcterms:W3CDTF">2022-01-05T04:34:10Z</dcterms:created>
  <dcterms:modified xsi:type="dcterms:W3CDTF">2025-09-22T03:01:15Z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