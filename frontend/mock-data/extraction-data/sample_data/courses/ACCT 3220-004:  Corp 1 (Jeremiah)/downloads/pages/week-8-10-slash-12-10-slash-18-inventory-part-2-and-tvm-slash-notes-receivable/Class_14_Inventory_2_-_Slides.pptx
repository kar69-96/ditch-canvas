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349" r:id="rId2"/>
    <p:sldId id="374" r:id="rId3"/>
    <p:sldId id="375" r:id="rId4"/>
    <p:sldId id="354" r:id="rId5"/>
    <p:sldId id="325" r:id="rId6"/>
    <p:sldId id="322" r:id="rId7"/>
    <p:sldId id="356" r:id="rId8"/>
    <p:sldId id="359" r:id="rId9"/>
    <p:sldId id="360" r:id="rId10"/>
    <p:sldId id="358" r:id="rId11"/>
    <p:sldId id="362" r:id="rId12"/>
    <p:sldId id="361" r:id="rId13"/>
    <p:sldId id="387" r:id="rId14"/>
    <p:sldId id="388" r:id="rId15"/>
    <p:sldId id="267" r:id="rId16"/>
    <p:sldId id="268" r:id="rId17"/>
    <p:sldId id="269" r:id="rId18"/>
    <p:sldId id="294" r:id="rId19"/>
    <p:sldId id="363" r:id="rId20"/>
    <p:sldId id="300" r:id="rId21"/>
    <p:sldId id="301" r:id="rId22"/>
    <p:sldId id="302" r:id="rId23"/>
    <p:sldId id="303" r:id="rId24"/>
    <p:sldId id="304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64" r:id="rId33"/>
    <p:sldId id="314" r:id="rId34"/>
    <p:sldId id="272" r:id="rId35"/>
    <p:sldId id="316" r:id="rId36"/>
    <p:sldId id="365" r:id="rId37"/>
    <p:sldId id="367" r:id="rId38"/>
    <p:sldId id="368" r:id="rId39"/>
    <p:sldId id="369" r:id="rId40"/>
    <p:sldId id="366" r:id="rId41"/>
    <p:sldId id="370" r:id="rId42"/>
    <p:sldId id="371" r:id="rId43"/>
    <p:sldId id="271" r:id="rId44"/>
    <p:sldId id="389" r:id="rId45"/>
    <p:sldId id="28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2F5DE-21A1-4D06-A3C7-F186646DD876}" v="713" dt="2025-10-13T11:50:36.340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60" autoAdjust="0"/>
    <p:restoredTop sz="84767" autoAdjust="0"/>
  </p:normalViewPr>
  <p:slideViewPr>
    <p:cSldViewPr snapToGrid="0" snapToObjects="1">
      <p:cViewPr varScale="1">
        <p:scale>
          <a:sx n="68" d="100"/>
          <a:sy n="68" d="100"/>
        </p:scale>
        <p:origin x="60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FBAB8FF3-7E6E-4856-821D-D240E79FCFC2}"/>
    <pc:docChg chg="undo redo custSel addSld delSld modSld sldOrd">
      <pc:chgData name="Jeremiah Contreras" userId="9ea49ee18badb19e" providerId="LiveId" clId="{FBAB8FF3-7E6E-4856-821D-D240E79FCFC2}" dt="2022-10-12T20:33:58.294" v="610" actId="20577"/>
      <pc:docMkLst>
        <pc:docMk/>
      </pc:docMkLst>
      <pc:sldChg chg="modSp">
        <pc:chgData name="Jeremiah Contreras" userId="9ea49ee18badb19e" providerId="LiveId" clId="{FBAB8FF3-7E6E-4856-821D-D240E79FCFC2}" dt="2022-10-12T15:53:59.926" v="565" actId="207"/>
        <pc:sldMkLst>
          <pc:docMk/>
          <pc:sldMk cId="2717631544" sldId="268"/>
        </pc:sldMkLst>
      </pc:sldChg>
      <pc:sldChg chg="modSp mod modAnim">
        <pc:chgData name="Jeremiah Contreras" userId="9ea49ee18badb19e" providerId="LiveId" clId="{FBAB8FF3-7E6E-4856-821D-D240E79FCFC2}" dt="2022-10-12T01:45:29.255" v="505" actId="1035"/>
        <pc:sldMkLst>
          <pc:docMk/>
          <pc:sldMk cId="162585610" sldId="269"/>
        </pc:sldMkLst>
      </pc:sldChg>
      <pc:sldChg chg="add">
        <pc:chgData name="Jeremiah Contreras" userId="9ea49ee18badb19e" providerId="LiveId" clId="{FBAB8FF3-7E6E-4856-821D-D240E79FCFC2}" dt="2022-10-12T10:24:14.571" v="521"/>
        <pc:sldMkLst>
          <pc:docMk/>
          <pc:sldMk cId="1785390667" sldId="271"/>
        </pc:sldMkLst>
      </pc:sldChg>
      <pc:sldChg chg="addSp modSp del mod modAnim">
        <pc:chgData name="Jeremiah Contreras" userId="9ea49ee18badb19e" providerId="LiveId" clId="{FBAB8FF3-7E6E-4856-821D-D240E79FCFC2}" dt="2022-10-12T10:24:01.493" v="520" actId="2696"/>
        <pc:sldMkLst>
          <pc:docMk/>
          <pc:sldMk cId="2809746994" sldId="271"/>
        </pc:sldMkLst>
      </pc:sldChg>
      <pc:sldChg chg="addSp modSp mod modAnim">
        <pc:chgData name="Jeremiah Contreras" userId="9ea49ee18badb19e" providerId="LiveId" clId="{FBAB8FF3-7E6E-4856-821D-D240E79FCFC2}" dt="2022-10-12T15:55:59.443" v="566" actId="1076"/>
        <pc:sldMkLst>
          <pc:docMk/>
          <pc:sldMk cId="1917818534" sldId="272"/>
        </pc:sldMkLst>
      </pc:sldChg>
      <pc:sldChg chg="modSp mod">
        <pc:chgData name="Jeremiah Contreras" userId="9ea49ee18badb19e" providerId="LiveId" clId="{FBAB8FF3-7E6E-4856-821D-D240E79FCFC2}" dt="2022-10-12T16:18:31.142" v="586" actId="20577"/>
        <pc:sldMkLst>
          <pc:docMk/>
          <pc:sldMk cId="2124903767" sldId="287"/>
        </pc:sldMkLst>
      </pc:sldChg>
      <pc:sldChg chg="modSp mod">
        <pc:chgData name="Jeremiah Contreras" userId="9ea49ee18badb19e" providerId="LiveId" clId="{FBAB8FF3-7E6E-4856-821D-D240E79FCFC2}" dt="2022-10-12T01:07:13.038" v="209" actId="113"/>
        <pc:sldMkLst>
          <pc:docMk/>
          <pc:sldMk cId="2761456481" sldId="296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871637387" sldId="297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120851" sldId="299"/>
        </pc:sldMkLst>
      </pc:sldChg>
      <pc:sldChg chg="modSp mod">
        <pc:chgData name="Jeremiah Contreras" userId="9ea49ee18badb19e" providerId="LiveId" clId="{FBAB8FF3-7E6E-4856-821D-D240E79FCFC2}" dt="2022-10-12T01:11:38.465" v="273" actId="3064"/>
        <pc:sldMkLst>
          <pc:docMk/>
          <pc:sldMk cId="3205041804" sldId="300"/>
        </pc:sldMkLst>
      </pc:sldChg>
      <pc:sldChg chg="modSp mod">
        <pc:chgData name="Jeremiah Contreras" userId="9ea49ee18badb19e" providerId="LiveId" clId="{FBAB8FF3-7E6E-4856-821D-D240E79FCFC2}" dt="2022-10-12T01:12:34.257" v="281" actId="20577"/>
        <pc:sldMkLst>
          <pc:docMk/>
          <pc:sldMk cId="832889768" sldId="301"/>
        </pc:sldMkLst>
      </pc:sldChg>
      <pc:sldChg chg="modSp mod">
        <pc:chgData name="Jeremiah Contreras" userId="9ea49ee18badb19e" providerId="LiveId" clId="{FBAB8FF3-7E6E-4856-821D-D240E79FCFC2}" dt="2022-10-12T01:12:31.042" v="280" actId="20577"/>
        <pc:sldMkLst>
          <pc:docMk/>
          <pc:sldMk cId="3896325297" sldId="302"/>
        </pc:sldMkLst>
      </pc:sldChg>
      <pc:sldChg chg="modSp mod">
        <pc:chgData name="Jeremiah Contreras" userId="9ea49ee18badb19e" providerId="LiveId" clId="{FBAB8FF3-7E6E-4856-821D-D240E79FCFC2}" dt="2022-10-12T01:12:27.058" v="279" actId="20577"/>
        <pc:sldMkLst>
          <pc:docMk/>
          <pc:sldMk cId="42879576" sldId="303"/>
        </pc:sldMkLst>
      </pc:sldChg>
      <pc:sldChg chg="modSp">
        <pc:chgData name="Jeremiah Contreras" userId="9ea49ee18badb19e" providerId="LiveId" clId="{FBAB8FF3-7E6E-4856-821D-D240E79FCFC2}" dt="2022-10-12T01:12:45.276" v="282"/>
        <pc:sldMkLst>
          <pc:docMk/>
          <pc:sldMk cId="2769878505" sldId="304"/>
        </pc:sldMkLst>
      </pc:sldChg>
      <pc:sldChg chg="modSp">
        <pc:chgData name="Jeremiah Contreras" userId="9ea49ee18badb19e" providerId="LiveId" clId="{FBAB8FF3-7E6E-4856-821D-D240E79FCFC2}" dt="2022-10-12T01:12:49.949" v="283"/>
        <pc:sldMkLst>
          <pc:docMk/>
          <pc:sldMk cId="1205672107" sldId="306"/>
        </pc:sldMkLst>
      </pc:sldChg>
      <pc:sldChg chg="modSp">
        <pc:chgData name="Jeremiah Contreras" userId="9ea49ee18badb19e" providerId="LiveId" clId="{FBAB8FF3-7E6E-4856-821D-D240E79FCFC2}" dt="2022-10-12T01:12:53.391" v="284"/>
        <pc:sldMkLst>
          <pc:docMk/>
          <pc:sldMk cId="4249112041" sldId="307"/>
        </pc:sldMkLst>
      </pc:sldChg>
      <pc:sldChg chg="modSp mod">
        <pc:chgData name="Jeremiah Contreras" userId="9ea49ee18badb19e" providerId="LiveId" clId="{FBAB8FF3-7E6E-4856-821D-D240E79FCFC2}" dt="2022-10-12T01:35:59.418" v="432" actId="20577"/>
        <pc:sldMkLst>
          <pc:docMk/>
          <pc:sldMk cId="2276668151" sldId="308"/>
        </pc:sldMkLst>
      </pc:sldChg>
      <pc:sldChg chg="modSp">
        <pc:chgData name="Jeremiah Contreras" userId="9ea49ee18badb19e" providerId="LiveId" clId="{FBAB8FF3-7E6E-4856-821D-D240E79FCFC2}" dt="2022-10-12T01:13:07.989" v="286"/>
        <pc:sldMkLst>
          <pc:docMk/>
          <pc:sldMk cId="3559668065" sldId="309"/>
        </pc:sldMkLst>
      </pc:sldChg>
      <pc:sldChg chg="modSp">
        <pc:chgData name="Jeremiah Contreras" userId="9ea49ee18badb19e" providerId="LiveId" clId="{FBAB8FF3-7E6E-4856-821D-D240E79FCFC2}" dt="2022-10-12T01:13:13.462" v="287"/>
        <pc:sldMkLst>
          <pc:docMk/>
          <pc:sldMk cId="4049003905" sldId="310"/>
        </pc:sldMkLst>
      </pc:sldChg>
      <pc:sldChg chg="modSp">
        <pc:chgData name="Jeremiah Contreras" userId="9ea49ee18badb19e" providerId="LiveId" clId="{FBAB8FF3-7E6E-4856-821D-D240E79FCFC2}" dt="2022-10-12T01:13:16.786" v="288"/>
        <pc:sldMkLst>
          <pc:docMk/>
          <pc:sldMk cId="1613186361" sldId="311"/>
        </pc:sldMkLst>
      </pc:sldChg>
      <pc:sldChg chg="modSp">
        <pc:chgData name="Jeremiah Contreras" userId="9ea49ee18badb19e" providerId="LiveId" clId="{FBAB8FF3-7E6E-4856-821D-D240E79FCFC2}" dt="2022-10-12T01:13:22.280" v="289"/>
        <pc:sldMkLst>
          <pc:docMk/>
          <pc:sldMk cId="1077915480" sldId="312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3724007710" sldId="313"/>
        </pc:sldMkLst>
      </pc:sldChg>
      <pc:sldChg chg="modSp">
        <pc:chgData name="Jeremiah Contreras" userId="9ea49ee18badb19e" providerId="LiveId" clId="{FBAB8FF3-7E6E-4856-821D-D240E79FCFC2}" dt="2022-10-12T01:13:30.045" v="291"/>
        <pc:sldMkLst>
          <pc:docMk/>
          <pc:sldMk cId="1110976314" sldId="314"/>
        </pc:sldMkLst>
      </pc:sldChg>
      <pc:sldChg chg="add">
        <pc:chgData name="Jeremiah Contreras" userId="9ea49ee18badb19e" providerId="LiveId" clId="{FBAB8FF3-7E6E-4856-821D-D240E79FCFC2}" dt="2022-10-12T10:24:14.571" v="521"/>
        <pc:sldMkLst>
          <pc:docMk/>
          <pc:sldMk cId="1386346620" sldId="315"/>
        </pc:sldMkLst>
      </pc:sldChg>
      <pc:sldChg chg="del">
        <pc:chgData name="Jeremiah Contreras" userId="9ea49ee18badb19e" providerId="LiveId" clId="{FBAB8FF3-7E6E-4856-821D-D240E79FCFC2}" dt="2022-10-12T10:24:01.493" v="520" actId="2696"/>
        <pc:sldMkLst>
          <pc:docMk/>
          <pc:sldMk cId="4241020064" sldId="315"/>
        </pc:sldMkLst>
      </pc:sldChg>
      <pc:sldChg chg="modSp mod">
        <pc:chgData name="Jeremiah Contreras" userId="9ea49ee18badb19e" providerId="LiveId" clId="{FBAB8FF3-7E6E-4856-821D-D240E79FCFC2}" dt="2022-10-12T01:15:13.185" v="309" actId="6549"/>
        <pc:sldMkLst>
          <pc:docMk/>
          <pc:sldMk cId="3482701752" sldId="316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861080036" sldId="318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034098980" sldId="319"/>
        </pc:sldMkLst>
      </pc:sldChg>
      <pc:sldChg chg="del">
        <pc:chgData name="Jeremiah Contreras" userId="9ea49ee18badb19e" providerId="LiveId" clId="{FBAB8FF3-7E6E-4856-821D-D240E79FCFC2}" dt="2022-10-09T18:57:17.653" v="4" actId="47"/>
        <pc:sldMkLst>
          <pc:docMk/>
          <pc:sldMk cId="3641857648" sldId="324"/>
        </pc:sldMkLst>
      </pc:sldChg>
      <pc:sldChg chg="addSp modSp mod modAnim">
        <pc:chgData name="Jeremiah Contreras" userId="9ea49ee18badb19e" providerId="LiveId" clId="{FBAB8FF3-7E6E-4856-821D-D240E79FCFC2}" dt="2022-10-12T01:00:11.424" v="192"/>
        <pc:sldMkLst>
          <pc:docMk/>
          <pc:sldMk cId="4135765932" sldId="325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3289057150" sldId="328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3509142287" sldId="329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953888674" sldId="335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2631253980" sldId="336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833261606" sldId="337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3662001447" sldId="338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664861329" sldId="339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035544814" sldId="340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3895193899" sldId="341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521715096" sldId="342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838740997" sldId="343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368832753" sldId="344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5028717" sldId="346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2783947665" sldId="347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3250580844" sldId="348"/>
        </pc:sldMkLst>
      </pc:sldChg>
      <pc:sldChg chg="modSp mod">
        <pc:chgData name="Jeremiah Contreras" userId="9ea49ee18badb19e" providerId="LiveId" clId="{FBAB8FF3-7E6E-4856-821D-D240E79FCFC2}" dt="2022-10-12T15:33:37.392" v="535" actId="255"/>
        <pc:sldMkLst>
          <pc:docMk/>
          <pc:sldMk cId="1964274535" sldId="349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2886213055" sldId="350"/>
        </pc:sldMkLst>
      </pc:sldChg>
      <pc:sldChg chg="del">
        <pc:chgData name="Jeremiah Contreras" userId="9ea49ee18badb19e" providerId="LiveId" clId="{FBAB8FF3-7E6E-4856-821D-D240E79FCFC2}" dt="2022-10-09T18:26:11.300" v="1" actId="47"/>
        <pc:sldMkLst>
          <pc:docMk/>
          <pc:sldMk cId="3509894186" sldId="351"/>
        </pc:sldMkLst>
      </pc:sldChg>
      <pc:sldChg chg="del">
        <pc:chgData name="Jeremiah Contreras" userId="9ea49ee18badb19e" providerId="LiveId" clId="{FBAB8FF3-7E6E-4856-821D-D240E79FCFC2}" dt="2022-10-09T18:55:44.638" v="3" actId="47"/>
        <pc:sldMkLst>
          <pc:docMk/>
          <pc:sldMk cId="3529074658" sldId="352"/>
        </pc:sldMkLst>
      </pc:sldChg>
      <pc:sldChg chg="del">
        <pc:chgData name="Jeremiah Contreras" userId="9ea49ee18badb19e" providerId="LiveId" clId="{FBAB8FF3-7E6E-4856-821D-D240E79FCFC2}" dt="2022-10-09T18:55:40.158" v="2" actId="47"/>
        <pc:sldMkLst>
          <pc:docMk/>
          <pc:sldMk cId="1488044622" sldId="353"/>
        </pc:sldMkLst>
      </pc:sldChg>
      <pc:sldChg chg="modAnim">
        <pc:chgData name="Jeremiah Contreras" userId="9ea49ee18badb19e" providerId="LiveId" clId="{FBAB8FF3-7E6E-4856-821D-D240E79FCFC2}" dt="2022-10-12T15:50:14.659" v="537"/>
        <pc:sldMkLst>
          <pc:docMk/>
          <pc:sldMk cId="2572946867" sldId="360"/>
        </pc:sldMkLst>
      </pc:sldChg>
      <pc:sldChg chg="modSp mod">
        <pc:chgData name="Jeremiah Contreras" userId="9ea49ee18badb19e" providerId="LiveId" clId="{FBAB8FF3-7E6E-4856-821D-D240E79FCFC2}" dt="2022-10-12T01:11:07.063" v="271" actId="3064"/>
        <pc:sldMkLst>
          <pc:docMk/>
          <pc:sldMk cId="1390409090" sldId="363"/>
        </pc:sldMkLst>
      </pc:sldChg>
      <pc:sldChg chg="modSp">
        <pc:chgData name="Jeremiah Contreras" userId="9ea49ee18badb19e" providerId="LiveId" clId="{FBAB8FF3-7E6E-4856-821D-D240E79FCFC2}" dt="2022-10-12T01:13:25.602" v="290"/>
        <pc:sldMkLst>
          <pc:docMk/>
          <pc:sldMk cId="2372119895" sldId="364"/>
        </pc:sldMkLst>
      </pc:sldChg>
      <pc:sldChg chg="addSp delSp modSp mod">
        <pc:chgData name="Jeremiah Contreras" userId="9ea49ee18badb19e" providerId="LiveId" clId="{FBAB8FF3-7E6E-4856-821D-D240E79FCFC2}" dt="2022-10-12T01:47:21.707" v="507" actId="21"/>
        <pc:sldMkLst>
          <pc:docMk/>
          <pc:sldMk cId="867498861" sldId="365"/>
        </pc:sldMkLst>
      </pc:sldChg>
      <pc:sldChg chg="modSp">
        <pc:chgData name="Jeremiah Contreras" userId="9ea49ee18badb19e" providerId="LiveId" clId="{FBAB8FF3-7E6E-4856-821D-D240E79FCFC2}" dt="2022-10-12T01:16:30.580" v="314"/>
        <pc:sldMkLst>
          <pc:docMk/>
          <pc:sldMk cId="2069680893" sldId="366"/>
        </pc:sldMkLst>
      </pc:sldChg>
      <pc:sldChg chg="addSp modSp mod modAnim">
        <pc:chgData name="Jeremiah Contreras" userId="9ea49ee18badb19e" providerId="LiveId" clId="{FBAB8FF3-7E6E-4856-821D-D240E79FCFC2}" dt="2022-10-12T01:47:41.061" v="513"/>
        <pc:sldMkLst>
          <pc:docMk/>
          <pc:sldMk cId="3174207657" sldId="367"/>
        </pc:sldMkLst>
      </pc:sldChg>
      <pc:sldChg chg="addSp modSp mod">
        <pc:chgData name="Jeremiah Contreras" userId="9ea49ee18badb19e" providerId="LiveId" clId="{FBAB8FF3-7E6E-4856-821D-D240E79FCFC2}" dt="2022-10-12T01:47:56.631" v="517" actId="1035"/>
        <pc:sldMkLst>
          <pc:docMk/>
          <pc:sldMk cId="3016140838" sldId="368"/>
        </pc:sldMkLst>
      </pc:sldChg>
      <pc:sldChg chg="addSp modSp mod">
        <pc:chgData name="Jeremiah Contreras" userId="9ea49ee18badb19e" providerId="LiveId" clId="{FBAB8FF3-7E6E-4856-821D-D240E79FCFC2}" dt="2022-10-12T01:48:07.825" v="519" actId="1076"/>
        <pc:sldMkLst>
          <pc:docMk/>
          <pc:sldMk cId="2198208674" sldId="369"/>
        </pc:sldMkLst>
      </pc:sldChg>
      <pc:sldChg chg="modSp">
        <pc:chgData name="Jeremiah Contreras" userId="9ea49ee18badb19e" providerId="LiveId" clId="{FBAB8FF3-7E6E-4856-821D-D240E79FCFC2}" dt="2022-10-12T01:16:35.560" v="315"/>
        <pc:sldMkLst>
          <pc:docMk/>
          <pc:sldMk cId="2702175946" sldId="370"/>
        </pc:sldMkLst>
      </pc:sldChg>
      <pc:sldChg chg="del">
        <pc:chgData name="Jeremiah Contreras" userId="9ea49ee18badb19e" providerId="LiveId" clId="{FBAB8FF3-7E6E-4856-821D-D240E79FCFC2}" dt="2022-10-09T18:25:49.298" v="0" actId="47"/>
        <pc:sldMkLst>
          <pc:docMk/>
          <pc:sldMk cId="1571870050" sldId="372"/>
        </pc:sldMkLst>
      </pc:sldChg>
      <pc:sldChg chg="modSp mod">
        <pc:chgData name="Jeremiah Contreras" userId="9ea49ee18badb19e" providerId="LiveId" clId="{FBAB8FF3-7E6E-4856-821D-D240E79FCFC2}" dt="2022-10-12T00:56:29.487" v="70" actId="207"/>
        <pc:sldMkLst>
          <pc:docMk/>
          <pc:sldMk cId="886742849" sldId="375"/>
        </pc:sldMkLst>
      </pc:sldChg>
      <pc:sldChg chg="modAnim">
        <pc:chgData name="Jeremiah Contreras" userId="9ea49ee18badb19e" providerId="LiveId" clId="{FBAB8FF3-7E6E-4856-821D-D240E79FCFC2}" dt="2022-10-12T15:52:35.236" v="538"/>
        <pc:sldMkLst>
          <pc:docMk/>
          <pc:sldMk cId="3408201959" sldId="387"/>
        </pc:sldMkLst>
      </pc:sldChg>
      <pc:sldChg chg="modSp ord">
        <pc:chgData name="Jeremiah Contreras" userId="9ea49ee18badb19e" providerId="LiveId" clId="{FBAB8FF3-7E6E-4856-821D-D240E79FCFC2}" dt="2022-10-12T20:33:58.294" v="610" actId="20577"/>
        <pc:sldMkLst>
          <pc:docMk/>
          <pc:sldMk cId="2421233274" sldId="399"/>
        </pc:sldMkLst>
      </pc:sldChg>
      <pc:sldChg chg="del">
        <pc:chgData name="Jeremiah Contreras" userId="9ea49ee18badb19e" providerId="LiveId" clId="{FBAB8FF3-7E6E-4856-821D-D240E79FCFC2}" dt="2022-10-12T00:55:21.003" v="41" actId="2696"/>
        <pc:sldMkLst>
          <pc:docMk/>
          <pc:sldMk cId="1585044590" sldId="403"/>
        </pc:sldMkLst>
      </pc:sldChg>
      <pc:sldChg chg="add">
        <pc:chgData name="Jeremiah Contreras" userId="9ea49ee18badb19e" providerId="LiveId" clId="{FBAB8FF3-7E6E-4856-821D-D240E79FCFC2}" dt="2022-10-12T00:55:33.181" v="42"/>
        <pc:sldMkLst>
          <pc:docMk/>
          <pc:sldMk cId="2551130796" sldId="403"/>
        </pc:sldMkLst>
      </pc:sldChg>
      <pc:sldChg chg="add">
        <pc:chgData name="Jeremiah Contreras" userId="9ea49ee18badb19e" providerId="LiveId" clId="{FBAB8FF3-7E6E-4856-821D-D240E79FCFC2}" dt="2022-10-12T00:55:33.181" v="42"/>
        <pc:sldMkLst>
          <pc:docMk/>
          <pc:sldMk cId="452819120" sldId="404"/>
        </pc:sldMkLst>
      </pc:sldChg>
      <pc:sldChg chg="modSp del mod">
        <pc:chgData name="Jeremiah Contreras" userId="9ea49ee18badb19e" providerId="LiveId" clId="{FBAB8FF3-7E6E-4856-821D-D240E79FCFC2}" dt="2022-10-12T00:55:21.003" v="41" actId="2696"/>
        <pc:sldMkLst>
          <pc:docMk/>
          <pc:sldMk cId="2789151764" sldId="404"/>
        </pc:sldMkLst>
      </pc:sldChg>
      <pc:sldChg chg="add">
        <pc:chgData name="Jeremiah Contreras" userId="9ea49ee18badb19e" providerId="LiveId" clId="{FBAB8FF3-7E6E-4856-821D-D240E79FCFC2}" dt="2022-10-12T00:55:33.181" v="42"/>
        <pc:sldMkLst>
          <pc:docMk/>
          <pc:sldMk cId="2437962294" sldId="405"/>
        </pc:sldMkLst>
      </pc:sldChg>
      <pc:sldChg chg="modSp del mod">
        <pc:chgData name="Jeremiah Contreras" userId="9ea49ee18badb19e" providerId="LiveId" clId="{FBAB8FF3-7E6E-4856-821D-D240E79FCFC2}" dt="2022-10-12T00:55:21.003" v="41" actId="2696"/>
        <pc:sldMkLst>
          <pc:docMk/>
          <pc:sldMk cId="3100690060" sldId="405"/>
        </pc:sldMkLst>
      </pc:sldChg>
      <pc:sldChg chg="add">
        <pc:chgData name="Jeremiah Contreras" userId="9ea49ee18badb19e" providerId="LiveId" clId="{FBAB8FF3-7E6E-4856-821D-D240E79FCFC2}" dt="2022-10-12T00:55:33.181" v="42"/>
        <pc:sldMkLst>
          <pc:docMk/>
          <pc:sldMk cId="514401218" sldId="406"/>
        </pc:sldMkLst>
      </pc:sldChg>
      <pc:sldChg chg="del">
        <pc:chgData name="Jeremiah Contreras" userId="9ea49ee18badb19e" providerId="LiveId" clId="{FBAB8FF3-7E6E-4856-821D-D240E79FCFC2}" dt="2022-10-12T00:55:21.003" v="41" actId="2696"/>
        <pc:sldMkLst>
          <pc:docMk/>
          <pc:sldMk cId="573097055" sldId="406"/>
        </pc:sldMkLst>
      </pc:sldChg>
      <pc:sldChg chg="add">
        <pc:chgData name="Jeremiah Contreras" userId="9ea49ee18badb19e" providerId="LiveId" clId="{FBAB8FF3-7E6E-4856-821D-D240E79FCFC2}" dt="2022-10-12T00:55:33.181" v="42"/>
        <pc:sldMkLst>
          <pc:docMk/>
          <pc:sldMk cId="617635923" sldId="407"/>
        </pc:sldMkLst>
      </pc:sldChg>
      <pc:sldChg chg="del">
        <pc:chgData name="Jeremiah Contreras" userId="9ea49ee18badb19e" providerId="LiveId" clId="{FBAB8FF3-7E6E-4856-821D-D240E79FCFC2}" dt="2022-10-12T00:55:21.003" v="41" actId="2696"/>
        <pc:sldMkLst>
          <pc:docMk/>
          <pc:sldMk cId="2941835098" sldId="407"/>
        </pc:sldMkLst>
      </pc:sldChg>
    </pc:docChg>
  </pc:docChgLst>
  <pc:docChgLst>
    <pc:chgData name="Jeremiah Contreras" userId="7aaf88c5-f86c-46d8-a0d4-f1ec65ded07c" providerId="ADAL" clId="{47828E62-FC24-428A-ACF6-B28718A93287}"/>
    <pc:docChg chg="custSel addSld delSld modSld">
      <pc:chgData name="Jeremiah Contreras" userId="7aaf88c5-f86c-46d8-a0d4-f1ec65ded07c" providerId="ADAL" clId="{47828E62-FC24-428A-ACF6-B28718A93287}" dt="2025-10-13T11:51:29.558" v="1597" actId="115"/>
      <pc:docMkLst>
        <pc:docMk/>
      </pc:docMkLst>
      <pc:sldChg chg="delSp modSp modAnim">
        <pc:chgData name="Jeremiah Contreras" userId="7aaf88c5-f86c-46d8-a0d4-f1ec65ded07c" providerId="ADAL" clId="{47828E62-FC24-428A-ACF6-B28718A93287}" dt="2025-10-13T11:45:06.067" v="1532"/>
        <pc:sldMkLst>
          <pc:docMk/>
          <pc:sldMk cId="1785390667" sldId="271"/>
        </pc:sldMkLst>
        <pc:spChg chg="del">
          <ac:chgData name="Jeremiah Contreras" userId="7aaf88c5-f86c-46d8-a0d4-f1ec65ded07c" providerId="ADAL" clId="{47828E62-FC24-428A-ACF6-B28718A93287}" dt="2025-10-13T11:39:57.873" v="1134" actId="478"/>
          <ac:spMkLst>
            <pc:docMk/>
            <pc:sldMk cId="1785390667" sldId="271"/>
            <ac:spMk id="2" creationId="{00000000-0000-0000-0000-000000000000}"/>
          </ac:spMkLst>
        </pc:spChg>
        <pc:spChg chg="del">
          <ac:chgData name="Jeremiah Contreras" userId="7aaf88c5-f86c-46d8-a0d4-f1ec65ded07c" providerId="ADAL" clId="{47828E62-FC24-428A-ACF6-B28718A93287}" dt="2025-10-13T11:39:57.873" v="1134" actId="478"/>
          <ac:spMkLst>
            <pc:docMk/>
            <pc:sldMk cId="1785390667" sldId="271"/>
            <ac:spMk id="3" creationId="{D3DBD88E-6214-57CB-B037-B2F9504D1578}"/>
          </ac:spMkLst>
        </pc:spChg>
        <pc:spChg chg="mod">
          <ac:chgData name="Jeremiah Contreras" userId="7aaf88c5-f86c-46d8-a0d4-f1ec65ded07c" providerId="ADAL" clId="{47828E62-FC24-428A-ACF6-B28718A93287}" dt="2025-10-13T11:44:53.554" v="1530"/>
          <ac:spMkLst>
            <pc:docMk/>
            <pc:sldMk cId="1785390667" sldId="271"/>
            <ac:spMk id="4" creationId="{00000000-0000-0000-0000-000000000000}"/>
          </ac:spMkLst>
        </pc:spChg>
        <pc:spChg chg="del">
          <ac:chgData name="Jeremiah Contreras" userId="7aaf88c5-f86c-46d8-a0d4-f1ec65ded07c" providerId="ADAL" clId="{47828E62-FC24-428A-ACF6-B28718A93287}" dt="2025-10-13T11:39:57.873" v="1134" actId="478"/>
          <ac:spMkLst>
            <pc:docMk/>
            <pc:sldMk cId="1785390667" sldId="271"/>
            <ac:spMk id="9" creationId="{00000000-0000-0000-0000-000000000000}"/>
          </ac:spMkLst>
        </pc:spChg>
        <pc:spChg chg="del">
          <ac:chgData name="Jeremiah Contreras" userId="7aaf88c5-f86c-46d8-a0d4-f1ec65ded07c" providerId="ADAL" clId="{47828E62-FC24-428A-ACF6-B28718A93287}" dt="2025-10-13T11:39:57.873" v="1134" actId="478"/>
          <ac:spMkLst>
            <pc:docMk/>
            <pc:sldMk cId="1785390667" sldId="271"/>
            <ac:spMk id="10" creationId="{00000000-0000-0000-0000-000000000000}"/>
          </ac:spMkLst>
        </pc:spChg>
        <pc:spChg chg="del">
          <ac:chgData name="Jeremiah Contreras" userId="7aaf88c5-f86c-46d8-a0d4-f1ec65ded07c" providerId="ADAL" clId="{47828E62-FC24-428A-ACF6-B28718A93287}" dt="2025-10-13T11:39:57.873" v="1134" actId="478"/>
          <ac:spMkLst>
            <pc:docMk/>
            <pc:sldMk cId="1785390667" sldId="271"/>
            <ac:spMk id="11" creationId="{00000000-0000-0000-0000-000000000000}"/>
          </ac:spMkLst>
        </pc:spChg>
        <pc:spChg chg="del">
          <ac:chgData name="Jeremiah Contreras" userId="7aaf88c5-f86c-46d8-a0d4-f1ec65ded07c" providerId="ADAL" clId="{47828E62-FC24-428A-ACF6-B28718A93287}" dt="2025-10-13T11:39:57.873" v="1134" actId="478"/>
          <ac:spMkLst>
            <pc:docMk/>
            <pc:sldMk cId="1785390667" sldId="271"/>
            <ac:spMk id="12" creationId="{00000000-0000-0000-0000-000000000000}"/>
          </ac:spMkLst>
        </pc:spChg>
        <pc:cxnChg chg="del">
          <ac:chgData name="Jeremiah Contreras" userId="7aaf88c5-f86c-46d8-a0d4-f1ec65ded07c" providerId="ADAL" clId="{47828E62-FC24-428A-ACF6-B28718A93287}" dt="2025-10-13T11:39:57.873" v="1134" actId="478"/>
          <ac:cxnSpMkLst>
            <pc:docMk/>
            <pc:sldMk cId="1785390667" sldId="271"/>
            <ac:cxnSpMk id="32772" creationId="{00000000-0000-0000-0000-000000000000}"/>
          </ac:cxnSpMkLst>
        </pc:cxnChg>
        <pc:cxnChg chg="del">
          <ac:chgData name="Jeremiah Contreras" userId="7aaf88c5-f86c-46d8-a0d4-f1ec65ded07c" providerId="ADAL" clId="{47828E62-FC24-428A-ACF6-B28718A93287}" dt="2025-10-13T11:39:57.873" v="1134" actId="478"/>
          <ac:cxnSpMkLst>
            <pc:docMk/>
            <pc:sldMk cId="1785390667" sldId="271"/>
            <ac:cxnSpMk id="32773" creationId="{00000000-0000-0000-0000-000000000000}"/>
          </ac:cxnSpMkLst>
        </pc:cxnChg>
      </pc:sldChg>
      <pc:sldChg chg="modSp mod modAnim">
        <pc:chgData name="Jeremiah Contreras" userId="7aaf88c5-f86c-46d8-a0d4-f1ec65ded07c" providerId="ADAL" clId="{47828E62-FC24-428A-ACF6-B28718A93287}" dt="2025-10-13T11:27:31.985" v="795" actId="20577"/>
        <pc:sldMkLst>
          <pc:docMk/>
          <pc:sldMk cId="930401459" sldId="294"/>
        </pc:sldMkLst>
        <pc:spChg chg="mod">
          <ac:chgData name="Jeremiah Contreras" userId="7aaf88c5-f86c-46d8-a0d4-f1ec65ded07c" providerId="ADAL" clId="{47828E62-FC24-428A-ACF6-B28718A93287}" dt="2025-10-13T11:27:31.985" v="795" actId="20577"/>
          <ac:spMkLst>
            <pc:docMk/>
            <pc:sldMk cId="930401459" sldId="294"/>
            <ac:spMk id="3" creationId="{00000000-0000-0000-0000-000000000000}"/>
          </ac:spMkLst>
        </pc:spChg>
      </pc:sldChg>
      <pc:sldChg chg="modSp mod">
        <pc:chgData name="Jeremiah Contreras" userId="7aaf88c5-f86c-46d8-a0d4-f1ec65ded07c" providerId="ADAL" clId="{47828E62-FC24-428A-ACF6-B28718A93287}" dt="2025-10-13T11:48:29.645" v="1575" actId="207"/>
        <pc:sldMkLst>
          <pc:docMk/>
          <pc:sldMk cId="3205041804" sldId="300"/>
        </pc:sldMkLst>
        <pc:spChg chg="mod">
          <ac:chgData name="Jeremiah Contreras" userId="7aaf88c5-f86c-46d8-a0d4-f1ec65ded07c" providerId="ADAL" clId="{47828E62-FC24-428A-ACF6-B28718A93287}" dt="2025-10-13T11:33:26.727" v="919" actId="207"/>
          <ac:spMkLst>
            <pc:docMk/>
            <pc:sldMk cId="3205041804" sldId="300"/>
            <ac:spMk id="7" creationId="{67C1BD1E-ACA8-BAF8-E927-5AFEE58BA260}"/>
          </ac:spMkLst>
        </pc:spChg>
        <pc:graphicFrameChg chg="modGraphic">
          <ac:chgData name="Jeremiah Contreras" userId="7aaf88c5-f86c-46d8-a0d4-f1ec65ded07c" providerId="ADAL" clId="{47828E62-FC24-428A-ACF6-B28718A93287}" dt="2025-10-13T11:48:29.645" v="1575" actId="207"/>
          <ac:graphicFrameMkLst>
            <pc:docMk/>
            <pc:sldMk cId="3205041804" sldId="300"/>
            <ac:graphicFrameMk id="4" creationId="{EEA80B1A-11A9-4D42-8293-079256178406}"/>
          </ac:graphicFrameMkLst>
        </pc:graphicFrameChg>
      </pc:sldChg>
      <pc:sldChg chg="modSp mod">
        <pc:chgData name="Jeremiah Contreras" userId="7aaf88c5-f86c-46d8-a0d4-f1ec65ded07c" providerId="ADAL" clId="{47828E62-FC24-428A-ACF6-B28718A93287}" dt="2025-10-13T11:48:34.845" v="1576" actId="207"/>
        <pc:sldMkLst>
          <pc:docMk/>
          <pc:sldMk cId="832889768" sldId="301"/>
        </pc:sldMkLst>
        <pc:spChg chg="mod">
          <ac:chgData name="Jeremiah Contreras" userId="7aaf88c5-f86c-46d8-a0d4-f1ec65ded07c" providerId="ADAL" clId="{47828E62-FC24-428A-ACF6-B28718A93287}" dt="2025-10-13T11:33:29.945" v="920" actId="207"/>
          <ac:spMkLst>
            <pc:docMk/>
            <pc:sldMk cId="832889768" sldId="301"/>
            <ac:spMk id="8" creationId="{397C8B4B-3DE2-2CE8-F966-91DDE58CE4C4}"/>
          </ac:spMkLst>
        </pc:spChg>
        <pc:graphicFrameChg chg="modGraphic">
          <ac:chgData name="Jeremiah Contreras" userId="7aaf88c5-f86c-46d8-a0d4-f1ec65ded07c" providerId="ADAL" clId="{47828E62-FC24-428A-ACF6-B28718A93287}" dt="2025-10-13T11:48:34.845" v="1576" actId="207"/>
          <ac:graphicFrameMkLst>
            <pc:docMk/>
            <pc:sldMk cId="832889768" sldId="301"/>
            <ac:graphicFrameMk id="4" creationId="{EEA80B1A-11A9-4D42-8293-079256178406}"/>
          </ac:graphicFrameMkLst>
        </pc:graphicFrameChg>
      </pc:sldChg>
      <pc:sldChg chg="modSp mod">
        <pc:chgData name="Jeremiah Contreras" userId="7aaf88c5-f86c-46d8-a0d4-f1ec65ded07c" providerId="ADAL" clId="{47828E62-FC24-428A-ACF6-B28718A93287}" dt="2025-10-13T11:48:38.814" v="1577"/>
        <pc:sldMkLst>
          <pc:docMk/>
          <pc:sldMk cId="3896325297" sldId="302"/>
        </pc:sldMkLst>
        <pc:spChg chg="mod">
          <ac:chgData name="Jeremiah Contreras" userId="7aaf88c5-f86c-46d8-a0d4-f1ec65ded07c" providerId="ADAL" clId="{47828E62-FC24-428A-ACF6-B28718A93287}" dt="2025-10-13T11:33:36.344" v="921" actId="207"/>
          <ac:spMkLst>
            <pc:docMk/>
            <pc:sldMk cId="3896325297" sldId="302"/>
            <ac:spMk id="8" creationId="{0E630743-03E7-60CB-1C78-F80D6362DB3C}"/>
          </ac:spMkLst>
        </pc:spChg>
        <pc:graphicFrameChg chg="mod">
          <ac:chgData name="Jeremiah Contreras" userId="7aaf88c5-f86c-46d8-a0d4-f1ec65ded07c" providerId="ADAL" clId="{47828E62-FC24-428A-ACF6-B28718A93287}" dt="2025-10-13T11:48:38.814" v="1577"/>
          <ac:graphicFrameMkLst>
            <pc:docMk/>
            <pc:sldMk cId="3896325297" sldId="302"/>
            <ac:graphicFrameMk id="4" creationId="{EEA80B1A-11A9-4D42-8293-079256178406}"/>
          </ac:graphicFrameMkLst>
        </pc:graphicFrameChg>
      </pc:sldChg>
      <pc:sldChg chg="modSp mod">
        <pc:chgData name="Jeremiah Contreras" userId="7aaf88c5-f86c-46d8-a0d4-f1ec65ded07c" providerId="ADAL" clId="{47828E62-FC24-428A-ACF6-B28718A93287}" dt="2025-10-13T11:48:42.758" v="1578"/>
        <pc:sldMkLst>
          <pc:docMk/>
          <pc:sldMk cId="42879576" sldId="303"/>
        </pc:sldMkLst>
        <pc:spChg chg="mod">
          <ac:chgData name="Jeremiah Contreras" userId="7aaf88c5-f86c-46d8-a0d4-f1ec65ded07c" providerId="ADAL" clId="{47828E62-FC24-428A-ACF6-B28718A93287}" dt="2025-10-13T11:16:38.784" v="6"/>
          <ac:spMkLst>
            <pc:docMk/>
            <pc:sldMk cId="42879576" sldId="303"/>
            <ac:spMk id="7" creationId="{CC9D4E04-D2A3-4FEB-8828-6EB112DCBB39}"/>
          </ac:spMkLst>
        </pc:spChg>
        <pc:spChg chg="mod">
          <ac:chgData name="Jeremiah Contreras" userId="7aaf88c5-f86c-46d8-a0d4-f1ec65ded07c" providerId="ADAL" clId="{47828E62-FC24-428A-ACF6-B28718A93287}" dt="2025-10-13T11:33:39.602" v="922" actId="207"/>
          <ac:spMkLst>
            <pc:docMk/>
            <pc:sldMk cId="42879576" sldId="303"/>
            <ac:spMk id="11" creationId="{6D2F1782-5009-6C3D-8507-02651254D84E}"/>
          </ac:spMkLst>
        </pc:spChg>
        <pc:graphicFrameChg chg="mod">
          <ac:chgData name="Jeremiah Contreras" userId="7aaf88c5-f86c-46d8-a0d4-f1ec65ded07c" providerId="ADAL" clId="{47828E62-FC24-428A-ACF6-B28718A93287}" dt="2025-10-13T11:48:42.758" v="1578"/>
          <ac:graphicFrameMkLst>
            <pc:docMk/>
            <pc:sldMk cId="42879576" sldId="303"/>
            <ac:graphicFrameMk id="4" creationId="{EEA80B1A-11A9-4D42-8293-079256178406}"/>
          </ac:graphicFrameMkLst>
        </pc:graphicFrameChg>
      </pc:sldChg>
      <pc:sldChg chg="addSp modSp modAnim">
        <pc:chgData name="Jeremiah Contreras" userId="7aaf88c5-f86c-46d8-a0d4-f1ec65ded07c" providerId="ADAL" clId="{47828E62-FC24-428A-ACF6-B28718A93287}" dt="2025-10-13T11:48:45.373" v="1579"/>
        <pc:sldMkLst>
          <pc:docMk/>
          <pc:sldMk cId="2769878505" sldId="304"/>
        </pc:sldMkLst>
        <pc:spChg chg="add mod">
          <ac:chgData name="Jeremiah Contreras" userId="7aaf88c5-f86c-46d8-a0d4-f1ec65ded07c" providerId="ADAL" clId="{47828E62-FC24-428A-ACF6-B28718A93287}" dt="2025-10-13T11:30:25.772" v="812"/>
          <ac:spMkLst>
            <pc:docMk/>
            <pc:sldMk cId="2769878505" sldId="304"/>
            <ac:spMk id="2" creationId="{43E6D2CB-0ECA-14D2-F27C-AA7F917ACB73}"/>
          </ac:spMkLst>
        </pc:spChg>
        <pc:spChg chg="mod">
          <ac:chgData name="Jeremiah Contreras" userId="7aaf88c5-f86c-46d8-a0d4-f1ec65ded07c" providerId="ADAL" clId="{47828E62-FC24-428A-ACF6-B28718A93287}" dt="2025-10-13T11:35:08.151" v="936" actId="20577"/>
          <ac:spMkLst>
            <pc:docMk/>
            <pc:sldMk cId="2769878505" sldId="304"/>
            <ac:spMk id="6" creationId="{72C57413-9D77-BC64-8132-8AF390D87E2A}"/>
          </ac:spMkLst>
        </pc:spChg>
        <pc:graphicFrameChg chg="mod">
          <ac:chgData name="Jeremiah Contreras" userId="7aaf88c5-f86c-46d8-a0d4-f1ec65ded07c" providerId="ADAL" clId="{47828E62-FC24-428A-ACF6-B28718A93287}" dt="2025-10-13T11:48:45.373" v="1579"/>
          <ac:graphicFrameMkLst>
            <pc:docMk/>
            <pc:sldMk cId="2769878505" sldId="304"/>
            <ac:graphicFrameMk id="4" creationId="{EEA80B1A-11A9-4D42-8293-079256178406}"/>
          </ac:graphicFrameMkLst>
        </pc:graphicFrameChg>
      </pc:sldChg>
      <pc:sldChg chg="addSp delSp modSp mod delAnim modAnim">
        <pc:chgData name="Jeremiah Contreras" userId="7aaf88c5-f86c-46d8-a0d4-f1ec65ded07c" providerId="ADAL" clId="{47828E62-FC24-428A-ACF6-B28718A93287}" dt="2025-10-13T11:48:47.485" v="1580"/>
        <pc:sldMkLst>
          <pc:docMk/>
          <pc:sldMk cId="1205672107" sldId="306"/>
        </pc:sldMkLst>
        <pc:spChg chg="add mod">
          <ac:chgData name="Jeremiah Contreras" userId="7aaf88c5-f86c-46d8-a0d4-f1ec65ded07c" providerId="ADAL" clId="{47828E62-FC24-428A-ACF6-B28718A93287}" dt="2025-10-13T11:28:41.355" v="799" actId="1582"/>
          <ac:spMkLst>
            <pc:docMk/>
            <pc:sldMk cId="1205672107" sldId="306"/>
            <ac:spMk id="2" creationId="{1B0792B1-B7A6-5444-1DD5-F2389BCA486E}"/>
          </ac:spMkLst>
        </pc:spChg>
        <pc:spChg chg="add del mod">
          <ac:chgData name="Jeremiah Contreras" userId="7aaf88c5-f86c-46d8-a0d4-f1ec65ded07c" providerId="ADAL" clId="{47828E62-FC24-428A-ACF6-B28718A93287}" dt="2025-10-13T11:30:24.118" v="811" actId="21"/>
          <ac:spMkLst>
            <pc:docMk/>
            <pc:sldMk cId="1205672107" sldId="306"/>
            <ac:spMk id="6" creationId="{43E6D2CB-0ECA-14D2-F27C-AA7F917ACB73}"/>
          </ac:spMkLst>
        </pc:spChg>
        <pc:spChg chg="add mod">
          <ac:chgData name="Jeremiah Contreras" userId="7aaf88c5-f86c-46d8-a0d4-f1ec65ded07c" providerId="ADAL" clId="{47828E62-FC24-428A-ACF6-B28718A93287}" dt="2025-10-13T11:30:45.512" v="813"/>
          <ac:spMkLst>
            <pc:docMk/>
            <pc:sldMk cId="1205672107" sldId="306"/>
            <ac:spMk id="7" creationId="{57B9BAC5-0022-2EAD-B051-05C3C1468B25}"/>
          </ac:spMkLst>
        </pc:spChg>
        <pc:spChg chg="mod">
          <ac:chgData name="Jeremiah Contreras" userId="7aaf88c5-f86c-46d8-a0d4-f1ec65ded07c" providerId="ADAL" clId="{47828E62-FC24-428A-ACF6-B28718A93287}" dt="2025-10-13T11:35:11.358" v="938" actId="20577"/>
          <ac:spMkLst>
            <pc:docMk/>
            <pc:sldMk cId="1205672107" sldId="306"/>
            <ac:spMk id="8" creationId="{E25D49DA-9963-1437-DF2F-C65E216EA733}"/>
          </ac:spMkLst>
        </pc:spChg>
        <pc:graphicFrameChg chg="mod">
          <ac:chgData name="Jeremiah Contreras" userId="7aaf88c5-f86c-46d8-a0d4-f1ec65ded07c" providerId="ADAL" clId="{47828E62-FC24-428A-ACF6-B28718A93287}" dt="2025-10-13T11:48:47.485" v="1580"/>
          <ac:graphicFrameMkLst>
            <pc:docMk/>
            <pc:sldMk cId="1205672107" sldId="306"/>
            <ac:graphicFrameMk id="4" creationId="{EEA80B1A-11A9-4D42-8293-079256178406}"/>
          </ac:graphicFrameMkLst>
        </pc:graphicFrameChg>
      </pc:sldChg>
      <pc:sldChg chg="addSp modSp modAnim">
        <pc:chgData name="Jeremiah Contreras" userId="7aaf88c5-f86c-46d8-a0d4-f1ec65ded07c" providerId="ADAL" clId="{47828E62-FC24-428A-ACF6-B28718A93287}" dt="2025-10-13T11:48:50.067" v="1581"/>
        <pc:sldMkLst>
          <pc:docMk/>
          <pc:sldMk cId="4249112041" sldId="307"/>
        </pc:sldMkLst>
        <pc:spChg chg="add mod">
          <ac:chgData name="Jeremiah Contreras" userId="7aaf88c5-f86c-46d8-a0d4-f1ec65ded07c" providerId="ADAL" clId="{47828E62-FC24-428A-ACF6-B28718A93287}" dt="2025-10-13T11:29:00.858" v="801"/>
          <ac:spMkLst>
            <pc:docMk/>
            <pc:sldMk cId="4249112041" sldId="307"/>
            <ac:spMk id="2" creationId="{999A26D7-9363-9372-4576-E069E1834357}"/>
          </ac:spMkLst>
        </pc:spChg>
        <pc:spChg chg="add mod">
          <ac:chgData name="Jeremiah Contreras" userId="7aaf88c5-f86c-46d8-a0d4-f1ec65ded07c" providerId="ADAL" clId="{47828E62-FC24-428A-ACF6-B28718A93287}" dt="2025-10-13T11:30:54.236" v="815"/>
          <ac:spMkLst>
            <pc:docMk/>
            <pc:sldMk cId="4249112041" sldId="307"/>
            <ac:spMk id="6" creationId="{869C0C8A-7880-319E-8B7D-6E838F147BDD}"/>
          </ac:spMkLst>
        </pc:spChg>
        <pc:spChg chg="mod">
          <ac:chgData name="Jeremiah Contreras" userId="7aaf88c5-f86c-46d8-a0d4-f1ec65ded07c" providerId="ADAL" clId="{47828E62-FC24-428A-ACF6-B28718A93287}" dt="2025-10-13T11:35:14.706" v="940" actId="20577"/>
          <ac:spMkLst>
            <pc:docMk/>
            <pc:sldMk cId="4249112041" sldId="307"/>
            <ac:spMk id="8" creationId="{CE93F5FD-8307-9A69-21A8-E00303057705}"/>
          </ac:spMkLst>
        </pc:spChg>
        <pc:graphicFrameChg chg="mod">
          <ac:chgData name="Jeremiah Contreras" userId="7aaf88c5-f86c-46d8-a0d4-f1ec65ded07c" providerId="ADAL" clId="{47828E62-FC24-428A-ACF6-B28718A93287}" dt="2025-10-13T11:48:50.067" v="1581"/>
          <ac:graphicFrameMkLst>
            <pc:docMk/>
            <pc:sldMk cId="4249112041" sldId="307"/>
            <ac:graphicFrameMk id="4" creationId="{EEA80B1A-11A9-4D42-8293-079256178406}"/>
          </ac:graphicFrameMkLst>
        </pc:graphicFrameChg>
      </pc:sldChg>
      <pc:sldChg chg="addSp modSp modAnim">
        <pc:chgData name="Jeremiah Contreras" userId="7aaf88c5-f86c-46d8-a0d4-f1ec65ded07c" providerId="ADAL" clId="{47828E62-FC24-428A-ACF6-B28718A93287}" dt="2025-10-13T11:48:53.388" v="1582"/>
        <pc:sldMkLst>
          <pc:docMk/>
          <pc:sldMk cId="2276668151" sldId="308"/>
        </pc:sldMkLst>
        <pc:spChg chg="add mod">
          <ac:chgData name="Jeremiah Contreras" userId="7aaf88c5-f86c-46d8-a0d4-f1ec65ded07c" providerId="ADAL" clId="{47828E62-FC24-428A-ACF6-B28718A93287}" dt="2025-10-13T11:29:11.536" v="802"/>
          <ac:spMkLst>
            <pc:docMk/>
            <pc:sldMk cId="2276668151" sldId="308"/>
            <ac:spMk id="2" creationId="{87051677-DEC2-1E2F-8A51-77349868B9C3}"/>
          </ac:spMkLst>
        </pc:spChg>
        <pc:spChg chg="add mod">
          <ac:chgData name="Jeremiah Contreras" userId="7aaf88c5-f86c-46d8-a0d4-f1ec65ded07c" providerId="ADAL" clId="{47828E62-FC24-428A-ACF6-B28718A93287}" dt="2025-10-13T11:31:02.089" v="817"/>
          <ac:spMkLst>
            <pc:docMk/>
            <pc:sldMk cId="2276668151" sldId="308"/>
            <ac:spMk id="6" creationId="{9DCE7576-06D6-4B94-FB55-A2BE88EAAEBC}"/>
          </ac:spMkLst>
        </pc:spChg>
        <pc:spChg chg="mod">
          <ac:chgData name="Jeremiah Contreras" userId="7aaf88c5-f86c-46d8-a0d4-f1ec65ded07c" providerId="ADAL" clId="{47828E62-FC24-428A-ACF6-B28718A93287}" dt="2025-10-13T11:35:18.142" v="942" actId="20577"/>
          <ac:spMkLst>
            <pc:docMk/>
            <pc:sldMk cId="2276668151" sldId="308"/>
            <ac:spMk id="8" creationId="{50FEDDCB-DD21-F4F1-F3DF-136F4B4F564B}"/>
          </ac:spMkLst>
        </pc:spChg>
        <pc:graphicFrameChg chg="mod">
          <ac:chgData name="Jeremiah Contreras" userId="7aaf88c5-f86c-46d8-a0d4-f1ec65ded07c" providerId="ADAL" clId="{47828E62-FC24-428A-ACF6-B28718A93287}" dt="2025-10-13T11:48:53.388" v="1582"/>
          <ac:graphicFrameMkLst>
            <pc:docMk/>
            <pc:sldMk cId="2276668151" sldId="308"/>
            <ac:graphicFrameMk id="4" creationId="{EEA80B1A-11A9-4D42-8293-079256178406}"/>
          </ac:graphicFrameMkLst>
        </pc:graphicFrameChg>
      </pc:sldChg>
      <pc:sldChg chg="addSp modSp mod modAnim">
        <pc:chgData name="Jeremiah Contreras" userId="7aaf88c5-f86c-46d8-a0d4-f1ec65ded07c" providerId="ADAL" clId="{47828E62-FC24-428A-ACF6-B28718A93287}" dt="2025-10-13T11:50:28.910" v="1589" actId="1076"/>
        <pc:sldMkLst>
          <pc:docMk/>
          <pc:sldMk cId="3559668065" sldId="309"/>
        </pc:sldMkLst>
        <pc:spChg chg="add mod">
          <ac:chgData name="Jeremiah Contreras" userId="7aaf88c5-f86c-46d8-a0d4-f1ec65ded07c" providerId="ADAL" clId="{47828E62-FC24-428A-ACF6-B28718A93287}" dt="2025-10-13T11:31:17.371" v="820" actId="1076"/>
          <ac:spMkLst>
            <pc:docMk/>
            <pc:sldMk cId="3559668065" sldId="309"/>
            <ac:spMk id="2" creationId="{A11E5E76-9985-BCDF-F427-6B1287FF5146}"/>
          </ac:spMkLst>
        </pc:spChg>
        <pc:spChg chg="add mod">
          <ac:chgData name="Jeremiah Contreras" userId="7aaf88c5-f86c-46d8-a0d4-f1ec65ded07c" providerId="ADAL" clId="{47828E62-FC24-428A-ACF6-B28718A93287}" dt="2025-10-13T11:50:28.910" v="1589" actId="1076"/>
          <ac:spMkLst>
            <pc:docMk/>
            <pc:sldMk cId="3559668065" sldId="309"/>
            <ac:spMk id="6" creationId="{B17537B2-4674-CEA9-A043-CFEEEE1E734B}"/>
          </ac:spMkLst>
        </pc:spChg>
        <pc:spChg chg="mod">
          <ac:chgData name="Jeremiah Contreras" userId="7aaf88c5-f86c-46d8-a0d4-f1ec65ded07c" providerId="ADAL" clId="{47828E62-FC24-428A-ACF6-B28718A93287}" dt="2025-10-13T11:35:21.411" v="944" actId="20577"/>
          <ac:spMkLst>
            <pc:docMk/>
            <pc:sldMk cId="3559668065" sldId="309"/>
            <ac:spMk id="8" creationId="{40EACAAE-3BB9-38CE-6098-568CEF324CEE}"/>
          </ac:spMkLst>
        </pc:spChg>
        <pc:graphicFrameChg chg="mod">
          <ac:chgData name="Jeremiah Contreras" userId="7aaf88c5-f86c-46d8-a0d4-f1ec65ded07c" providerId="ADAL" clId="{47828E62-FC24-428A-ACF6-B28718A93287}" dt="2025-10-13T11:48:55.989" v="1583"/>
          <ac:graphicFrameMkLst>
            <pc:docMk/>
            <pc:sldMk cId="3559668065" sldId="309"/>
            <ac:graphicFrameMk id="4" creationId="{EEA80B1A-11A9-4D42-8293-079256178406}"/>
          </ac:graphicFrameMkLst>
        </pc:graphicFrameChg>
      </pc:sldChg>
      <pc:sldChg chg="addSp delSp modSp mod modAnim">
        <pc:chgData name="Jeremiah Contreras" userId="7aaf88c5-f86c-46d8-a0d4-f1ec65ded07c" providerId="ADAL" clId="{47828E62-FC24-428A-ACF6-B28718A93287}" dt="2025-10-13T11:50:36.340" v="1592"/>
        <pc:sldMkLst>
          <pc:docMk/>
          <pc:sldMk cId="4049003905" sldId="310"/>
        </pc:sldMkLst>
        <pc:spChg chg="add del mod">
          <ac:chgData name="Jeremiah Contreras" userId="7aaf88c5-f86c-46d8-a0d4-f1ec65ded07c" providerId="ADAL" clId="{47828E62-FC24-428A-ACF6-B28718A93287}" dt="2025-10-13T11:50:33.893" v="1590" actId="478"/>
          <ac:spMkLst>
            <pc:docMk/>
            <pc:sldMk cId="4049003905" sldId="310"/>
            <ac:spMk id="2" creationId="{E1D11339-FE7A-4D24-B783-7856DF22E144}"/>
          </ac:spMkLst>
        </pc:spChg>
        <pc:spChg chg="add mod">
          <ac:chgData name="Jeremiah Contreras" userId="7aaf88c5-f86c-46d8-a0d4-f1ec65ded07c" providerId="ADAL" clId="{47828E62-FC24-428A-ACF6-B28718A93287}" dt="2025-10-13T11:32:18.255" v="854"/>
          <ac:spMkLst>
            <pc:docMk/>
            <pc:sldMk cId="4049003905" sldId="310"/>
            <ac:spMk id="6" creationId="{FF092E13-005E-4CBD-2523-98A82D1ED941}"/>
          </ac:spMkLst>
        </pc:spChg>
        <pc:spChg chg="add mod">
          <ac:chgData name="Jeremiah Contreras" userId="7aaf88c5-f86c-46d8-a0d4-f1ec65ded07c" providerId="ADAL" clId="{47828E62-FC24-428A-ACF6-B28718A93287}" dt="2025-10-13T11:50:34.098" v="1591"/>
          <ac:spMkLst>
            <pc:docMk/>
            <pc:sldMk cId="4049003905" sldId="310"/>
            <ac:spMk id="7" creationId="{D12AD917-80B9-8B8A-9BB0-89DF0A8619FE}"/>
          </ac:spMkLst>
        </pc:spChg>
        <pc:spChg chg="mod">
          <ac:chgData name="Jeremiah Contreras" userId="7aaf88c5-f86c-46d8-a0d4-f1ec65ded07c" providerId="ADAL" clId="{47828E62-FC24-428A-ACF6-B28718A93287}" dt="2025-10-13T11:35:25.536" v="946" actId="20577"/>
          <ac:spMkLst>
            <pc:docMk/>
            <pc:sldMk cId="4049003905" sldId="310"/>
            <ac:spMk id="8" creationId="{D6C94B58-FF0A-B71D-1AE3-23CC02A34B16}"/>
          </ac:spMkLst>
        </pc:spChg>
        <pc:graphicFrameChg chg="mod">
          <ac:chgData name="Jeremiah Contreras" userId="7aaf88c5-f86c-46d8-a0d4-f1ec65ded07c" providerId="ADAL" clId="{47828E62-FC24-428A-ACF6-B28718A93287}" dt="2025-10-13T11:48:58.687" v="1584"/>
          <ac:graphicFrameMkLst>
            <pc:docMk/>
            <pc:sldMk cId="4049003905" sldId="310"/>
            <ac:graphicFrameMk id="4" creationId="{EEA80B1A-11A9-4D42-8293-079256178406}"/>
          </ac:graphicFrameMkLst>
        </pc:graphicFrameChg>
      </pc:sldChg>
      <pc:sldChg chg="addSp modSp mod modAnim">
        <pc:chgData name="Jeremiah Contreras" userId="7aaf88c5-f86c-46d8-a0d4-f1ec65ded07c" providerId="ADAL" clId="{47828E62-FC24-428A-ACF6-B28718A93287}" dt="2025-10-13T11:49:01.029" v="1585"/>
        <pc:sldMkLst>
          <pc:docMk/>
          <pc:sldMk cId="1613186361" sldId="311"/>
        </pc:sldMkLst>
        <pc:spChg chg="add mod">
          <ac:chgData name="Jeremiah Contreras" userId="7aaf88c5-f86c-46d8-a0d4-f1ec65ded07c" providerId="ADAL" clId="{47828E62-FC24-428A-ACF6-B28718A93287}" dt="2025-10-13T11:32:30.071" v="885" actId="1036"/>
          <ac:spMkLst>
            <pc:docMk/>
            <pc:sldMk cId="1613186361" sldId="311"/>
            <ac:spMk id="2" creationId="{AD62A516-C0B4-41CB-43A8-8F041EAAF393}"/>
          </ac:spMkLst>
        </pc:spChg>
        <pc:spChg chg="add mod">
          <ac:chgData name="Jeremiah Contreras" userId="7aaf88c5-f86c-46d8-a0d4-f1ec65ded07c" providerId="ADAL" clId="{47828E62-FC24-428A-ACF6-B28718A93287}" dt="2025-10-13T11:32:41.334" v="912" actId="1036"/>
          <ac:spMkLst>
            <pc:docMk/>
            <pc:sldMk cId="1613186361" sldId="311"/>
            <ac:spMk id="6" creationId="{49FD1676-4701-CDFB-FDC8-D59ED1CF9FE8}"/>
          </ac:spMkLst>
        </pc:spChg>
        <pc:spChg chg="mod">
          <ac:chgData name="Jeremiah Contreras" userId="7aaf88c5-f86c-46d8-a0d4-f1ec65ded07c" providerId="ADAL" clId="{47828E62-FC24-428A-ACF6-B28718A93287}" dt="2025-10-13T11:35:28.187" v="948" actId="20577"/>
          <ac:spMkLst>
            <pc:docMk/>
            <pc:sldMk cId="1613186361" sldId="311"/>
            <ac:spMk id="8" creationId="{B6EE54C6-07AD-C90D-8361-3116E5BF9397}"/>
          </ac:spMkLst>
        </pc:spChg>
        <pc:graphicFrameChg chg="mod">
          <ac:chgData name="Jeremiah Contreras" userId="7aaf88c5-f86c-46d8-a0d4-f1ec65ded07c" providerId="ADAL" clId="{47828E62-FC24-428A-ACF6-B28718A93287}" dt="2025-10-13T11:49:01.029" v="1585"/>
          <ac:graphicFrameMkLst>
            <pc:docMk/>
            <pc:sldMk cId="1613186361" sldId="311"/>
            <ac:graphicFrameMk id="4" creationId="{EEA80B1A-11A9-4D42-8293-079256178406}"/>
          </ac:graphicFrameMkLst>
        </pc:graphicFrameChg>
      </pc:sldChg>
      <pc:sldChg chg="addSp modSp modAnim">
        <pc:chgData name="Jeremiah Contreras" userId="7aaf88c5-f86c-46d8-a0d4-f1ec65ded07c" providerId="ADAL" clId="{47828E62-FC24-428A-ACF6-B28718A93287}" dt="2025-10-13T11:49:03.350" v="1586"/>
        <pc:sldMkLst>
          <pc:docMk/>
          <pc:sldMk cId="1077915480" sldId="312"/>
        </pc:sldMkLst>
        <pc:spChg chg="add mod">
          <ac:chgData name="Jeremiah Contreras" userId="7aaf88c5-f86c-46d8-a0d4-f1ec65ded07c" providerId="ADAL" clId="{47828E62-FC24-428A-ACF6-B28718A93287}" dt="2025-10-13T11:32:45.752" v="913"/>
          <ac:spMkLst>
            <pc:docMk/>
            <pc:sldMk cId="1077915480" sldId="312"/>
            <ac:spMk id="2" creationId="{2B1EC391-10C1-4BE4-805C-4863B58A00D1}"/>
          </ac:spMkLst>
        </pc:spChg>
        <pc:spChg chg="add mod">
          <ac:chgData name="Jeremiah Contreras" userId="7aaf88c5-f86c-46d8-a0d4-f1ec65ded07c" providerId="ADAL" clId="{47828E62-FC24-428A-ACF6-B28718A93287}" dt="2025-10-13T11:32:53.928" v="915"/>
          <ac:spMkLst>
            <pc:docMk/>
            <pc:sldMk cId="1077915480" sldId="312"/>
            <ac:spMk id="6" creationId="{B43830C8-CFC4-4E82-41AD-5F4B51CE3A1A}"/>
          </ac:spMkLst>
        </pc:spChg>
        <pc:spChg chg="add mod">
          <ac:chgData name="Jeremiah Contreras" userId="7aaf88c5-f86c-46d8-a0d4-f1ec65ded07c" providerId="ADAL" clId="{47828E62-FC24-428A-ACF6-B28718A93287}" dt="2025-10-13T11:32:53.928" v="915"/>
          <ac:spMkLst>
            <pc:docMk/>
            <pc:sldMk cId="1077915480" sldId="312"/>
            <ac:spMk id="7" creationId="{A026F39D-6D82-020B-71FB-0B35FB383B10}"/>
          </ac:spMkLst>
        </pc:spChg>
        <pc:spChg chg="mod">
          <ac:chgData name="Jeremiah Contreras" userId="7aaf88c5-f86c-46d8-a0d4-f1ec65ded07c" providerId="ADAL" clId="{47828E62-FC24-428A-ACF6-B28718A93287}" dt="2025-10-13T11:35:31.612" v="950" actId="20577"/>
          <ac:spMkLst>
            <pc:docMk/>
            <pc:sldMk cId="1077915480" sldId="312"/>
            <ac:spMk id="8" creationId="{6E5187F0-1557-8C1D-A57C-3DE7A3C97CD0}"/>
          </ac:spMkLst>
        </pc:spChg>
        <pc:graphicFrameChg chg="mod">
          <ac:chgData name="Jeremiah Contreras" userId="7aaf88c5-f86c-46d8-a0d4-f1ec65ded07c" providerId="ADAL" clId="{47828E62-FC24-428A-ACF6-B28718A93287}" dt="2025-10-13T11:49:03.350" v="1586"/>
          <ac:graphicFrameMkLst>
            <pc:docMk/>
            <pc:sldMk cId="1077915480" sldId="312"/>
            <ac:graphicFrameMk id="4" creationId="{EEA80B1A-11A9-4D42-8293-079256178406}"/>
          </ac:graphicFrameMkLst>
        </pc:graphicFrameChg>
      </pc:sldChg>
      <pc:sldChg chg="modSp mod">
        <pc:chgData name="Jeremiah Contreras" userId="7aaf88c5-f86c-46d8-a0d4-f1ec65ded07c" providerId="ADAL" clId="{47828E62-FC24-428A-ACF6-B28718A93287}" dt="2025-10-13T11:49:08.573" v="1588"/>
        <pc:sldMkLst>
          <pc:docMk/>
          <pc:sldMk cId="1110976314" sldId="314"/>
        </pc:sldMkLst>
        <pc:spChg chg="mod">
          <ac:chgData name="Jeremiah Contreras" userId="7aaf88c5-f86c-46d8-a0d4-f1ec65ded07c" providerId="ADAL" clId="{47828E62-FC24-428A-ACF6-B28718A93287}" dt="2025-10-13T11:36:04.354" v="956" actId="20577"/>
          <ac:spMkLst>
            <pc:docMk/>
            <pc:sldMk cId="1110976314" sldId="314"/>
            <ac:spMk id="13" creationId="{B1E8899D-A7F8-18CD-8308-0514ED1AB765}"/>
          </ac:spMkLst>
        </pc:spChg>
        <pc:graphicFrameChg chg="mod">
          <ac:chgData name="Jeremiah Contreras" userId="7aaf88c5-f86c-46d8-a0d4-f1ec65ded07c" providerId="ADAL" clId="{47828E62-FC24-428A-ACF6-B28718A93287}" dt="2025-10-13T11:49:08.573" v="1588"/>
          <ac:graphicFrameMkLst>
            <pc:docMk/>
            <pc:sldMk cId="1110976314" sldId="314"/>
            <ac:graphicFrameMk id="4" creationId="{EEA80B1A-11A9-4D42-8293-079256178406}"/>
          </ac:graphicFrameMkLst>
        </pc:graphicFrameChg>
      </pc:sldChg>
      <pc:sldChg chg="del">
        <pc:chgData name="Jeremiah Contreras" userId="7aaf88c5-f86c-46d8-a0d4-f1ec65ded07c" providerId="ADAL" clId="{47828E62-FC24-428A-ACF6-B28718A93287}" dt="2025-10-13T11:45:15.764" v="1533" actId="47"/>
        <pc:sldMkLst>
          <pc:docMk/>
          <pc:sldMk cId="1386346620" sldId="315"/>
        </pc:sldMkLst>
      </pc:sldChg>
      <pc:sldChg chg="addSp modSp mod modAnim">
        <pc:chgData name="Jeremiah Contreras" userId="7aaf88c5-f86c-46d8-a0d4-f1ec65ded07c" providerId="ADAL" clId="{47828E62-FC24-428A-ACF6-B28718A93287}" dt="2025-10-13T11:47:52.854" v="1574"/>
        <pc:sldMkLst>
          <pc:docMk/>
          <pc:sldMk cId="1390409090" sldId="363"/>
        </pc:sldMkLst>
        <pc:spChg chg="mod">
          <ac:chgData name="Jeremiah Contreras" userId="7aaf88c5-f86c-46d8-a0d4-f1ec65ded07c" providerId="ADAL" clId="{47828E62-FC24-428A-ACF6-B28718A93287}" dt="2025-10-13T11:33:55.085" v="925" actId="115"/>
          <ac:spMkLst>
            <pc:docMk/>
            <pc:sldMk cId="1390409090" sldId="363"/>
            <ac:spMk id="2" creationId="{37519A0D-217B-41C4-9B2B-B0EE8C3980A8}"/>
          </ac:spMkLst>
        </pc:spChg>
        <pc:spChg chg="add mod">
          <ac:chgData name="Jeremiah Contreras" userId="7aaf88c5-f86c-46d8-a0d4-f1ec65ded07c" providerId="ADAL" clId="{47828E62-FC24-428A-ACF6-B28718A93287}" dt="2025-10-13T11:47:35.978" v="1572" actId="1037"/>
          <ac:spMkLst>
            <pc:docMk/>
            <pc:sldMk cId="1390409090" sldId="363"/>
            <ac:spMk id="6" creationId="{C37E941D-D509-92EE-4490-47863FA2EB9F}"/>
          </ac:spMkLst>
        </pc:spChg>
      </pc:sldChg>
      <pc:sldChg chg="modSp mod">
        <pc:chgData name="Jeremiah Contreras" userId="7aaf88c5-f86c-46d8-a0d4-f1ec65ded07c" providerId="ADAL" clId="{47828E62-FC24-428A-ACF6-B28718A93287}" dt="2025-10-13T11:49:06.061" v="1587"/>
        <pc:sldMkLst>
          <pc:docMk/>
          <pc:sldMk cId="2372119895" sldId="364"/>
        </pc:sldMkLst>
        <pc:spChg chg="mod">
          <ac:chgData name="Jeremiah Contreras" userId="7aaf88c5-f86c-46d8-a0d4-f1ec65ded07c" providerId="ADAL" clId="{47828E62-FC24-428A-ACF6-B28718A93287}" dt="2025-10-13T11:35:34.384" v="952" actId="20577"/>
          <ac:spMkLst>
            <pc:docMk/>
            <pc:sldMk cId="2372119895" sldId="364"/>
            <ac:spMk id="12" creationId="{18B4F95D-A047-00B7-892B-A1FCAFE0A3BB}"/>
          </ac:spMkLst>
        </pc:spChg>
        <pc:graphicFrameChg chg="mod">
          <ac:chgData name="Jeremiah Contreras" userId="7aaf88c5-f86c-46d8-a0d4-f1ec65ded07c" providerId="ADAL" clId="{47828E62-FC24-428A-ACF6-B28718A93287}" dt="2025-10-13T11:49:06.061" v="1587"/>
          <ac:graphicFrameMkLst>
            <pc:docMk/>
            <pc:sldMk cId="2372119895" sldId="364"/>
            <ac:graphicFrameMk id="4" creationId="{EEA80B1A-11A9-4D42-8293-079256178406}"/>
          </ac:graphicFrameMkLst>
        </pc:graphicFrameChg>
      </pc:sldChg>
      <pc:sldChg chg="modSp mod">
        <pc:chgData name="Jeremiah Contreras" userId="7aaf88c5-f86c-46d8-a0d4-f1ec65ded07c" providerId="ADAL" clId="{47828E62-FC24-428A-ACF6-B28718A93287}" dt="2025-10-13T11:51:29.558" v="1597" actId="115"/>
        <pc:sldMkLst>
          <pc:docMk/>
          <pc:sldMk cId="2702175946" sldId="370"/>
        </pc:sldMkLst>
        <pc:spChg chg="mod">
          <ac:chgData name="Jeremiah Contreras" userId="7aaf88c5-f86c-46d8-a0d4-f1ec65ded07c" providerId="ADAL" clId="{47828E62-FC24-428A-ACF6-B28718A93287}" dt="2025-10-13T11:51:29.558" v="1597" actId="115"/>
          <ac:spMkLst>
            <pc:docMk/>
            <pc:sldMk cId="2702175946" sldId="370"/>
            <ac:spMk id="7" creationId="{1EE4C34A-09D2-4E60-B823-6C3DBA746592}"/>
          </ac:spMkLst>
        </pc:spChg>
      </pc:sldChg>
      <pc:sldChg chg="modSp mod">
        <pc:chgData name="Jeremiah Contreras" userId="7aaf88c5-f86c-46d8-a0d4-f1ec65ded07c" providerId="ADAL" clId="{47828E62-FC24-428A-ACF6-B28718A93287}" dt="2025-10-13T11:38:50.315" v="1124" actId="113"/>
        <pc:sldMkLst>
          <pc:docMk/>
          <pc:sldMk cId="4015375067" sldId="371"/>
        </pc:sldMkLst>
        <pc:spChg chg="mod">
          <ac:chgData name="Jeremiah Contreras" userId="7aaf88c5-f86c-46d8-a0d4-f1ec65ded07c" providerId="ADAL" clId="{47828E62-FC24-428A-ACF6-B28718A93287}" dt="2025-10-13T11:38:50.315" v="1124" actId="113"/>
          <ac:spMkLst>
            <pc:docMk/>
            <pc:sldMk cId="4015375067" sldId="371"/>
            <ac:spMk id="3" creationId="{CD88923C-0A17-4D37-ACFA-C0F8FAE42961}"/>
          </ac:spMkLst>
        </pc:spChg>
      </pc:sldChg>
      <pc:sldChg chg="modSp add del mod modAnim">
        <pc:chgData name="Jeremiah Contreras" userId="7aaf88c5-f86c-46d8-a0d4-f1ec65ded07c" providerId="ADAL" clId="{47828E62-FC24-428A-ACF6-B28718A93287}" dt="2025-10-13T11:20:00.079" v="464" actId="2696"/>
        <pc:sldMkLst>
          <pc:docMk/>
          <pc:sldMk cId="80806726" sldId="388"/>
        </pc:sldMkLst>
        <pc:spChg chg="mod">
          <ac:chgData name="Jeremiah Contreras" userId="7aaf88c5-f86c-46d8-a0d4-f1ec65ded07c" providerId="ADAL" clId="{47828E62-FC24-428A-ACF6-B28718A93287}" dt="2025-10-13T11:17:32.409" v="68" actId="20577"/>
          <ac:spMkLst>
            <pc:docMk/>
            <pc:sldMk cId="80806726" sldId="388"/>
            <ac:spMk id="2" creationId="{35848635-0A29-25C0-15B4-5CD6E0F22EBD}"/>
          </ac:spMkLst>
        </pc:spChg>
        <pc:spChg chg="mod">
          <ac:chgData name="Jeremiah Contreras" userId="7aaf88c5-f86c-46d8-a0d4-f1ec65ded07c" providerId="ADAL" clId="{47828E62-FC24-428A-ACF6-B28718A93287}" dt="2025-10-13T11:19:47.796" v="463" actId="20577"/>
          <ac:spMkLst>
            <pc:docMk/>
            <pc:sldMk cId="80806726" sldId="388"/>
            <ac:spMk id="3" creationId="{B293295A-0276-57EF-2820-F60995031D15}"/>
          </ac:spMkLst>
        </pc:spChg>
      </pc:sldChg>
      <pc:sldChg chg="modSp add mod modAnim">
        <pc:chgData name="Jeremiah Contreras" userId="7aaf88c5-f86c-46d8-a0d4-f1ec65ded07c" providerId="ADAL" clId="{47828E62-FC24-428A-ACF6-B28718A93287}" dt="2025-10-13T11:23:46.376" v="561" actId="114"/>
        <pc:sldMkLst>
          <pc:docMk/>
          <pc:sldMk cId="2690674324" sldId="388"/>
        </pc:sldMkLst>
        <pc:spChg chg="mod">
          <ac:chgData name="Jeremiah Contreras" userId="7aaf88c5-f86c-46d8-a0d4-f1ec65ded07c" providerId="ADAL" clId="{47828E62-FC24-428A-ACF6-B28718A93287}" dt="2025-10-13T11:23:46.376" v="561" actId="114"/>
          <ac:spMkLst>
            <pc:docMk/>
            <pc:sldMk cId="2690674324" sldId="388"/>
            <ac:spMk id="3" creationId="{B293295A-0276-57EF-2820-F60995031D15}"/>
          </ac:spMkLst>
        </pc:spChg>
      </pc:sldChg>
      <pc:sldChg chg="modSp add mod">
        <pc:chgData name="Jeremiah Contreras" userId="7aaf88c5-f86c-46d8-a0d4-f1ec65ded07c" providerId="ADAL" clId="{47828E62-FC24-428A-ACF6-B28718A93287}" dt="2025-10-13T11:45:42.380" v="1545" actId="20577"/>
        <pc:sldMkLst>
          <pc:docMk/>
          <pc:sldMk cId="1335594556" sldId="389"/>
        </pc:sldMkLst>
        <pc:spChg chg="mod">
          <ac:chgData name="Jeremiah Contreras" userId="7aaf88c5-f86c-46d8-a0d4-f1ec65ded07c" providerId="ADAL" clId="{47828E62-FC24-428A-ACF6-B28718A93287}" dt="2025-10-13T11:45:42.380" v="1545" actId="20577"/>
          <ac:spMkLst>
            <pc:docMk/>
            <pc:sldMk cId="1335594556" sldId="389"/>
            <ac:spMk id="5" creationId="{4D151B5D-6B9B-06F3-7085-2252B658D1A1}"/>
          </ac:spMkLst>
        </pc:spChg>
      </pc:sldChg>
      <pc:sldChg chg="add del">
        <pc:chgData name="Jeremiah Contreras" userId="7aaf88c5-f86c-46d8-a0d4-f1ec65ded07c" providerId="ADAL" clId="{47828E62-FC24-428A-ACF6-B28718A93287}" dt="2025-10-13T11:45:15.764" v="1533" actId="47"/>
        <pc:sldMkLst>
          <pc:docMk/>
          <pc:sldMk cId="2802028855" sldId="389"/>
        </pc:sldMkLst>
      </pc:sldChg>
    </pc:docChg>
  </pc:docChgLst>
  <pc:docChgLst>
    <pc:chgData name="Jeremiah Contreras" userId="353e0578-c100-4b27-ab8d-040de0f2d32b" providerId="ADAL" clId="{023D9AA2-7AB0-482B-A6B1-998449BA0A55}"/>
    <pc:docChg chg="undo custSel modSld">
      <pc:chgData name="Jeremiah Contreras" userId="353e0578-c100-4b27-ab8d-040de0f2d32b" providerId="ADAL" clId="{023D9AA2-7AB0-482B-A6B1-998449BA0A55}" dt="2024-10-16T13:27:35.892" v="333" actId="1076"/>
      <pc:docMkLst>
        <pc:docMk/>
      </pc:docMkLst>
      <pc:sldChg chg="modSp">
        <pc:chgData name="Jeremiah Contreras" userId="353e0578-c100-4b27-ab8d-040de0f2d32b" providerId="ADAL" clId="{023D9AA2-7AB0-482B-A6B1-998449BA0A55}" dt="2024-10-16T11:32:52.033" v="100" actId="20577"/>
        <pc:sldMkLst>
          <pc:docMk/>
          <pc:sldMk cId="162585610" sldId="269"/>
        </pc:sldMkLst>
      </pc:sldChg>
      <pc:sldChg chg="modSp mod">
        <pc:chgData name="Jeremiah Contreras" userId="353e0578-c100-4b27-ab8d-040de0f2d32b" providerId="ADAL" clId="{023D9AA2-7AB0-482B-A6B1-998449BA0A55}" dt="2024-10-16T13:27:35.892" v="333" actId="1076"/>
        <pc:sldMkLst>
          <pc:docMk/>
          <pc:sldMk cId="2124903767" sldId="287"/>
        </pc:sldMkLst>
      </pc:sldChg>
      <pc:sldChg chg="addSp delSp modSp mod">
        <pc:chgData name="Jeremiah Contreras" userId="353e0578-c100-4b27-ab8d-040de0f2d32b" providerId="ADAL" clId="{023D9AA2-7AB0-482B-A6B1-998449BA0A55}" dt="2024-10-16T12:45:16.333" v="202"/>
        <pc:sldMkLst>
          <pc:docMk/>
          <pc:sldMk cId="3205041804" sldId="300"/>
        </pc:sldMkLst>
      </pc:sldChg>
      <pc:sldChg chg="addSp delSp modSp mod">
        <pc:chgData name="Jeremiah Contreras" userId="353e0578-c100-4b27-ab8d-040de0f2d32b" providerId="ADAL" clId="{023D9AA2-7AB0-482B-A6B1-998449BA0A55}" dt="2024-10-16T12:45:23.071" v="205"/>
        <pc:sldMkLst>
          <pc:docMk/>
          <pc:sldMk cId="832889768" sldId="301"/>
        </pc:sldMkLst>
      </pc:sldChg>
      <pc:sldChg chg="addSp delSp modSp mod">
        <pc:chgData name="Jeremiah Contreras" userId="353e0578-c100-4b27-ab8d-040de0f2d32b" providerId="ADAL" clId="{023D9AA2-7AB0-482B-A6B1-998449BA0A55}" dt="2024-10-16T12:45:28.894" v="208"/>
        <pc:sldMkLst>
          <pc:docMk/>
          <pc:sldMk cId="3896325297" sldId="302"/>
        </pc:sldMkLst>
      </pc:sldChg>
      <pc:sldChg chg="addSp delSp modSp mod">
        <pc:chgData name="Jeremiah Contreras" userId="353e0578-c100-4b27-ab8d-040de0f2d32b" providerId="ADAL" clId="{023D9AA2-7AB0-482B-A6B1-998449BA0A55}" dt="2024-10-16T12:45:36.444" v="211"/>
        <pc:sldMkLst>
          <pc:docMk/>
          <pc:sldMk cId="42879576" sldId="303"/>
        </pc:sldMkLst>
      </pc:sldChg>
      <pc:sldChg chg="addSp delSp modSp mod">
        <pc:chgData name="Jeremiah Contreras" userId="353e0578-c100-4b27-ab8d-040de0f2d32b" providerId="ADAL" clId="{023D9AA2-7AB0-482B-A6B1-998449BA0A55}" dt="2024-10-16T13:01:48.899" v="286" actId="20577"/>
        <pc:sldMkLst>
          <pc:docMk/>
          <pc:sldMk cId="2769878505" sldId="304"/>
        </pc:sldMkLst>
      </pc:sldChg>
      <pc:sldChg chg="addSp delSp modSp mod">
        <pc:chgData name="Jeremiah Contreras" userId="353e0578-c100-4b27-ab8d-040de0f2d32b" providerId="ADAL" clId="{023D9AA2-7AB0-482B-A6B1-998449BA0A55}" dt="2024-10-16T13:01:56.245" v="287"/>
        <pc:sldMkLst>
          <pc:docMk/>
          <pc:sldMk cId="1205672107" sldId="306"/>
        </pc:sldMkLst>
      </pc:sldChg>
      <pc:sldChg chg="addSp delSp modSp mod">
        <pc:chgData name="Jeremiah Contreras" userId="353e0578-c100-4b27-ab8d-040de0f2d32b" providerId="ADAL" clId="{023D9AA2-7AB0-482B-A6B1-998449BA0A55}" dt="2024-10-16T13:01:58.833" v="288"/>
        <pc:sldMkLst>
          <pc:docMk/>
          <pc:sldMk cId="4249112041" sldId="307"/>
        </pc:sldMkLst>
      </pc:sldChg>
      <pc:sldChg chg="addSp delSp modSp mod">
        <pc:chgData name="Jeremiah Contreras" userId="353e0578-c100-4b27-ab8d-040de0f2d32b" providerId="ADAL" clId="{023D9AA2-7AB0-482B-A6B1-998449BA0A55}" dt="2024-10-16T13:02:02.417" v="289"/>
        <pc:sldMkLst>
          <pc:docMk/>
          <pc:sldMk cId="2276668151" sldId="308"/>
        </pc:sldMkLst>
      </pc:sldChg>
      <pc:sldChg chg="addSp delSp modSp mod">
        <pc:chgData name="Jeremiah Contreras" userId="353e0578-c100-4b27-ab8d-040de0f2d32b" providerId="ADAL" clId="{023D9AA2-7AB0-482B-A6B1-998449BA0A55}" dt="2024-10-16T13:02:05.650" v="290"/>
        <pc:sldMkLst>
          <pc:docMk/>
          <pc:sldMk cId="3559668065" sldId="309"/>
        </pc:sldMkLst>
      </pc:sldChg>
      <pc:sldChg chg="addSp delSp modSp mod">
        <pc:chgData name="Jeremiah Contreras" userId="353e0578-c100-4b27-ab8d-040de0f2d32b" providerId="ADAL" clId="{023D9AA2-7AB0-482B-A6B1-998449BA0A55}" dt="2024-10-16T13:02:09.002" v="291"/>
        <pc:sldMkLst>
          <pc:docMk/>
          <pc:sldMk cId="4049003905" sldId="310"/>
        </pc:sldMkLst>
      </pc:sldChg>
      <pc:sldChg chg="addSp delSp modSp mod">
        <pc:chgData name="Jeremiah Contreras" userId="353e0578-c100-4b27-ab8d-040de0f2d32b" providerId="ADAL" clId="{023D9AA2-7AB0-482B-A6B1-998449BA0A55}" dt="2024-10-16T13:02:31.838" v="294"/>
        <pc:sldMkLst>
          <pc:docMk/>
          <pc:sldMk cId="1613186361" sldId="311"/>
        </pc:sldMkLst>
      </pc:sldChg>
      <pc:sldChg chg="addSp delSp modSp mod">
        <pc:chgData name="Jeremiah Contreras" userId="353e0578-c100-4b27-ab8d-040de0f2d32b" providerId="ADAL" clId="{023D9AA2-7AB0-482B-A6B1-998449BA0A55}" dt="2024-10-16T13:02:39.495" v="297"/>
        <pc:sldMkLst>
          <pc:docMk/>
          <pc:sldMk cId="1077915480" sldId="312"/>
        </pc:sldMkLst>
      </pc:sldChg>
      <pc:sldChg chg="addSp delSp modSp mod">
        <pc:chgData name="Jeremiah Contreras" userId="353e0578-c100-4b27-ab8d-040de0f2d32b" providerId="ADAL" clId="{023D9AA2-7AB0-482B-A6B1-998449BA0A55}" dt="2024-10-16T13:02:56.746" v="303"/>
        <pc:sldMkLst>
          <pc:docMk/>
          <pc:sldMk cId="1110976314" sldId="314"/>
        </pc:sldMkLst>
      </pc:sldChg>
      <pc:sldChg chg="modSp mod">
        <pc:chgData name="Jeremiah Contreras" userId="353e0578-c100-4b27-ab8d-040de0f2d32b" providerId="ADAL" clId="{023D9AA2-7AB0-482B-A6B1-998449BA0A55}" dt="2024-10-16T13:00:50.414" v="276" actId="20577"/>
        <pc:sldMkLst>
          <pc:docMk/>
          <pc:sldMk cId="3482701752" sldId="316"/>
        </pc:sldMkLst>
      </pc:sldChg>
      <pc:sldChg chg="modSp mod">
        <pc:chgData name="Jeremiah Contreras" userId="353e0578-c100-4b27-ab8d-040de0f2d32b" providerId="ADAL" clId="{023D9AA2-7AB0-482B-A6B1-998449BA0A55}" dt="2024-10-16T11:29:39.835" v="79" actId="20577"/>
        <pc:sldMkLst>
          <pc:docMk/>
          <pc:sldMk cId="713785396" sldId="322"/>
        </pc:sldMkLst>
      </pc:sldChg>
      <pc:sldChg chg="modSp mod">
        <pc:chgData name="Jeremiah Contreras" userId="353e0578-c100-4b27-ab8d-040de0f2d32b" providerId="ADAL" clId="{023D9AA2-7AB0-482B-A6B1-998449BA0A55}" dt="2024-10-16T11:27:06.357" v="17" actId="20577"/>
        <pc:sldMkLst>
          <pc:docMk/>
          <pc:sldMk cId="34013185" sldId="354"/>
        </pc:sldMkLst>
      </pc:sldChg>
      <pc:sldChg chg="modSp mod">
        <pc:chgData name="Jeremiah Contreras" userId="353e0578-c100-4b27-ab8d-040de0f2d32b" providerId="ADAL" clId="{023D9AA2-7AB0-482B-A6B1-998449BA0A55}" dt="2024-10-16T11:29:45.100" v="82"/>
        <pc:sldMkLst>
          <pc:docMk/>
          <pc:sldMk cId="4291722696" sldId="356"/>
        </pc:sldMkLst>
      </pc:sldChg>
      <pc:sldChg chg="modSp mod modAnim">
        <pc:chgData name="Jeremiah Contreras" userId="353e0578-c100-4b27-ab8d-040de0f2d32b" providerId="ADAL" clId="{023D9AA2-7AB0-482B-A6B1-998449BA0A55}" dt="2024-10-16T11:30:30.442" v="89"/>
        <pc:sldMkLst>
          <pc:docMk/>
          <pc:sldMk cId="3651499221" sldId="359"/>
        </pc:sldMkLst>
      </pc:sldChg>
      <pc:sldChg chg="modSp mod">
        <pc:chgData name="Jeremiah Contreras" userId="353e0578-c100-4b27-ab8d-040de0f2d32b" providerId="ADAL" clId="{023D9AA2-7AB0-482B-A6B1-998449BA0A55}" dt="2024-10-16T11:30:17.793" v="88" actId="27636"/>
        <pc:sldMkLst>
          <pc:docMk/>
          <pc:sldMk cId="2572946867" sldId="360"/>
        </pc:sldMkLst>
      </pc:sldChg>
      <pc:sldChg chg="modSp mod">
        <pc:chgData name="Jeremiah Contreras" userId="353e0578-c100-4b27-ab8d-040de0f2d32b" providerId="ADAL" clId="{023D9AA2-7AB0-482B-A6B1-998449BA0A55}" dt="2024-10-16T12:44:58.106" v="195" actId="1076"/>
        <pc:sldMkLst>
          <pc:docMk/>
          <pc:sldMk cId="1390409090" sldId="363"/>
        </pc:sldMkLst>
      </pc:sldChg>
      <pc:sldChg chg="addSp delSp modSp mod">
        <pc:chgData name="Jeremiah Contreras" userId="353e0578-c100-4b27-ab8d-040de0f2d32b" providerId="ADAL" clId="{023D9AA2-7AB0-482B-A6B1-998449BA0A55}" dt="2024-10-16T13:02:48.969" v="300"/>
        <pc:sldMkLst>
          <pc:docMk/>
          <pc:sldMk cId="2372119895" sldId="364"/>
        </pc:sldMkLst>
      </pc:sldChg>
      <pc:sldChg chg="modSp mod">
        <pc:chgData name="Jeremiah Contreras" userId="353e0578-c100-4b27-ab8d-040de0f2d32b" providerId="ADAL" clId="{023D9AA2-7AB0-482B-A6B1-998449BA0A55}" dt="2024-10-16T13:00:50.059" v="275" actId="20577"/>
        <pc:sldMkLst>
          <pc:docMk/>
          <pc:sldMk cId="867498861" sldId="365"/>
        </pc:sldMkLst>
      </pc:sldChg>
      <pc:sldChg chg="modSp mod">
        <pc:chgData name="Jeremiah Contreras" userId="353e0578-c100-4b27-ab8d-040de0f2d32b" providerId="ADAL" clId="{023D9AA2-7AB0-482B-A6B1-998449BA0A55}" dt="2024-10-16T13:00:48.234" v="271"/>
        <pc:sldMkLst>
          <pc:docMk/>
          <pc:sldMk cId="2069680893" sldId="366"/>
        </pc:sldMkLst>
      </pc:sldChg>
      <pc:sldChg chg="modSp mod">
        <pc:chgData name="Jeremiah Contreras" userId="353e0578-c100-4b27-ab8d-040de0f2d32b" providerId="ADAL" clId="{023D9AA2-7AB0-482B-A6B1-998449BA0A55}" dt="2024-10-16T13:00:49.689" v="274"/>
        <pc:sldMkLst>
          <pc:docMk/>
          <pc:sldMk cId="3174207657" sldId="367"/>
        </pc:sldMkLst>
      </pc:sldChg>
      <pc:sldChg chg="modSp mod">
        <pc:chgData name="Jeremiah Contreras" userId="353e0578-c100-4b27-ab8d-040de0f2d32b" providerId="ADAL" clId="{023D9AA2-7AB0-482B-A6B1-998449BA0A55}" dt="2024-10-16T13:00:49.269" v="273"/>
        <pc:sldMkLst>
          <pc:docMk/>
          <pc:sldMk cId="3016140838" sldId="368"/>
        </pc:sldMkLst>
      </pc:sldChg>
      <pc:sldChg chg="modSp mod">
        <pc:chgData name="Jeremiah Contreras" userId="353e0578-c100-4b27-ab8d-040de0f2d32b" providerId="ADAL" clId="{023D9AA2-7AB0-482B-A6B1-998449BA0A55}" dt="2024-10-16T13:00:48.775" v="272"/>
        <pc:sldMkLst>
          <pc:docMk/>
          <pc:sldMk cId="2198208674" sldId="369"/>
        </pc:sldMkLst>
      </pc:sldChg>
      <pc:sldChg chg="modSp mod">
        <pc:chgData name="Jeremiah Contreras" userId="353e0578-c100-4b27-ab8d-040de0f2d32b" providerId="ADAL" clId="{023D9AA2-7AB0-482B-A6B1-998449BA0A55}" dt="2024-10-16T13:00:47.407" v="270" actId="20577"/>
        <pc:sldMkLst>
          <pc:docMk/>
          <pc:sldMk cId="2702175946" sldId="370"/>
        </pc:sldMkLst>
      </pc:sldChg>
      <pc:sldChg chg="modSp mod">
        <pc:chgData name="Jeremiah Contreras" userId="353e0578-c100-4b27-ab8d-040de0f2d32b" providerId="ADAL" clId="{023D9AA2-7AB0-482B-A6B1-998449BA0A55}" dt="2024-10-16T11:25:52.781" v="0" actId="20577"/>
        <pc:sldMkLst>
          <pc:docMk/>
          <pc:sldMk cId="2476937257" sldId="374"/>
        </pc:sldMkLst>
      </pc:sldChg>
    </pc:docChg>
  </pc:docChgLst>
  <pc:docChgLst>
    <pc:chgData name="Jeremiah Contreras" userId="7aaf88c5-f86c-46d8-a0d4-f1ec65ded07c" providerId="ADAL" clId="{A223A3DF-8990-4FDF-922C-D1A475FC5CD6}"/>
    <pc:docChg chg="undo custSel addSld delSld modSld">
      <pc:chgData name="Jeremiah Contreras" userId="7aaf88c5-f86c-46d8-a0d4-f1ec65ded07c" providerId="ADAL" clId="{A223A3DF-8990-4FDF-922C-D1A475FC5CD6}" dt="2023-10-18T01:45:47.661" v="208" actId="14100"/>
      <pc:docMkLst>
        <pc:docMk/>
      </pc:docMkLst>
      <pc:sldChg chg="modSp">
        <pc:chgData name="Jeremiah Contreras" userId="7aaf88c5-f86c-46d8-a0d4-f1ec65ded07c" providerId="ADAL" clId="{A223A3DF-8990-4FDF-922C-D1A475FC5CD6}" dt="2023-10-18T01:18:10.980" v="201" actId="20577"/>
        <pc:sldMkLst>
          <pc:docMk/>
          <pc:sldMk cId="2717631544" sldId="268"/>
        </pc:sldMkLst>
      </pc:sldChg>
      <pc:sldChg chg="modSp mod modAnim">
        <pc:chgData name="Jeremiah Contreras" userId="7aaf88c5-f86c-46d8-a0d4-f1ec65ded07c" providerId="ADAL" clId="{A223A3DF-8990-4FDF-922C-D1A475FC5CD6}" dt="2023-10-18T01:45:47.661" v="208" actId="14100"/>
        <pc:sldMkLst>
          <pc:docMk/>
          <pc:sldMk cId="1785390667" sldId="271"/>
        </pc:sldMkLst>
      </pc:sldChg>
      <pc:sldChg chg="del">
        <pc:chgData name="Jeremiah Contreras" userId="7aaf88c5-f86c-46d8-a0d4-f1ec65ded07c" providerId="ADAL" clId="{A223A3DF-8990-4FDF-922C-D1A475FC5CD6}" dt="2023-10-18T01:18:50.375" v="202" actId="47"/>
        <pc:sldMkLst>
          <pc:docMk/>
          <pc:sldMk cId="2761456481" sldId="296"/>
        </pc:sldMkLst>
      </pc:sldChg>
      <pc:sldChg chg="add">
        <pc:chgData name="Jeremiah Contreras" userId="7aaf88c5-f86c-46d8-a0d4-f1ec65ded07c" providerId="ADAL" clId="{A223A3DF-8990-4FDF-922C-D1A475FC5CD6}" dt="2023-10-17T19:25:01.391" v="64"/>
        <pc:sldMkLst>
          <pc:docMk/>
          <pc:sldMk cId="1981676718" sldId="325"/>
        </pc:sldMkLst>
      </pc:sldChg>
      <pc:sldChg chg="del">
        <pc:chgData name="Jeremiah Contreras" userId="7aaf88c5-f86c-46d8-a0d4-f1ec65ded07c" providerId="ADAL" clId="{A223A3DF-8990-4FDF-922C-D1A475FC5CD6}" dt="2023-10-17T19:24:50.223" v="63" actId="2696"/>
        <pc:sldMkLst>
          <pc:docMk/>
          <pc:sldMk cId="4135765932" sldId="325"/>
        </pc:sldMkLst>
      </pc:sldChg>
      <pc:sldChg chg="modSp mod">
        <pc:chgData name="Jeremiah Contreras" userId="7aaf88c5-f86c-46d8-a0d4-f1ec65ded07c" providerId="ADAL" clId="{A223A3DF-8990-4FDF-922C-D1A475FC5CD6}" dt="2023-10-17T19:09:16.257" v="10" actId="20577"/>
        <pc:sldMkLst>
          <pc:docMk/>
          <pc:sldMk cId="1964274535" sldId="349"/>
        </pc:sldMkLst>
      </pc:sldChg>
      <pc:sldChg chg="modSp mod">
        <pc:chgData name="Jeremiah Contreras" userId="7aaf88c5-f86c-46d8-a0d4-f1ec65ded07c" providerId="ADAL" clId="{A223A3DF-8990-4FDF-922C-D1A475FC5CD6}" dt="2023-10-18T01:15:41.618" v="197" actId="20577"/>
        <pc:sldMkLst>
          <pc:docMk/>
          <pc:sldMk cId="34013185" sldId="354"/>
        </pc:sldMkLst>
      </pc:sldChg>
      <pc:sldChg chg="addSp delSp modSp mod modAnim">
        <pc:chgData name="Jeremiah Contreras" userId="7aaf88c5-f86c-46d8-a0d4-f1ec65ded07c" providerId="ADAL" clId="{A223A3DF-8990-4FDF-922C-D1A475FC5CD6}" dt="2023-10-17T19:13:16.801" v="62" actId="20577"/>
        <pc:sldMkLst>
          <pc:docMk/>
          <pc:sldMk cId="2361903506" sldId="358"/>
        </pc:sldMkLst>
      </pc:sldChg>
      <pc:sldChg chg="modSp mod">
        <pc:chgData name="Jeremiah Contreras" userId="7aaf88c5-f86c-46d8-a0d4-f1ec65ded07c" providerId="ADAL" clId="{A223A3DF-8990-4FDF-922C-D1A475FC5CD6}" dt="2023-10-17T19:12:06.298" v="29" actId="20577"/>
        <pc:sldMkLst>
          <pc:docMk/>
          <pc:sldMk cId="2572946867" sldId="360"/>
        </pc:sldMkLst>
      </pc:sldChg>
      <pc:sldChg chg="modSp mod">
        <pc:chgData name="Jeremiah Contreras" userId="7aaf88c5-f86c-46d8-a0d4-f1ec65ded07c" providerId="ADAL" clId="{A223A3DF-8990-4FDF-922C-D1A475FC5CD6}" dt="2023-10-17T19:27:07.706" v="90" actId="20577"/>
        <pc:sldMkLst>
          <pc:docMk/>
          <pc:sldMk cId="1507431647" sldId="361"/>
        </pc:sldMkLst>
      </pc:sldChg>
      <pc:sldChg chg="delSp modSp mod">
        <pc:chgData name="Jeremiah Contreras" userId="7aaf88c5-f86c-46d8-a0d4-f1ec65ded07c" providerId="ADAL" clId="{A223A3DF-8990-4FDF-922C-D1A475FC5CD6}" dt="2023-10-18T01:14:28.995" v="193" actId="1038"/>
        <pc:sldMkLst>
          <pc:docMk/>
          <pc:sldMk cId="2476937257" sldId="374"/>
        </pc:sldMkLst>
      </pc:sldChg>
      <pc:sldChg chg="modSp mod">
        <pc:chgData name="Jeremiah Contreras" userId="7aaf88c5-f86c-46d8-a0d4-f1ec65ded07c" providerId="ADAL" clId="{A223A3DF-8990-4FDF-922C-D1A475FC5CD6}" dt="2023-10-17T21:01:01.003" v="131" actId="20577"/>
        <pc:sldMkLst>
          <pc:docMk/>
          <pc:sldMk cId="886742849" sldId="375"/>
        </pc:sldMkLst>
      </pc:sldChg>
      <pc:sldChg chg="del">
        <pc:chgData name="Jeremiah Contreras" userId="7aaf88c5-f86c-46d8-a0d4-f1ec65ded07c" providerId="ADAL" clId="{A223A3DF-8990-4FDF-922C-D1A475FC5CD6}" dt="2023-10-18T01:17:21.917" v="198" actId="47"/>
        <pc:sldMkLst>
          <pc:docMk/>
          <pc:sldMk cId="2421233274" sldId="399"/>
        </pc:sldMkLst>
      </pc:sldChg>
      <pc:sldChg chg="del">
        <pc:chgData name="Jeremiah Contreras" userId="7aaf88c5-f86c-46d8-a0d4-f1ec65ded07c" providerId="ADAL" clId="{A223A3DF-8990-4FDF-922C-D1A475FC5CD6}" dt="2023-10-18T01:14:34.092" v="194" actId="47"/>
        <pc:sldMkLst>
          <pc:docMk/>
          <pc:sldMk cId="2487139578" sldId="400"/>
        </pc:sldMkLst>
      </pc:sldChg>
      <pc:sldChg chg="del">
        <pc:chgData name="Jeremiah Contreras" userId="7aaf88c5-f86c-46d8-a0d4-f1ec65ded07c" providerId="ADAL" clId="{A223A3DF-8990-4FDF-922C-D1A475FC5CD6}" dt="2023-10-17T19:48:25.081" v="91" actId="2696"/>
        <pc:sldMkLst>
          <pc:docMk/>
          <pc:sldMk cId="2551130796" sldId="403"/>
        </pc:sldMkLst>
      </pc:sldChg>
      <pc:sldChg chg="del">
        <pc:chgData name="Jeremiah Contreras" userId="7aaf88c5-f86c-46d8-a0d4-f1ec65ded07c" providerId="ADAL" clId="{A223A3DF-8990-4FDF-922C-D1A475FC5CD6}" dt="2023-10-17T19:48:25.081" v="91" actId="2696"/>
        <pc:sldMkLst>
          <pc:docMk/>
          <pc:sldMk cId="452819120" sldId="404"/>
        </pc:sldMkLst>
      </pc:sldChg>
      <pc:sldChg chg="del">
        <pc:chgData name="Jeremiah Contreras" userId="7aaf88c5-f86c-46d8-a0d4-f1ec65ded07c" providerId="ADAL" clId="{A223A3DF-8990-4FDF-922C-D1A475FC5CD6}" dt="2023-10-17T19:48:25.081" v="91" actId="2696"/>
        <pc:sldMkLst>
          <pc:docMk/>
          <pc:sldMk cId="2437962294" sldId="405"/>
        </pc:sldMkLst>
      </pc:sldChg>
      <pc:sldChg chg="del">
        <pc:chgData name="Jeremiah Contreras" userId="7aaf88c5-f86c-46d8-a0d4-f1ec65ded07c" providerId="ADAL" clId="{A223A3DF-8990-4FDF-922C-D1A475FC5CD6}" dt="2023-10-17T19:48:25.081" v="91" actId="2696"/>
        <pc:sldMkLst>
          <pc:docMk/>
          <pc:sldMk cId="514401218" sldId="406"/>
        </pc:sldMkLst>
      </pc:sldChg>
      <pc:sldChg chg="del">
        <pc:chgData name="Jeremiah Contreras" userId="7aaf88c5-f86c-46d8-a0d4-f1ec65ded07c" providerId="ADAL" clId="{A223A3DF-8990-4FDF-922C-D1A475FC5CD6}" dt="2023-10-17T19:48:25.081" v="91" actId="2696"/>
        <pc:sldMkLst>
          <pc:docMk/>
          <pc:sldMk cId="617635923" sldId="40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21T21:36:40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1388 24575,'32'26'0,"-26"-23"0,-1 1 0,-1-1 0,1 1 0,-1 0 0,1 1 0,-1-1 0,0 1 0,0-1 0,5 11 0,13 34 0,-2 1 0,-2 0 0,-3 2 0,12 66 0,4 12 0,-27-117 0,-2-1 0,1 0 0,1 0 0,0-1 0,1 0 0,9 16 0,-12-24 0,1 1 0,-1-1 0,1 0 0,0-1 0,0 1 0,0 0 0,0-1 0,0 0 0,1 1 0,-1-1 0,1-1 0,-1 1 0,1 0 0,0-1 0,0 0 0,0 0 0,0 0 0,-1 0 0,1-1 0,8 1 0,15-2 0,0 0 0,0-2 0,-1-1 0,0-2 0,0 0 0,0-1 0,46-21 0,-1-5 0,94-60 0,433-309 224,-20-30-1064,361-251-611,-629 488 1441,-140 90-1067,-85 52-3960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21T21:37:15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1388 24575,'32'26'0,"-26"-23"0,-1 1 0,-1-1 0,1 1 0,-1 0 0,1 1 0,-1-1 0,0 1 0,0-1 0,5 11 0,13 34 0,-2 1 0,-2 0 0,-3 2 0,12 66 0,4 12 0,-27-117 0,-2-1 0,1 0 0,1 0 0,0-1 0,1 0 0,9 16 0,-12-24 0,1 1 0,-1-1 0,1 0 0,0-1 0,0 1 0,0 0 0,0-1 0,0 0 0,1 1 0,-1-1 0,1-1 0,-1 1 0,1 0 0,0-1 0,0 0 0,0 0 0,0 0 0,-1 0 0,1-1 0,8 1 0,15-2 0,0 0 0,0-2 0,-1-1 0,0-2 0,0 0 0,0-1 0,46-21 0,-1-5 0,94-60 0,433-309 224,-20-30-1064,361-251-611,-629 488 1441,-140 90-1067,-85 52-3960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22T01:59:42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1388 24575,'32'26'0,"-26"-23"0,-1 1 0,-1-1 0,1 1 0,-1 0 0,1 1 0,-1-1 0,0 1 0,0-1 0,5 11 0,13 34 0,-2 1 0,-2 0 0,-3 2 0,12 66 0,4 12 0,-27-117 0,-2-1 0,1 0 0,1 0 0,0-1 0,1 0 0,9 16 0,-12-24 0,1 1 0,-1-1 0,1 0 0,0-1 0,0 1 0,0 0 0,0-1 0,0 0 0,1 1 0,-1-1 0,1-1 0,-1 1 0,1 0 0,0-1 0,0 0 0,0 0 0,0 0 0,-1 0 0,1-1 0,8 1 0,15-2 0,0 0 0,0-2 0,-1-1 0,0-2 0,0 0 0,0-1 0,46-21 0,-1-5 0,94-60 0,433-309 224,-20-30-1064,361-251-611,-629 488 1441,-140 90-1067,-85 52-3960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4610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68313" y="725488"/>
            <a:ext cx="6416675" cy="36099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5643" y="4576405"/>
            <a:ext cx="5881947" cy="433579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3" tIns="48494" rIns="96983" bIns="48494"/>
          <a:lstStyle/>
          <a:p>
            <a:pPr defTabSz="918332">
              <a:defRPr/>
            </a:pPr>
            <a:r>
              <a:rPr lang="en-US" dirty="0"/>
              <a:t>Public companies are required to disclose the amount of their LIFO liquidation profit – difference of how</a:t>
            </a:r>
            <a:r>
              <a:rPr lang="en-US" baseline="0" dirty="0"/>
              <a:t> much net income would have been if they had purchase more inventory at current costs.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1247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721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780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817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336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1293166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8332">
              <a:defRPr/>
            </a:pPr>
            <a:r>
              <a:rPr lang="en-US" i="1" dirty="0">
                <a:solidFill>
                  <a:srgbClr val="000000"/>
                </a:solidFill>
                <a:latin typeface="Times New Roman"/>
              </a:rPr>
              <a:t>Is a plant manager’s salary part of inventory? What about an accountant’s salary? What do I do with transportation costs?</a:t>
            </a:r>
          </a:p>
          <a:p>
            <a:pPr defTabSz="918332">
              <a:defRPr/>
            </a:pPr>
            <a:r>
              <a:rPr lang="en-US" i="1" dirty="0">
                <a:solidFill>
                  <a:srgbClr val="000000"/>
                </a:solidFill>
                <a:latin typeface="Times New Roman"/>
              </a:rPr>
              <a:t>What’s the value of a phone after a new version is released?</a:t>
            </a:r>
          </a:p>
          <a:p>
            <a:pPr defTabSz="918332">
              <a:defRPr/>
            </a:pPr>
            <a:endParaRPr lang="en-US" i="1" dirty="0">
              <a:solidFill>
                <a:srgbClr val="000000"/>
              </a:solidFill>
              <a:latin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278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878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14" tIns="46609" rIns="93214" bIns="46609"/>
          <a:lstStyle/>
          <a:p>
            <a:r>
              <a:rPr lang="en-US" altLang="en-US"/>
              <a:t>Examples:</a:t>
            </a:r>
          </a:p>
          <a:p>
            <a:r>
              <a:rPr lang="en-US" altLang="en-US"/>
              <a:t>High tech industry (quick obsolescence)</a:t>
            </a:r>
          </a:p>
          <a:p>
            <a:endParaRPr lang="en-US" altLang="en-US"/>
          </a:p>
          <a:p>
            <a:r>
              <a:rPr lang="en-US" altLang="en-US"/>
              <a:t>Note on IFRS:</a:t>
            </a:r>
          </a:p>
          <a:p>
            <a:r>
              <a:rPr lang="en-US" altLang="en-US"/>
              <a:t>-if a firm writes-down, IFRS allows to write back up as far as acquisition cost.</a:t>
            </a:r>
          </a:p>
          <a:p>
            <a:r>
              <a:rPr lang="en-US" altLang="en-US"/>
              <a:t>-US GAAP does not</a:t>
            </a:r>
          </a:p>
        </p:txBody>
      </p:sp>
    </p:spTree>
    <p:extLst>
      <p:ext uri="{BB962C8B-B14F-4D97-AF65-F5344CB8AC3E}">
        <p14:creationId xmlns:p14="http://schemas.microsoft.com/office/powerpoint/2010/main" val="3415142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We will calculate NRV, Replacement Cost, and NRV Less Normal Profit Margin and always pick the MIDDLE one.  We then compare that to Cost.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3397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9290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E78B5-0315-AD40-3600-486B3088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D7285B4-95D0-5154-E338-E30AB563C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3F7F6F06-A053-412B-2439-C678F0F38A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215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Inventory Part 2 – In-Class</a:t>
            </a:r>
            <a:endParaRPr lang="en-US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27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2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DBE47F-7963-4EFE-9209-98BADD04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73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 Points from the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69708-047E-46E0-A1D0-9220C7DED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874" y="2917901"/>
            <a:ext cx="9329360" cy="367953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dirty="0"/>
              <a:t>LIFO conformity rule</a:t>
            </a:r>
            <a:r>
              <a:rPr lang="en-US" sz="2000" dirty="0"/>
              <a:t>: If you want LIFO for tax, you must use it for financial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u="sng" dirty="0"/>
              <a:t>LIFO Reserve </a:t>
            </a:r>
            <a:r>
              <a:rPr lang="en-US" sz="2000" dirty="0"/>
              <a:t>helps comparability between firms using LIFO and FIFO (or average cost)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u="sng" dirty="0"/>
              <a:t>LIFO Liquidation </a:t>
            </a:r>
            <a:r>
              <a:rPr lang="en-US" sz="2000" dirty="0"/>
              <a:t>puts older (usually lower) costs in COGS. Firms must disclose.</a:t>
            </a:r>
          </a:p>
          <a:p>
            <a:pPr marL="227013" indent="-227013">
              <a:lnSpc>
                <a:spcPct val="120000"/>
              </a:lnSpc>
              <a:spcBef>
                <a:spcPts val="1800"/>
              </a:spcBef>
              <a:tabLst>
                <a:tab pos="914400" algn="l"/>
              </a:tabLst>
            </a:pPr>
            <a:r>
              <a:rPr lang="en-US" sz="2000" u="sng" dirty="0"/>
              <a:t>LIFO Reserve</a:t>
            </a:r>
            <a:r>
              <a:rPr lang="en-US" sz="2000" dirty="0"/>
              <a:t>: Difference in inventory between FIFO and LIFO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1376363" algn="l"/>
              </a:tabLst>
            </a:pPr>
            <a:r>
              <a:rPr lang="en-US" sz="2000" dirty="0"/>
              <a:t>	</a:t>
            </a:r>
            <a:r>
              <a:rPr lang="en-US" sz="1800" i="1" dirty="0" err="1"/>
              <a:t>Inventory</a:t>
            </a:r>
            <a:r>
              <a:rPr lang="en-US" sz="1800" i="1" baseline="-25000" dirty="0" err="1"/>
              <a:t>FIFO</a:t>
            </a:r>
            <a:r>
              <a:rPr lang="en-US" sz="1800" i="1" baseline="-25000" dirty="0"/>
              <a:t> </a:t>
            </a:r>
            <a:r>
              <a:rPr lang="en-US" sz="1800" i="1" dirty="0"/>
              <a:t>= </a:t>
            </a:r>
            <a:r>
              <a:rPr lang="en-US" sz="1800" i="1" dirty="0" err="1"/>
              <a:t>Inventory</a:t>
            </a:r>
            <a:r>
              <a:rPr lang="en-US" sz="1800" i="1" baseline="-25000" dirty="0" err="1"/>
              <a:t>LIFO</a:t>
            </a:r>
            <a:r>
              <a:rPr lang="en-US" sz="1800" i="1" baseline="-25000" dirty="0"/>
              <a:t> </a:t>
            </a:r>
            <a:r>
              <a:rPr lang="en-US" sz="1800" i="1" dirty="0"/>
              <a:t>+ LIFO Reserve</a:t>
            </a:r>
            <a:r>
              <a:rPr lang="en-US" sz="1800" dirty="0"/>
              <a:t> </a:t>
            </a:r>
            <a:endParaRPr lang="en-US" sz="2000" u="sng" dirty="0"/>
          </a:p>
          <a:p>
            <a:pPr>
              <a:lnSpc>
                <a:spcPct val="120000"/>
              </a:lnSpc>
              <a:spcBef>
                <a:spcPts val="1800"/>
              </a:spcBef>
              <a:tabLst>
                <a:tab pos="914400" algn="l"/>
              </a:tabLst>
            </a:pPr>
            <a:r>
              <a:rPr lang="en-US" sz="2000" u="sng" dirty="0"/>
              <a:t>LIFO Effect</a:t>
            </a:r>
            <a:r>
              <a:rPr lang="en-US" sz="2000" dirty="0"/>
              <a:t>: Change in LIFO Reserve is the difference in COGS under LIFO and FIFO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1376363" algn="l"/>
              </a:tabLst>
            </a:pPr>
            <a:r>
              <a:rPr lang="en-US" sz="2000" dirty="0"/>
              <a:t>	</a:t>
            </a:r>
            <a:r>
              <a:rPr lang="en-US" sz="1800" i="1" dirty="0"/>
              <a:t>COGS</a:t>
            </a:r>
            <a:r>
              <a:rPr lang="en-US" sz="1800" i="1" baseline="-25000" dirty="0"/>
              <a:t>FIFO </a:t>
            </a:r>
            <a:r>
              <a:rPr lang="en-US" sz="1800" i="1" dirty="0"/>
              <a:t>= COGS</a:t>
            </a:r>
            <a:r>
              <a:rPr lang="en-US" sz="1800" i="1" baseline="-25000" dirty="0"/>
              <a:t>LIFO </a:t>
            </a:r>
            <a:r>
              <a:rPr lang="en-US" sz="1800" i="1" dirty="0"/>
              <a:t>- </a:t>
            </a:r>
            <a:r>
              <a:rPr lang="el-GR" sz="1800" i="1" dirty="0"/>
              <a:t>Δ</a:t>
            </a:r>
            <a:r>
              <a:rPr lang="en-US" sz="1800" i="1" dirty="0"/>
              <a:t>LIFO Reserve</a:t>
            </a:r>
            <a:r>
              <a:rPr lang="en-US" sz="1800" dirty="0"/>
              <a:t>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1376363" algn="l"/>
              </a:tabLst>
            </a:pPr>
            <a:r>
              <a:rPr lang="en-US" sz="1800" dirty="0"/>
              <a:t>	(NOTE: </a:t>
            </a:r>
            <a:r>
              <a:rPr lang="el-GR" sz="1800" i="1" dirty="0"/>
              <a:t>Δ</a:t>
            </a:r>
            <a:r>
              <a:rPr lang="en-US" sz="1800" i="1" dirty="0"/>
              <a:t>LIFO Reserve</a:t>
            </a:r>
            <a:r>
              <a:rPr lang="en-US" sz="1800" dirty="0"/>
              <a:t> = </a:t>
            </a:r>
            <a:r>
              <a:rPr lang="en-US" sz="1800" i="1" dirty="0" err="1"/>
              <a:t>Reserve</a:t>
            </a:r>
            <a:r>
              <a:rPr lang="en-US" sz="1800" i="1" baseline="-25000" dirty="0" err="1"/>
              <a:t>END</a:t>
            </a:r>
            <a:r>
              <a:rPr lang="en-US" sz="1800" i="1" dirty="0"/>
              <a:t> - </a:t>
            </a:r>
            <a:r>
              <a:rPr lang="en-US" sz="1800" i="1" dirty="0" err="1"/>
              <a:t>Reserve</a:t>
            </a:r>
            <a:r>
              <a:rPr lang="en-US" sz="1800" i="1" baseline="-25000" dirty="0" err="1"/>
              <a:t>BEG</a:t>
            </a:r>
            <a:r>
              <a:rPr lang="en-US" sz="1800" dirty="0"/>
              <a:t>)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04F6B94-7D6F-472F-9458-A9DECC2F7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816" y="485231"/>
            <a:ext cx="3799104" cy="196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3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5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Today’s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904" y="2494450"/>
            <a:ext cx="4423805" cy="356315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/>
              <a:t>LIFO Liquidations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Inventory impairment 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Lower of Cost or Market</a:t>
            </a:r>
          </a:p>
          <a:p>
            <a:pPr>
              <a:spcBef>
                <a:spcPts val="1800"/>
              </a:spcBef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37975-4C08-4B25-B7EC-3BA53935B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692" y="2543175"/>
            <a:ext cx="4802404" cy="21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4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3A39-941D-458E-ADD0-274D20A4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Liquidation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6625E-55FB-40FC-A611-690101845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7"/>
            <a:ext cx="10738449" cy="3957337"/>
          </a:xfrm>
        </p:spPr>
        <p:txBody>
          <a:bodyPr/>
          <a:lstStyle/>
          <a:p>
            <a:r>
              <a:rPr lang="en-US" dirty="0"/>
              <a:t>Selling old LIFO layers (i.e., liquidating them)</a:t>
            </a:r>
          </a:p>
          <a:p>
            <a:endParaRPr lang="en-US" dirty="0"/>
          </a:p>
          <a:p>
            <a:r>
              <a:rPr lang="en-US" dirty="0"/>
              <a:t>Occurs when sell more inventory than we buy in a year</a:t>
            </a:r>
          </a:p>
          <a:p>
            <a:endParaRPr lang="en-US" dirty="0"/>
          </a:p>
          <a:p>
            <a:r>
              <a:rPr lang="en-US" dirty="0"/>
              <a:t>Results in a lower COGS (*usually…old layers have lower costs)</a:t>
            </a:r>
          </a:p>
          <a:p>
            <a:endParaRPr lang="en-US" dirty="0"/>
          </a:p>
          <a:p>
            <a:r>
              <a:rPr lang="en-US" dirty="0"/>
              <a:t>Disclose the effect on net income</a:t>
            </a:r>
          </a:p>
        </p:txBody>
      </p:sp>
    </p:spTree>
    <p:extLst>
      <p:ext uri="{BB962C8B-B14F-4D97-AF65-F5344CB8AC3E}">
        <p14:creationId xmlns:p14="http://schemas.microsoft.com/office/powerpoint/2010/main" val="3401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/>
          <p:cNvSpPr/>
          <p:nvPr/>
        </p:nvSpPr>
        <p:spPr bwMode="auto">
          <a:xfrm>
            <a:off x="415104" y="1828800"/>
            <a:ext cx="10363200" cy="1971675"/>
          </a:xfrm>
          <a:prstGeom prst="roundRect">
            <a:avLst>
              <a:gd name="adj" fmla="val 578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Disclosure of LIFO liquidation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7504" y="1981201"/>
            <a:ext cx="1004132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Neue BoldCond"/>
                <a:ea typeface="+mn-ea"/>
                <a:cs typeface="+mn-cs"/>
              </a:rPr>
              <a:t>During fiscal 2012, inventory quantities carried on a LIFO basis were reduced at the Company’s U.S. carbon black sites. These reductions led to liquidations of LIFO inventory quantities and resulted in a decrease of cost of goods sold of $1 million and an increase in consolidated net income of $1 million ($0.01 per diluted common share).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398026" y="1295401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Neue BoldCond"/>
                <a:ea typeface="+mn-ea"/>
                <a:cs typeface="+mn-cs"/>
              </a:rPr>
              <a:t>Cabot Corp., 2012 10-k report: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226" y="3886201"/>
            <a:ext cx="7848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Source: http://investor.cabot-corp.com/phoenix.zhtml?c=94559&amp;p=irol-sec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DF6496-2BD0-8BDF-A823-9CEB34D943C4}"/>
              </a:ext>
            </a:extLst>
          </p:cNvPr>
          <p:cNvCxnSpPr/>
          <p:nvPr/>
        </p:nvCxnSpPr>
        <p:spPr>
          <a:xfrm>
            <a:off x="5480050" y="2781300"/>
            <a:ext cx="41275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ED7EC0-175E-8883-6A26-072C0B1FF9F6}"/>
              </a:ext>
            </a:extLst>
          </p:cNvPr>
          <p:cNvCxnSpPr/>
          <p:nvPr/>
        </p:nvCxnSpPr>
        <p:spPr>
          <a:xfrm>
            <a:off x="3346500" y="3200400"/>
            <a:ext cx="638800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2636F1-A06D-D3B7-A303-86EA4171602B}"/>
              </a:ext>
            </a:extLst>
          </p:cNvPr>
          <p:cNvCxnSpPr/>
          <p:nvPr/>
        </p:nvCxnSpPr>
        <p:spPr>
          <a:xfrm>
            <a:off x="962512" y="3587750"/>
            <a:ext cx="55806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67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7659-0598-4C89-B8D7-2DE7D429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Liquidation (Year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9D95-D9B6-4ECD-8E83-ED9BBAFD2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155"/>
            <a:ext cx="10515600" cy="14796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For LIFO only</a:t>
            </a:r>
          </a:p>
          <a:p>
            <a:r>
              <a:rPr lang="en-US" sz="2000" dirty="0"/>
              <a:t>In Year 4, the company sells 3 units.</a:t>
            </a:r>
          </a:p>
          <a:p>
            <a:r>
              <a:rPr lang="en-US" sz="2000" dirty="0"/>
              <a:t>Current inventory would cost $25 if purchased.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Liquidation:</a:t>
            </a:r>
            <a:r>
              <a:rPr lang="en-US" sz="2000" dirty="0"/>
              <a:t> company does not buy more inventory and uses up previous LIFO layers.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3C86D-4C2D-4C33-8A24-9E10AE559773}"/>
              </a:ext>
            </a:extLst>
          </p:cNvPr>
          <p:cNvSpPr txBox="1"/>
          <p:nvPr/>
        </p:nvSpPr>
        <p:spPr>
          <a:xfrm>
            <a:off x="800357" y="3493691"/>
            <a:ext cx="2664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Beginning Inventory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Year 4: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35444-3713-4D9B-BDF5-0634D1A2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13" y="4359378"/>
            <a:ext cx="1154052" cy="17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8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Liquidation (Year 4)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5FA05C-4370-42B0-8470-3F9EF76A3686}"/>
              </a:ext>
            </a:extLst>
          </p:cNvPr>
          <p:cNvSpPr/>
          <p:nvPr/>
        </p:nvSpPr>
        <p:spPr bwMode="auto">
          <a:xfrm>
            <a:off x="1109323" y="4589968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FE636D-8E9F-4122-995C-215B268B6660}"/>
              </a:ext>
            </a:extLst>
          </p:cNvPr>
          <p:cNvSpPr/>
          <p:nvPr/>
        </p:nvSpPr>
        <p:spPr bwMode="auto">
          <a:xfrm>
            <a:off x="1220780" y="450808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9050DE9-5145-43EA-B32D-AF0CF3AB5D44}"/>
              </a:ext>
            </a:extLst>
          </p:cNvPr>
          <p:cNvSpPr/>
          <p:nvPr/>
        </p:nvSpPr>
        <p:spPr bwMode="auto">
          <a:xfrm>
            <a:off x="1673430" y="450808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6BDEE9-563B-4F37-918A-7333B7F95DB7}"/>
              </a:ext>
            </a:extLst>
          </p:cNvPr>
          <p:cNvSpPr/>
          <p:nvPr/>
        </p:nvSpPr>
        <p:spPr bwMode="auto">
          <a:xfrm>
            <a:off x="1109320" y="5105931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1DD1C03-B284-4DB4-90EF-389957A1FFA0}"/>
              </a:ext>
            </a:extLst>
          </p:cNvPr>
          <p:cNvSpPr txBox="1"/>
          <p:nvPr/>
        </p:nvSpPr>
        <p:spPr>
          <a:xfrm>
            <a:off x="480112" y="3396788"/>
            <a:ext cx="466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 with liquidation (sell old inventory):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1EF00FD-A8B2-4022-A68D-49250B30EC6B}"/>
              </a:ext>
            </a:extLst>
          </p:cNvPr>
          <p:cNvSpPr/>
          <p:nvPr/>
        </p:nvSpPr>
        <p:spPr bwMode="auto">
          <a:xfrm>
            <a:off x="1109323" y="426706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AEB54FB-72A3-4288-8D4F-44E2BB0DEDBD}"/>
              </a:ext>
            </a:extLst>
          </p:cNvPr>
          <p:cNvSpPr/>
          <p:nvPr/>
        </p:nvSpPr>
        <p:spPr bwMode="auto">
          <a:xfrm>
            <a:off x="1220780" y="41820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3CA9609-44E3-4591-8943-1F9E61073FA9}"/>
              </a:ext>
            </a:extLst>
          </p:cNvPr>
          <p:cNvSpPr/>
          <p:nvPr/>
        </p:nvSpPr>
        <p:spPr bwMode="auto">
          <a:xfrm>
            <a:off x="1673430" y="41820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0E11939-F4EB-4BE2-8FE5-90027E07E5F6}"/>
              </a:ext>
            </a:extLst>
          </p:cNvPr>
          <p:cNvSpPr/>
          <p:nvPr/>
        </p:nvSpPr>
        <p:spPr bwMode="auto">
          <a:xfrm>
            <a:off x="1109320" y="4683324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CA420B-3513-49A4-85DC-77652EB88849}"/>
              </a:ext>
            </a:extLst>
          </p:cNvPr>
          <p:cNvSpPr/>
          <p:nvPr/>
        </p:nvSpPr>
        <p:spPr bwMode="auto">
          <a:xfrm>
            <a:off x="2937622" y="4589968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8B6E3E4-01A7-48B3-87FB-8531B800154C}"/>
              </a:ext>
            </a:extLst>
          </p:cNvPr>
          <p:cNvSpPr/>
          <p:nvPr/>
        </p:nvSpPr>
        <p:spPr bwMode="auto">
          <a:xfrm>
            <a:off x="3049079" y="450808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3737E27-2212-446D-87D8-C8E3BDD88B86}"/>
              </a:ext>
            </a:extLst>
          </p:cNvPr>
          <p:cNvSpPr/>
          <p:nvPr/>
        </p:nvSpPr>
        <p:spPr bwMode="auto">
          <a:xfrm>
            <a:off x="3501729" y="450808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6CF99A8-312E-4EF1-8A7E-5D66FD86587E}"/>
              </a:ext>
            </a:extLst>
          </p:cNvPr>
          <p:cNvSpPr/>
          <p:nvPr/>
        </p:nvSpPr>
        <p:spPr bwMode="auto">
          <a:xfrm>
            <a:off x="2937619" y="5105931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2600245-6833-4CCE-8876-330450B50225}"/>
              </a:ext>
            </a:extLst>
          </p:cNvPr>
          <p:cNvSpPr/>
          <p:nvPr/>
        </p:nvSpPr>
        <p:spPr bwMode="auto">
          <a:xfrm>
            <a:off x="2937622" y="426706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A1F98D1-6520-4DAA-9F3F-409878863FEA}"/>
              </a:ext>
            </a:extLst>
          </p:cNvPr>
          <p:cNvSpPr/>
          <p:nvPr/>
        </p:nvSpPr>
        <p:spPr bwMode="auto">
          <a:xfrm>
            <a:off x="3049079" y="41820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2EED2F5-2E1A-4988-8E2F-25C56425BC41}"/>
              </a:ext>
            </a:extLst>
          </p:cNvPr>
          <p:cNvSpPr/>
          <p:nvPr/>
        </p:nvSpPr>
        <p:spPr bwMode="auto">
          <a:xfrm>
            <a:off x="3501729" y="41820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23CDE8F-CBCA-4642-96E4-0F74692EDB6B}"/>
              </a:ext>
            </a:extLst>
          </p:cNvPr>
          <p:cNvSpPr/>
          <p:nvPr/>
        </p:nvSpPr>
        <p:spPr bwMode="auto">
          <a:xfrm>
            <a:off x="2937619" y="4683324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5BF1493-B5DE-420D-9C3B-170011613A9E}"/>
              </a:ext>
            </a:extLst>
          </p:cNvPr>
          <p:cNvCxnSpPr>
            <a:cxnSpLocks/>
            <a:stCxn id="110" idx="1"/>
          </p:cNvCxnSpPr>
          <p:nvPr/>
        </p:nvCxnSpPr>
        <p:spPr bwMode="auto">
          <a:xfrm>
            <a:off x="2225180" y="4892226"/>
            <a:ext cx="47003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A093C643-2874-4879-98C6-5458C5744EC2}"/>
              </a:ext>
            </a:extLst>
          </p:cNvPr>
          <p:cNvSpPr/>
          <p:nvPr/>
        </p:nvSpPr>
        <p:spPr bwMode="auto">
          <a:xfrm>
            <a:off x="2099679" y="4263077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D729AC-D341-45D5-8022-2EF8CA8AD1C1}"/>
              </a:ext>
            </a:extLst>
          </p:cNvPr>
          <p:cNvSpPr txBox="1"/>
          <p:nvPr/>
        </p:nvSpPr>
        <p:spPr>
          <a:xfrm>
            <a:off x="4138621" y="4145910"/>
            <a:ext cx="53415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 =  1 @ $5 + 1 @ $10 + 1 @ $15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(None left in inventory)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4683EE-B642-4CA4-8252-0E5514A93760}"/>
              </a:ext>
            </a:extLst>
          </p:cNvPr>
          <p:cNvSpPr txBox="1"/>
          <p:nvPr/>
        </p:nvSpPr>
        <p:spPr>
          <a:xfrm>
            <a:off x="1180417" y="4329846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E636E9-0BB7-456C-AC99-50E3CC20BEB5}"/>
              </a:ext>
            </a:extLst>
          </p:cNvPr>
          <p:cNvSpPr txBox="1"/>
          <p:nvPr/>
        </p:nvSpPr>
        <p:spPr>
          <a:xfrm>
            <a:off x="1180417" y="476847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8CC32E-E84F-4024-8922-ECF3FDEDF2C3}"/>
              </a:ext>
            </a:extLst>
          </p:cNvPr>
          <p:cNvSpPr txBox="1"/>
          <p:nvPr/>
        </p:nvSpPr>
        <p:spPr>
          <a:xfrm>
            <a:off x="1195980" y="519219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$15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23FA06F-86DC-4B22-B149-11D39C96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155"/>
            <a:ext cx="10515600" cy="14796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For LIFO only</a:t>
            </a:r>
          </a:p>
          <a:p>
            <a:r>
              <a:rPr lang="en-US" sz="2000" dirty="0"/>
              <a:t>In Year 4, the company sells 3 units.</a:t>
            </a:r>
          </a:p>
          <a:p>
            <a:r>
              <a:rPr lang="en-US" sz="2000" dirty="0"/>
              <a:t>Current inventory would cost $25 if purchased.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Liquidation:</a:t>
            </a:r>
            <a:r>
              <a:rPr lang="en-US" sz="2000" dirty="0"/>
              <a:t> company does not buy more inventory and uses up previous LIFO layers.</a:t>
            </a:r>
          </a:p>
        </p:txBody>
      </p:sp>
    </p:spTree>
    <p:extLst>
      <p:ext uri="{BB962C8B-B14F-4D97-AF65-F5344CB8AC3E}">
        <p14:creationId xmlns:p14="http://schemas.microsoft.com/office/powerpoint/2010/main" val="429172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Liquidation (Year 4)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23FA06F-86DC-4B22-B149-11D39C96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112" y="1530859"/>
            <a:ext cx="11353800" cy="21698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But…GAAP wants us to disclose what COGS/income </a:t>
            </a:r>
            <a:r>
              <a:rPr lang="en-US" sz="2000" b="1" i="1" dirty="0">
                <a:solidFill>
                  <a:srgbClr val="FF0000"/>
                </a:solidFill>
              </a:rPr>
              <a:t>would have been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/>
              <a:t>with </a:t>
            </a:r>
            <a:r>
              <a:rPr lang="en-US" sz="2000" b="1" dirty="0">
                <a:solidFill>
                  <a:srgbClr val="FF0000"/>
                </a:solidFill>
              </a:rPr>
              <a:t>NO liquidation</a:t>
            </a:r>
            <a:r>
              <a:rPr lang="en-US" sz="2000" b="1" dirty="0"/>
              <a:t>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What is the no liquidation alternative?</a:t>
            </a:r>
          </a:p>
          <a:p>
            <a:r>
              <a:rPr lang="en-US" sz="2000" dirty="0"/>
              <a:t>Sell the same number of units.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IF ALL</a:t>
            </a:r>
            <a:r>
              <a:rPr lang="en-US" sz="2000" dirty="0"/>
              <a:t> units purchased in the </a:t>
            </a:r>
            <a:r>
              <a:rPr lang="en-US" sz="2000" b="1" dirty="0">
                <a:solidFill>
                  <a:srgbClr val="FF0000"/>
                </a:solidFill>
              </a:rPr>
              <a:t>current year</a:t>
            </a:r>
            <a:r>
              <a:rPr lang="en-US" sz="2000" dirty="0"/>
              <a:t>.</a:t>
            </a:r>
          </a:p>
          <a:p>
            <a:r>
              <a:rPr lang="en-US" sz="2000" dirty="0"/>
              <a:t>Current inventory would cost $25 if purchased.</a:t>
            </a:r>
          </a:p>
        </p:txBody>
      </p:sp>
    </p:spTree>
    <p:extLst>
      <p:ext uri="{BB962C8B-B14F-4D97-AF65-F5344CB8AC3E}">
        <p14:creationId xmlns:p14="http://schemas.microsoft.com/office/powerpoint/2010/main" val="365149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23FA06F-86DC-4B22-B149-11D39C96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112" y="1530859"/>
            <a:ext cx="11353800" cy="21698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But…GAAP wants us to disclose what COGS/income </a:t>
            </a:r>
            <a:r>
              <a:rPr lang="en-US" sz="2000" b="1" i="1" dirty="0">
                <a:solidFill>
                  <a:srgbClr val="FF0000"/>
                </a:solidFill>
              </a:rPr>
              <a:t>would have been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/>
              <a:t>with </a:t>
            </a:r>
            <a:r>
              <a:rPr lang="en-US" sz="2000" b="1" dirty="0">
                <a:solidFill>
                  <a:srgbClr val="FF0000"/>
                </a:solidFill>
              </a:rPr>
              <a:t>NO liquidation</a:t>
            </a:r>
            <a:r>
              <a:rPr lang="en-US" sz="2000" b="1" dirty="0"/>
              <a:t>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What is the no liquidation alternative?</a:t>
            </a:r>
          </a:p>
          <a:p>
            <a:r>
              <a:rPr lang="en-US" sz="2000" dirty="0"/>
              <a:t>Sell the same number of units.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IF ALL</a:t>
            </a:r>
            <a:r>
              <a:rPr lang="en-US" sz="2000" dirty="0"/>
              <a:t> units purchased in the </a:t>
            </a:r>
            <a:r>
              <a:rPr lang="en-US" sz="2000" b="1" dirty="0">
                <a:solidFill>
                  <a:srgbClr val="FF0000"/>
                </a:solidFill>
              </a:rPr>
              <a:t>current year</a:t>
            </a:r>
            <a:r>
              <a:rPr lang="en-US" sz="2000" dirty="0"/>
              <a:t>.</a:t>
            </a:r>
          </a:p>
          <a:p>
            <a:r>
              <a:rPr lang="en-US" sz="2000" dirty="0"/>
              <a:t>Current inventory would cost $25 if purchased.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Liquidation (Year 4)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1DD1C03-B284-4DB4-90EF-389957A1FFA0}"/>
              </a:ext>
            </a:extLst>
          </p:cNvPr>
          <p:cNvSpPr txBox="1"/>
          <p:nvPr/>
        </p:nvSpPr>
        <p:spPr>
          <a:xfrm>
            <a:off x="518212" y="3934202"/>
            <a:ext cx="659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 with NO liquidation (sell newly purchased inventory):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Suppose year 4 units cost $25 each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5BF1493-B5DE-420D-9C3B-170011613A9E}"/>
              </a:ext>
            </a:extLst>
          </p:cNvPr>
          <p:cNvCxnSpPr>
            <a:cxnSpLocks/>
            <a:stCxn id="110" idx="1"/>
          </p:cNvCxnSpPr>
          <p:nvPr/>
        </p:nvCxnSpPr>
        <p:spPr bwMode="auto">
          <a:xfrm>
            <a:off x="2263280" y="5429640"/>
            <a:ext cx="47003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A093C643-2874-4879-98C6-5458C5744EC2}"/>
              </a:ext>
            </a:extLst>
          </p:cNvPr>
          <p:cNvSpPr/>
          <p:nvPr/>
        </p:nvSpPr>
        <p:spPr bwMode="auto">
          <a:xfrm>
            <a:off x="2137779" y="4800491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D729AC-D341-45D5-8022-2EF8CA8AD1C1}"/>
              </a:ext>
            </a:extLst>
          </p:cNvPr>
          <p:cNvSpPr txBox="1"/>
          <p:nvPr/>
        </p:nvSpPr>
        <p:spPr>
          <a:xfrm>
            <a:off x="4176721" y="4683324"/>
            <a:ext cx="40254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 =  3 @ $25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</a:t>
            </a:r>
            <a:r>
              <a:rPr lang="en-US" sz="2000" b="1" dirty="0">
                <a:solidFill>
                  <a:srgbClr val="FF0000"/>
                </a:solidFill>
                <a:latin typeface="Arial"/>
              </a:rPr>
              <a:t>75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(Old layers remain in inventory)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AA316-5066-4A92-8569-A8FDDC2D2E51}"/>
              </a:ext>
            </a:extLst>
          </p:cNvPr>
          <p:cNvSpPr/>
          <p:nvPr/>
        </p:nvSpPr>
        <p:spPr bwMode="auto">
          <a:xfrm>
            <a:off x="1065540" y="4746415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E49DA6-F602-4742-A155-80D39F23D6F8}"/>
              </a:ext>
            </a:extLst>
          </p:cNvPr>
          <p:cNvSpPr/>
          <p:nvPr/>
        </p:nvSpPr>
        <p:spPr bwMode="auto">
          <a:xfrm>
            <a:off x="1518190" y="4746415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218EC4-BA33-4549-9415-3DC0B2D2ED19}"/>
              </a:ext>
            </a:extLst>
          </p:cNvPr>
          <p:cNvSpPr/>
          <p:nvPr/>
        </p:nvSpPr>
        <p:spPr bwMode="auto">
          <a:xfrm>
            <a:off x="957578" y="4819712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40C8F-D5AB-4B71-A7D6-DEF330D89103}"/>
              </a:ext>
            </a:extLst>
          </p:cNvPr>
          <p:cNvSpPr/>
          <p:nvPr/>
        </p:nvSpPr>
        <p:spPr bwMode="auto">
          <a:xfrm>
            <a:off x="957578" y="5235969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E809A1-3466-4800-AE4F-2C57A766A25C}"/>
              </a:ext>
            </a:extLst>
          </p:cNvPr>
          <p:cNvSpPr/>
          <p:nvPr/>
        </p:nvSpPr>
        <p:spPr bwMode="auto">
          <a:xfrm>
            <a:off x="957577" y="5652226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4683EE-B642-4CA4-8252-0E5514A93760}"/>
              </a:ext>
            </a:extLst>
          </p:cNvPr>
          <p:cNvSpPr txBox="1"/>
          <p:nvPr/>
        </p:nvSpPr>
        <p:spPr>
          <a:xfrm>
            <a:off x="1024391" y="4904114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96650A-5E77-4743-8718-45CAFFAB3CAD}"/>
              </a:ext>
            </a:extLst>
          </p:cNvPr>
          <p:cNvSpPr txBox="1"/>
          <p:nvPr/>
        </p:nvSpPr>
        <p:spPr>
          <a:xfrm>
            <a:off x="1025104" y="5309966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$25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7980CD-C684-45A2-8CDC-7CDA30335362}"/>
              </a:ext>
            </a:extLst>
          </p:cNvPr>
          <p:cNvSpPr txBox="1"/>
          <p:nvPr/>
        </p:nvSpPr>
        <p:spPr>
          <a:xfrm>
            <a:off x="1025104" y="570570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$25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92F57F-6306-40EF-9F1B-CF39AAD58AF6}"/>
              </a:ext>
            </a:extLst>
          </p:cNvPr>
          <p:cNvSpPr/>
          <p:nvPr/>
        </p:nvSpPr>
        <p:spPr bwMode="auto">
          <a:xfrm>
            <a:off x="3109703" y="4731598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AFBFC0-9D52-4254-A4B9-6DD74FBA7A95}"/>
              </a:ext>
            </a:extLst>
          </p:cNvPr>
          <p:cNvSpPr/>
          <p:nvPr/>
        </p:nvSpPr>
        <p:spPr bwMode="auto">
          <a:xfrm>
            <a:off x="3562353" y="4731598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601832-9607-4171-AC0D-BA028511EE1F}"/>
              </a:ext>
            </a:extLst>
          </p:cNvPr>
          <p:cNvSpPr/>
          <p:nvPr/>
        </p:nvSpPr>
        <p:spPr bwMode="auto">
          <a:xfrm>
            <a:off x="3001741" y="4804895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B082B3-22D9-4AEB-A400-F199F3AB2BC8}"/>
              </a:ext>
            </a:extLst>
          </p:cNvPr>
          <p:cNvSpPr/>
          <p:nvPr/>
        </p:nvSpPr>
        <p:spPr bwMode="auto">
          <a:xfrm>
            <a:off x="3001741" y="5221152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200D79-D01D-4A03-9CE1-66E74466B929}"/>
              </a:ext>
            </a:extLst>
          </p:cNvPr>
          <p:cNvSpPr/>
          <p:nvPr/>
        </p:nvSpPr>
        <p:spPr bwMode="auto">
          <a:xfrm>
            <a:off x="3001740" y="5637409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94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110" grpId="0" animBg="1"/>
      <p:bldP spid="111" grpId="0"/>
      <p:bldP spid="27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E9EF-8E4D-4472-9117-EA394BD0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Liquidation (Year 4)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D9CF1-5FCF-42CE-8C88-1EDA6F2382E6}"/>
              </a:ext>
            </a:extLst>
          </p:cNvPr>
          <p:cNvSpPr/>
          <p:nvPr/>
        </p:nvSpPr>
        <p:spPr bwMode="auto">
          <a:xfrm>
            <a:off x="777960" y="2886486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50BFC-65E3-4A49-A747-F42C15D645CB}"/>
              </a:ext>
            </a:extLst>
          </p:cNvPr>
          <p:cNvSpPr/>
          <p:nvPr/>
        </p:nvSpPr>
        <p:spPr bwMode="auto">
          <a:xfrm>
            <a:off x="889417" y="280460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0DC5B-C6B1-462B-93BB-F1A0B83A979C}"/>
              </a:ext>
            </a:extLst>
          </p:cNvPr>
          <p:cNvSpPr/>
          <p:nvPr/>
        </p:nvSpPr>
        <p:spPr bwMode="auto">
          <a:xfrm>
            <a:off x="1342067" y="280460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A2E45-407E-419F-A635-5BEA71AD5175}"/>
              </a:ext>
            </a:extLst>
          </p:cNvPr>
          <p:cNvSpPr/>
          <p:nvPr/>
        </p:nvSpPr>
        <p:spPr bwMode="auto">
          <a:xfrm>
            <a:off x="777957" y="3402449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10450-F788-4FB0-9FCC-8043A44D0C4C}"/>
              </a:ext>
            </a:extLst>
          </p:cNvPr>
          <p:cNvSpPr txBox="1"/>
          <p:nvPr/>
        </p:nvSpPr>
        <p:spPr>
          <a:xfrm>
            <a:off x="369925" y="1693306"/>
            <a:ext cx="466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 with liquidation (sell old inventory):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8187C6-357D-4CF9-B7E6-925FF5EA068F}"/>
              </a:ext>
            </a:extLst>
          </p:cNvPr>
          <p:cNvSpPr/>
          <p:nvPr/>
        </p:nvSpPr>
        <p:spPr bwMode="auto">
          <a:xfrm>
            <a:off x="777960" y="2563585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911F97-C4F2-4511-B655-5B7DE9AF744F}"/>
              </a:ext>
            </a:extLst>
          </p:cNvPr>
          <p:cNvSpPr/>
          <p:nvPr/>
        </p:nvSpPr>
        <p:spPr bwMode="auto">
          <a:xfrm>
            <a:off x="889417" y="247852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5472BE-E9F2-45FB-8AE4-5DEA28E894C7}"/>
              </a:ext>
            </a:extLst>
          </p:cNvPr>
          <p:cNvSpPr/>
          <p:nvPr/>
        </p:nvSpPr>
        <p:spPr bwMode="auto">
          <a:xfrm>
            <a:off x="1342067" y="247852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9B6F2D-D712-494F-80BC-682E5CF0FEDF}"/>
              </a:ext>
            </a:extLst>
          </p:cNvPr>
          <p:cNvSpPr/>
          <p:nvPr/>
        </p:nvSpPr>
        <p:spPr bwMode="auto">
          <a:xfrm>
            <a:off x="777957" y="2979842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A8A4E1-EAFC-42E6-8011-68C11B0197F9}"/>
              </a:ext>
            </a:extLst>
          </p:cNvPr>
          <p:cNvSpPr/>
          <p:nvPr/>
        </p:nvSpPr>
        <p:spPr bwMode="auto">
          <a:xfrm>
            <a:off x="2606259" y="2886486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39418-E049-4E19-9CB8-571BA05D79A8}"/>
              </a:ext>
            </a:extLst>
          </p:cNvPr>
          <p:cNvSpPr/>
          <p:nvPr/>
        </p:nvSpPr>
        <p:spPr bwMode="auto">
          <a:xfrm>
            <a:off x="2717716" y="280460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6F3ACA-CB2A-4481-A2BA-39E65571D26C}"/>
              </a:ext>
            </a:extLst>
          </p:cNvPr>
          <p:cNvSpPr/>
          <p:nvPr/>
        </p:nvSpPr>
        <p:spPr bwMode="auto">
          <a:xfrm>
            <a:off x="3170366" y="280460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3F9CE-A3A7-4446-9E9B-188E24822AB8}"/>
              </a:ext>
            </a:extLst>
          </p:cNvPr>
          <p:cNvSpPr/>
          <p:nvPr/>
        </p:nvSpPr>
        <p:spPr bwMode="auto">
          <a:xfrm>
            <a:off x="2606256" y="3402449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A50B0-9C24-4D09-8FB9-A010A475FE2B}"/>
              </a:ext>
            </a:extLst>
          </p:cNvPr>
          <p:cNvSpPr/>
          <p:nvPr/>
        </p:nvSpPr>
        <p:spPr bwMode="auto">
          <a:xfrm>
            <a:off x="2606259" y="2563585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EBB523-AE10-42A4-87A4-AE1EBF662E6E}"/>
              </a:ext>
            </a:extLst>
          </p:cNvPr>
          <p:cNvSpPr/>
          <p:nvPr/>
        </p:nvSpPr>
        <p:spPr bwMode="auto">
          <a:xfrm>
            <a:off x="2717716" y="247852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67D22B-7381-4738-AF67-575732273A9E}"/>
              </a:ext>
            </a:extLst>
          </p:cNvPr>
          <p:cNvSpPr/>
          <p:nvPr/>
        </p:nvSpPr>
        <p:spPr bwMode="auto">
          <a:xfrm>
            <a:off x="3170366" y="247852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860D6C-DA8A-4936-B71A-BAA7C6371979}"/>
              </a:ext>
            </a:extLst>
          </p:cNvPr>
          <p:cNvSpPr/>
          <p:nvPr/>
        </p:nvSpPr>
        <p:spPr bwMode="auto">
          <a:xfrm>
            <a:off x="2606256" y="2979842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4FAF08-48DC-49C9-8E2B-CB7E7B6A7467}"/>
              </a:ext>
            </a:extLst>
          </p:cNvPr>
          <p:cNvCxnSpPr>
            <a:cxnSpLocks/>
            <a:stCxn id="22" idx="1"/>
          </p:cNvCxnSpPr>
          <p:nvPr/>
        </p:nvCxnSpPr>
        <p:spPr bwMode="auto">
          <a:xfrm>
            <a:off x="1893817" y="3188744"/>
            <a:ext cx="47003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ight Brace 21">
            <a:extLst>
              <a:ext uri="{FF2B5EF4-FFF2-40B4-BE49-F238E27FC236}">
                <a16:creationId xmlns:a16="http://schemas.microsoft.com/office/drawing/2014/main" id="{D1BC292F-C3FC-41FA-AF1E-B721904E72E4}"/>
              </a:ext>
            </a:extLst>
          </p:cNvPr>
          <p:cNvSpPr/>
          <p:nvPr/>
        </p:nvSpPr>
        <p:spPr bwMode="auto">
          <a:xfrm>
            <a:off x="1768316" y="2559595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796AF7-1DEF-4ACD-91C5-DE543CA2408F}"/>
              </a:ext>
            </a:extLst>
          </p:cNvPr>
          <p:cNvSpPr txBox="1"/>
          <p:nvPr/>
        </p:nvSpPr>
        <p:spPr>
          <a:xfrm>
            <a:off x="3807258" y="2442428"/>
            <a:ext cx="43300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 =  1 @ $5 + 1 @ $10 + 1 @ $15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(None left in inventory)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3D1E17-B9B9-4457-ACA7-4C5E87231B30}"/>
              </a:ext>
            </a:extLst>
          </p:cNvPr>
          <p:cNvSpPr txBox="1"/>
          <p:nvPr/>
        </p:nvSpPr>
        <p:spPr>
          <a:xfrm>
            <a:off x="849054" y="262636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0BE4E9-7C60-48A6-807E-13668D9324ED}"/>
              </a:ext>
            </a:extLst>
          </p:cNvPr>
          <p:cNvSpPr txBox="1"/>
          <p:nvPr/>
        </p:nvSpPr>
        <p:spPr>
          <a:xfrm>
            <a:off x="849054" y="3064995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8903E-72D5-4CF9-A33C-6973FAD5C27D}"/>
              </a:ext>
            </a:extLst>
          </p:cNvPr>
          <p:cNvSpPr txBox="1"/>
          <p:nvPr/>
        </p:nvSpPr>
        <p:spPr>
          <a:xfrm>
            <a:off x="864617" y="3488715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834F4-45EB-43F5-88AE-EEFE6E94DC1E}"/>
              </a:ext>
            </a:extLst>
          </p:cNvPr>
          <p:cNvSpPr txBox="1"/>
          <p:nvPr/>
        </p:nvSpPr>
        <p:spPr>
          <a:xfrm>
            <a:off x="324917" y="4250666"/>
            <a:ext cx="659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 with NO liquidation (sell newly purchased inventory):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Suppose year 4 units cost $25 each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1839BA-78F8-46F1-8CBA-6BC3FF2F9910}"/>
              </a:ext>
            </a:extLst>
          </p:cNvPr>
          <p:cNvCxnSpPr>
            <a:cxnSpLocks/>
            <a:stCxn id="29" idx="1"/>
          </p:cNvCxnSpPr>
          <p:nvPr/>
        </p:nvCxnSpPr>
        <p:spPr bwMode="auto">
          <a:xfrm>
            <a:off x="2069985" y="5746104"/>
            <a:ext cx="47003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ight Brace 28">
            <a:extLst>
              <a:ext uri="{FF2B5EF4-FFF2-40B4-BE49-F238E27FC236}">
                <a16:creationId xmlns:a16="http://schemas.microsoft.com/office/drawing/2014/main" id="{7AB27A37-F96B-4B72-A3D4-6C440582B44C}"/>
              </a:ext>
            </a:extLst>
          </p:cNvPr>
          <p:cNvSpPr/>
          <p:nvPr/>
        </p:nvSpPr>
        <p:spPr bwMode="auto">
          <a:xfrm>
            <a:off x="1944484" y="5116955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4E345E-0E98-493C-9DE5-5376D61D05C9}"/>
              </a:ext>
            </a:extLst>
          </p:cNvPr>
          <p:cNvSpPr txBox="1"/>
          <p:nvPr/>
        </p:nvSpPr>
        <p:spPr>
          <a:xfrm>
            <a:off x="3983426" y="4999788"/>
            <a:ext cx="32688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 =  3 @ $25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$75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(Old layers remain in inventory)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D61CFA-6808-4B8A-AB4E-CE65CF7B3DB7}"/>
              </a:ext>
            </a:extLst>
          </p:cNvPr>
          <p:cNvSpPr/>
          <p:nvPr/>
        </p:nvSpPr>
        <p:spPr bwMode="auto">
          <a:xfrm>
            <a:off x="2916408" y="5048062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58698E-16BF-4129-8E19-764AF4B9F00F}"/>
              </a:ext>
            </a:extLst>
          </p:cNvPr>
          <p:cNvSpPr/>
          <p:nvPr/>
        </p:nvSpPr>
        <p:spPr bwMode="auto">
          <a:xfrm>
            <a:off x="3369058" y="5048062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39E6E4-B637-43F2-8042-D0F3C3BBA101}"/>
              </a:ext>
            </a:extLst>
          </p:cNvPr>
          <p:cNvSpPr/>
          <p:nvPr/>
        </p:nvSpPr>
        <p:spPr bwMode="auto">
          <a:xfrm>
            <a:off x="2808446" y="5121359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CAFFDF-A065-430F-9404-2A476F82D142}"/>
              </a:ext>
            </a:extLst>
          </p:cNvPr>
          <p:cNvSpPr/>
          <p:nvPr/>
        </p:nvSpPr>
        <p:spPr bwMode="auto">
          <a:xfrm>
            <a:off x="2808446" y="5537616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13B935-C3AB-4C40-902F-22945DB1EC78}"/>
              </a:ext>
            </a:extLst>
          </p:cNvPr>
          <p:cNvSpPr/>
          <p:nvPr/>
        </p:nvSpPr>
        <p:spPr bwMode="auto">
          <a:xfrm>
            <a:off x="2808445" y="5953873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604EF11-BF47-4514-B294-2000CE3F0C1D}"/>
              </a:ext>
            </a:extLst>
          </p:cNvPr>
          <p:cNvCxnSpPr>
            <a:cxnSpLocks/>
          </p:cNvCxnSpPr>
          <p:nvPr/>
        </p:nvCxnSpPr>
        <p:spPr bwMode="auto">
          <a:xfrm flipH="1">
            <a:off x="6455041" y="4122451"/>
            <a:ext cx="2489430" cy="12242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5D8079-AA51-4993-8E3C-57E2FA08153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72403" y="2978859"/>
            <a:ext cx="972067" cy="6451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550C9012-7542-41F3-AF59-189429C0052A}"/>
              </a:ext>
            </a:extLst>
          </p:cNvPr>
          <p:cNvSpPr/>
          <p:nvPr/>
        </p:nvSpPr>
        <p:spPr>
          <a:xfrm>
            <a:off x="9016026" y="3348097"/>
            <a:ext cx="30870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$75 – 30 = $</a:t>
            </a:r>
            <a:r>
              <a:rPr lang="en-US" sz="2000" b="1" dirty="0">
                <a:solidFill>
                  <a:srgbClr val="C00000"/>
                </a:solidFill>
                <a:latin typeface="Arial"/>
              </a:rPr>
              <a:t>45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higher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pre-tax income (lower COGS) with liquidation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561E7-82AB-9C67-DF38-0583A386A633}"/>
              </a:ext>
            </a:extLst>
          </p:cNvPr>
          <p:cNvSpPr/>
          <p:nvPr/>
        </p:nvSpPr>
        <p:spPr bwMode="auto">
          <a:xfrm>
            <a:off x="827900" y="5044053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16EF2B-CF65-B34F-A7A1-27104349E420}"/>
              </a:ext>
            </a:extLst>
          </p:cNvPr>
          <p:cNvSpPr/>
          <p:nvPr/>
        </p:nvSpPr>
        <p:spPr bwMode="auto">
          <a:xfrm>
            <a:off x="1280550" y="5044053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441D61"/>
              </a:gs>
              <a:gs pos="44000">
                <a:srgbClr val="7030A0"/>
              </a:gs>
              <a:gs pos="65000">
                <a:srgbClr val="7030A0"/>
              </a:gs>
              <a:gs pos="100000">
                <a:srgbClr val="441D61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76A719-B810-F238-91CB-9B54934E6363}"/>
              </a:ext>
            </a:extLst>
          </p:cNvPr>
          <p:cNvSpPr/>
          <p:nvPr/>
        </p:nvSpPr>
        <p:spPr bwMode="auto">
          <a:xfrm>
            <a:off x="719938" y="5117350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41C90D-71A0-1799-353C-4D5EF7EBB483}"/>
              </a:ext>
            </a:extLst>
          </p:cNvPr>
          <p:cNvSpPr/>
          <p:nvPr/>
        </p:nvSpPr>
        <p:spPr bwMode="auto">
          <a:xfrm>
            <a:off x="719938" y="5533607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1E41CA-B912-9A86-9B9C-6E0E3586707C}"/>
              </a:ext>
            </a:extLst>
          </p:cNvPr>
          <p:cNvSpPr/>
          <p:nvPr/>
        </p:nvSpPr>
        <p:spPr bwMode="auto">
          <a:xfrm>
            <a:off x="719937" y="5949864"/>
            <a:ext cx="873457" cy="416257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rgbClr val="441D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3F4F1D-1E42-32E5-8846-62CE1566510A}"/>
              </a:ext>
            </a:extLst>
          </p:cNvPr>
          <p:cNvSpPr txBox="1"/>
          <p:nvPr/>
        </p:nvSpPr>
        <p:spPr>
          <a:xfrm>
            <a:off x="786751" y="5201752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38B67-1061-6BCA-90EF-B700C4D5C077}"/>
              </a:ext>
            </a:extLst>
          </p:cNvPr>
          <p:cNvSpPr txBox="1"/>
          <p:nvPr/>
        </p:nvSpPr>
        <p:spPr>
          <a:xfrm>
            <a:off x="787464" y="5607604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FE9B05-49C8-5414-F648-ACCF58F82614}"/>
              </a:ext>
            </a:extLst>
          </p:cNvPr>
          <p:cNvSpPr txBox="1"/>
          <p:nvPr/>
        </p:nvSpPr>
        <p:spPr>
          <a:xfrm>
            <a:off x="787464" y="6003345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$25</a:t>
            </a:r>
          </a:p>
        </p:txBody>
      </p:sp>
    </p:spTree>
    <p:extLst>
      <p:ext uri="{BB962C8B-B14F-4D97-AF65-F5344CB8AC3E}">
        <p14:creationId xmlns:p14="http://schemas.microsoft.com/office/powerpoint/2010/main" val="236190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DA0A-9842-4B1A-BD16-81E1C53C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4FCBD-ECD9-4FE6-B142-97B0A3618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61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Terminology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>
          <a:xfrm>
            <a:off x="400049" y="1219203"/>
            <a:ext cx="11195051" cy="5137149"/>
          </a:xfrm>
        </p:spPr>
        <p:txBody>
          <a:bodyPr>
            <a:normAutofit fontScale="92500" lnSpcReduction="20000"/>
          </a:bodyPr>
          <a:lstStyle/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under FIFO minus inventory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 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=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FIFO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-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LIFO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lvl="2">
              <a:buSzPct val="50000"/>
              <a:buFont typeface="Wingdings" panose="05000000000000000000" pitchFamily="2" charset="2"/>
              <a:buChar char="m"/>
            </a:pP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vs. FIFO Effect on Income 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Difference in COGS/Income between LIFO and 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COGS </a:t>
            </a:r>
            <a:r>
              <a:rPr lang="en-US" alt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usually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higher under LIFO than FIFO, and therefore income usually lower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Statement: </a:t>
            </a:r>
            <a:r>
              <a:rPr lang="el-GR" altLang="en-US" sz="2000" b="1" dirty="0">
                <a:solidFill>
                  <a:srgbClr val="0070C0"/>
                </a:solidFill>
              </a:rPr>
              <a:t>Δ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(End Minus Beginning) = COGS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LIFO</a:t>
            </a:r>
            <a:r>
              <a:rPr lang="en-US" altLang="en-US" sz="2000" b="1" dirty="0">
                <a:solidFill>
                  <a:srgbClr val="0070C0"/>
                </a:solidFill>
              </a:rPr>
              <a:t> – COGS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tax effect on net income: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income would have been this much higher or (lower) under FIFO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r>
              <a:rPr lang="el-GR" altLang="en-US" sz="1800" b="1" dirty="0">
                <a:solidFill>
                  <a:srgbClr val="0070C0"/>
                </a:solidFill>
              </a:rPr>
              <a:t>Δ</a:t>
            </a:r>
            <a:r>
              <a:rPr lang="en-US" altLang="en-US" sz="1800" b="1" dirty="0">
                <a:solidFill>
                  <a:srgbClr val="0070C0"/>
                </a:solidFill>
              </a:rPr>
              <a:t>LIFO Reserve x (1 – tax rate)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endParaRPr lang="en-US" altLang="en-US" b="1" dirty="0">
              <a:solidFill>
                <a:srgbClr val="0070C0"/>
              </a:solidFill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Layers</a:t>
            </a: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Liquidation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Selling old LIFO layers (usually at low COGS)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Effect of Liquidation on Net Income – compare with liquidation vs. no liquidation (all COGS at current prices)</a:t>
            </a: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2"/>
            <a:ext cx="81760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1DBF-325B-3546-BAAF-4F6E3B3181FF}" type="slidenum">
              <a:rPr lang="en-US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431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4B36-5A39-46FE-A805-39D1EA72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Challenges with valuing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F921-A569-418C-836F-DA0343728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8026400" cy="503237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What goods are included in inventory?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Which costs are included?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Which items did we sell?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What if the value changes?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D960E4-4C4B-4646-88BF-2627D6940415}"/>
                  </a:ext>
                </a:extLst>
              </p14:cNvPr>
              <p14:cNvContentPartPr/>
              <p14:nvPr/>
            </p14:nvContentPartPr>
            <p14:xfrm>
              <a:off x="1282040" y="1443100"/>
              <a:ext cx="1261080" cy="739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D960E4-4C4B-4646-88BF-2627D69404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3400" y="1434460"/>
                <a:ext cx="127872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9CAFFE2-12EC-4543-B470-24C3231559AC}"/>
                  </a:ext>
                </a:extLst>
              </p14:cNvPr>
              <p14:cNvContentPartPr/>
              <p14:nvPr/>
            </p14:nvContentPartPr>
            <p14:xfrm>
              <a:off x="1294740" y="2586100"/>
              <a:ext cx="1261080" cy="739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9CAFFE2-12EC-4543-B470-24C323155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100" y="2577460"/>
                <a:ext cx="127872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42CCD7-400A-4115-8607-869C385722E3}"/>
                  </a:ext>
                </a:extLst>
              </p14:cNvPr>
              <p14:cNvContentPartPr/>
              <p14:nvPr/>
            </p14:nvContentPartPr>
            <p14:xfrm>
              <a:off x="1282040" y="3729100"/>
              <a:ext cx="1261080" cy="739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42CCD7-400A-4115-8607-869C385722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3400" y="3720460"/>
                <a:ext cx="1278720" cy="75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20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5444-797B-FFA7-B4A8-18264FD3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8635-0A29-25C0-15B4-5CD6E0F2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166" y="178507"/>
            <a:ext cx="10515600" cy="1325563"/>
          </a:xfrm>
        </p:spPr>
        <p:txBody>
          <a:bodyPr/>
          <a:lstStyle/>
          <a:p>
            <a:r>
              <a:rPr lang="en-US" altLang="en-US" dirty="0"/>
              <a:t>Balance Sheet: Inventory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3295A-0276-57EF-2820-F60995031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7" y="1825627"/>
            <a:ext cx="10874829" cy="39573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If we buy inventory for $200… that is the COST of inventory.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amount of inventory is shown on the Balance Sheet?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$200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The Cost of the inventory (Historic Cost Principle)</a:t>
            </a:r>
          </a:p>
          <a:p>
            <a:pPr marL="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What happens if the inventory becomes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i="1" dirty="0">
                <a:sym typeface="Wingdings" panose="05000000000000000000" pitchFamily="2" charset="2"/>
              </a:rPr>
              <a:t>impaired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(loses value)?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67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3"/>
          <p:cNvSpPr>
            <a:spLocks noGrp="1"/>
          </p:cNvSpPr>
          <p:nvPr>
            <p:ph type="ctrTitle"/>
          </p:nvPr>
        </p:nvSpPr>
        <p:spPr>
          <a:xfrm>
            <a:off x="1422400" y="21256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Inventory Impairment:</a:t>
            </a:r>
            <a:br>
              <a:rPr lang="en-US" altLang="en-US" dirty="0"/>
            </a:br>
            <a:r>
              <a:rPr lang="en-US" altLang="en-US" dirty="0"/>
              <a:t>Lower of Cost or Market</a:t>
            </a:r>
          </a:p>
        </p:txBody>
      </p:sp>
    </p:spTree>
    <p:extLst>
      <p:ext uri="{BB962C8B-B14F-4D97-AF65-F5344CB8AC3E}">
        <p14:creationId xmlns:p14="http://schemas.microsoft.com/office/powerpoint/2010/main" val="211249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9479" y="238238"/>
            <a:ext cx="10587790" cy="9382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Lower of Cost or Market Rule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2611" y="1524001"/>
            <a:ext cx="11179489" cy="4665043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  <a:defRPr/>
            </a:pPr>
            <a:r>
              <a:rPr lang="en-US" sz="2400" b="1" dirty="0">
                <a:solidFill>
                  <a:srgbClr val="000000"/>
                </a:solidFill>
              </a:rPr>
              <a:t>Consider: </a:t>
            </a:r>
            <a:r>
              <a:rPr lang="en-US" sz="2400" dirty="0">
                <a:solidFill>
                  <a:srgbClr val="000000"/>
                </a:solidFill>
              </a:rPr>
              <a:t>Resale value of inventory declines to a level below acquisition cost.</a:t>
            </a:r>
          </a:p>
          <a:p>
            <a:pPr>
              <a:buSzPct val="100000"/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</a:endParaRPr>
          </a:p>
          <a:p>
            <a:pP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</a:rPr>
              <a:t>Example:</a:t>
            </a:r>
          </a:p>
          <a:p>
            <a:pPr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</a:rPr>
              <a:t>Inventory is held on your books at $100 per unit</a:t>
            </a:r>
          </a:p>
          <a:p>
            <a:pPr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</a:rPr>
              <a:t>Can only sell for $80 per unit</a:t>
            </a:r>
          </a:p>
          <a:p>
            <a:pPr lvl="1">
              <a:buSzPct val="100000"/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</a:rPr>
              <a:t>GAAP says this is a problem</a:t>
            </a:r>
          </a:p>
          <a:p>
            <a:pPr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</a:rPr>
              <a:t>With no adjustment, will recognize loss upon sale (revenue of $80 and COGS of $100)</a:t>
            </a:r>
          </a:p>
          <a:p>
            <a:pPr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</a:rPr>
              <a:t>GAAP wants us to take the loss now – </a:t>
            </a:r>
            <a:r>
              <a:rPr lang="en-US" sz="2000" dirty="0">
                <a:solidFill>
                  <a:srgbClr val="FF0000"/>
                </a:solidFill>
              </a:rPr>
              <a:t>Conservatism Principle</a:t>
            </a:r>
          </a:p>
          <a:p>
            <a:pPr lvl="1">
              <a:buSzPct val="100000"/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buSzPct val="50000"/>
              <a:buFont typeface="Wingdings" pitchFamily="2" charset="2"/>
              <a:buChar char="m"/>
              <a:defRPr/>
            </a:pPr>
            <a:endParaRPr lang="en-US" sz="1200" dirty="0">
              <a:solidFill>
                <a:srgbClr val="000000"/>
              </a:solidFill>
              <a:cs typeface="Times New Roman" pitchFamily="18" charset="0"/>
            </a:endParaRPr>
          </a:p>
          <a:p>
            <a:pPr marL="911225" lvl="1">
              <a:buSzPct val="50000"/>
              <a:buNone/>
              <a:defRPr/>
            </a:pPr>
            <a:r>
              <a:rPr lang="en-US" sz="2000" dirty="0">
                <a:solidFill>
                  <a:srgbClr val="C00000"/>
                </a:solidFill>
                <a:cs typeface="Times New Roman" pitchFamily="18" charset="0"/>
              </a:rPr>
              <a:t>Dr.  Loss on inventory write down (or COGS) (I-E)		20</a:t>
            </a:r>
          </a:p>
          <a:p>
            <a:pPr lvl="2">
              <a:buFont typeface="Wingdings" pitchFamily="2" charset="2"/>
              <a:buNone/>
              <a:defRPr/>
            </a:pPr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	Cr.  Inventory (or Inventory Allowance) (B-A)      		20</a:t>
            </a:r>
          </a:p>
          <a:p>
            <a:pPr lvl="1">
              <a:buSzPct val="50000"/>
              <a:buFont typeface="Wingdings" pitchFamily="2" charset="2"/>
              <a:buChar char="m"/>
              <a:defRPr/>
            </a:pPr>
            <a:endParaRPr lang="en-US" sz="12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981200" y="1524000"/>
            <a:ext cx="8305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el-G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3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Inventory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415" y="1803401"/>
            <a:ext cx="9951356" cy="444590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b="1" dirty="0"/>
              <a:t>Always</a:t>
            </a:r>
            <a:r>
              <a:rPr lang="en-US" dirty="0"/>
              <a:t> select the </a:t>
            </a:r>
            <a:r>
              <a:rPr lang="en-US" b="1" i="1" u="sng" dirty="0">
                <a:solidFill>
                  <a:srgbClr val="FF0000"/>
                </a:solidFill>
              </a:rPr>
              <a:t>lower</a:t>
            </a:r>
            <a:r>
              <a:rPr lang="en-US" dirty="0"/>
              <a:t> of:</a:t>
            </a:r>
          </a:p>
          <a:p>
            <a:pPr marL="0" indent="0" algn="ctr">
              <a:buNone/>
              <a:defRPr/>
            </a:pPr>
            <a:endParaRPr lang="en-US" dirty="0"/>
          </a:p>
          <a:p>
            <a:pPr marL="0" indent="0" algn="ctr">
              <a:buNone/>
              <a:defRPr/>
            </a:pPr>
            <a:r>
              <a:rPr lang="en-US" dirty="0"/>
              <a:t>     vs.</a:t>
            </a:r>
          </a:p>
          <a:p>
            <a:pPr marL="0" indent="0" algn="ctr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sz="3600" b="1" u="sng" dirty="0"/>
          </a:p>
          <a:p>
            <a:pPr marL="3317875" indent="-3317875" algn="ctr">
              <a:buNone/>
              <a:defRPr/>
            </a:pPr>
            <a:r>
              <a:rPr lang="en-US" sz="2400" b="1" dirty="0">
                <a:solidFill>
                  <a:srgbClr val="FF0000"/>
                </a:solidFill>
              </a:rPr>
              <a:t>Market Value = Net Realizable Value</a:t>
            </a:r>
          </a:p>
          <a:p>
            <a:pPr marL="3317875" indent="-3317875" algn="ctr">
              <a:buNone/>
              <a:defRPr/>
            </a:pPr>
            <a:r>
              <a:rPr lang="en-US" sz="2400" b="1" dirty="0">
                <a:solidFill>
                  <a:srgbClr val="FF0000"/>
                </a:solidFill>
              </a:rPr>
              <a:t>(*LIFO Exception)</a:t>
            </a:r>
          </a:p>
          <a:p>
            <a:pPr marL="3317875" indent="-3317875" algn="ctr"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317875" indent="-3317875">
              <a:buNone/>
              <a:defRPr/>
            </a:pPr>
            <a:r>
              <a:rPr lang="en-US" sz="2400" b="1" u="sng" dirty="0"/>
              <a:t>Net Realizable Value (NRV) </a:t>
            </a:r>
            <a:r>
              <a:rPr lang="en-US" sz="2400" dirty="0"/>
              <a:t>= </a:t>
            </a:r>
            <a:r>
              <a:rPr lang="en-US" sz="2400" b="1" dirty="0"/>
              <a:t>Sales price </a:t>
            </a:r>
            <a:r>
              <a:rPr lang="en-US" sz="2400" b="1" u="sng" dirty="0"/>
              <a:t>less</a:t>
            </a:r>
            <a:r>
              <a:rPr lang="en-US" sz="2400" b="1" dirty="0"/>
              <a:t> disposal costs </a:t>
            </a:r>
            <a:r>
              <a:rPr lang="en-US" sz="2400" dirty="0"/>
              <a:t>	(packaging, shipping, commissions, etc.)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 algn="ctr">
              <a:buNone/>
              <a:defRPr/>
            </a:pPr>
            <a:endParaRPr lang="en-US" dirty="0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2570164" y="2606675"/>
            <a:ext cx="26511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>
                <a:latin typeface="Times New Roman" panose="02020603050405020304" pitchFamily="18" charset="0"/>
              </a:rPr>
              <a:t>COST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6672263" y="2606675"/>
            <a:ext cx="2724150" cy="1258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4000" dirty="0"/>
              <a:t>MARKET</a:t>
            </a:r>
          </a:p>
          <a:p>
            <a:pPr algn="ctr">
              <a:defRPr/>
            </a:pPr>
            <a:r>
              <a:rPr lang="en-US" sz="4000" dirty="0"/>
              <a:t>VALUE</a:t>
            </a:r>
          </a:p>
        </p:txBody>
      </p:sp>
      <p:sp>
        <p:nvSpPr>
          <p:cNvPr id="6" name="Curved Left Arrow 5"/>
          <p:cNvSpPr/>
          <p:nvPr/>
        </p:nvSpPr>
        <p:spPr bwMode="auto">
          <a:xfrm rot="21430312">
            <a:off x="9467786" y="2799830"/>
            <a:ext cx="1282319" cy="3182095"/>
          </a:xfrm>
          <a:prstGeom prst="curvedLeftArrow">
            <a:avLst>
              <a:gd name="adj1" fmla="val 28350"/>
              <a:gd name="adj2" fmla="val 63305"/>
              <a:gd name="adj3" fmla="val 45724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6258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Lower of Cost or Market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481"/>
            <a:ext cx="10515600" cy="48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Three options for execution: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Aggregate </a:t>
            </a:r>
            <a:r>
              <a:rPr lang="en-US" dirty="0"/>
              <a:t>(total inventory cost vs. total market value)</a:t>
            </a:r>
          </a:p>
          <a:p>
            <a:endParaRPr lang="en-US" dirty="0"/>
          </a:p>
          <a:p>
            <a:r>
              <a:rPr lang="en-US" u="sng" dirty="0"/>
              <a:t>Group</a:t>
            </a:r>
            <a:r>
              <a:rPr lang="en-US" dirty="0"/>
              <a:t> (by similar types of inventory)</a:t>
            </a:r>
          </a:p>
          <a:p>
            <a:endParaRPr lang="en-US" dirty="0"/>
          </a:p>
          <a:p>
            <a:r>
              <a:rPr lang="en-US" u="sng" dirty="0"/>
              <a:t>Item by item </a:t>
            </a:r>
            <a:r>
              <a:rPr lang="en-US" dirty="0"/>
              <a:t>(compare individual costs to market values)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* If you track inventory using FIFO, Average: </a:t>
            </a:r>
            <a:r>
              <a:rPr lang="en-US" b="1" i="1" dirty="0"/>
              <a:t>this is straight-forward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If you track inventory using </a:t>
            </a:r>
            <a:r>
              <a:rPr lang="en-US" b="1" dirty="0">
                <a:solidFill>
                  <a:srgbClr val="FF0000"/>
                </a:solidFill>
              </a:rPr>
              <a:t>LIFO</a:t>
            </a:r>
            <a:r>
              <a:rPr lang="en-US" dirty="0"/>
              <a:t>: then it is a bit </a:t>
            </a:r>
            <a:r>
              <a:rPr lang="en-US" b="1" i="1" dirty="0">
                <a:solidFill>
                  <a:srgbClr val="FF0000"/>
                </a:solidFill>
              </a:rPr>
              <a:t>more complicated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3040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#1: </a:t>
            </a:r>
            <a:r>
              <a:rPr lang="en-US" u="sng" dirty="0">
                <a:solidFill>
                  <a:srgbClr val="FF0000"/>
                </a:solidFill>
              </a:rPr>
              <a:t>Aggregate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65444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row: Curved Down 2">
            <a:extLst>
              <a:ext uri="{FF2B5EF4-FFF2-40B4-BE49-F238E27FC236}">
                <a16:creationId xmlns:a16="http://schemas.microsoft.com/office/drawing/2014/main" id="{A5472882-91AF-4DCD-9C8C-BC7D1B5B3445}"/>
              </a:ext>
            </a:extLst>
          </p:cNvPr>
          <p:cNvSpPr/>
          <p:nvPr/>
        </p:nvSpPr>
        <p:spPr>
          <a:xfrm>
            <a:off x="3918857" y="1504070"/>
            <a:ext cx="1319349" cy="58508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68660-0397-4E31-94B5-6A4FFA1D3A14}"/>
              </a:ext>
            </a:extLst>
          </p:cNvPr>
          <p:cNvSpPr txBox="1"/>
          <p:nvPr/>
        </p:nvSpPr>
        <p:spPr>
          <a:xfrm>
            <a:off x="5468983" y="1604945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E941D-D509-92EE-4490-47863FA2EB9F}"/>
              </a:ext>
            </a:extLst>
          </p:cNvPr>
          <p:cNvSpPr txBox="1"/>
          <p:nvPr/>
        </p:nvSpPr>
        <p:spPr>
          <a:xfrm>
            <a:off x="4153993" y="1604944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minus</a:t>
            </a:r>
          </a:p>
        </p:txBody>
      </p:sp>
    </p:spTree>
    <p:extLst>
      <p:ext uri="{BB962C8B-B14F-4D97-AF65-F5344CB8AC3E}">
        <p14:creationId xmlns:p14="http://schemas.microsoft.com/office/powerpoint/2010/main" val="139040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116688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67C1BD1E-ACA8-BAF8-E927-5AFEE58B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#1: </a:t>
            </a:r>
            <a:r>
              <a:rPr lang="en-US" dirty="0">
                <a:solidFill>
                  <a:srgbClr val="FF0000"/>
                </a:solidFill>
              </a:rPr>
              <a:t>Aggregate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</p:spTree>
    <p:extLst>
      <p:ext uri="{BB962C8B-B14F-4D97-AF65-F5344CB8AC3E}">
        <p14:creationId xmlns:p14="http://schemas.microsoft.com/office/powerpoint/2010/main" val="3205041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11320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8031827">
            <a:off x="2173700" y="7020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383041" y="5637768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97C8B4B-3DE2-2CE8-F966-91DDE58C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#1: </a:t>
            </a:r>
            <a:r>
              <a:rPr lang="en-US" dirty="0">
                <a:solidFill>
                  <a:srgbClr val="FF0000"/>
                </a:solidFill>
              </a:rPr>
              <a:t>Aggregate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</p:spTree>
    <p:extLst>
      <p:ext uri="{BB962C8B-B14F-4D97-AF65-F5344CB8AC3E}">
        <p14:creationId xmlns:p14="http://schemas.microsoft.com/office/powerpoint/2010/main" val="832889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82280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8031827">
            <a:off x="2173700" y="7020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383041" y="5637768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630743-03E7-60CB-1C78-F80D6362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#1: </a:t>
            </a:r>
            <a:r>
              <a:rPr lang="en-US" dirty="0">
                <a:solidFill>
                  <a:srgbClr val="FF0000"/>
                </a:solidFill>
              </a:rPr>
              <a:t>Aggregate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</p:spTree>
    <p:extLst>
      <p:ext uri="{BB962C8B-B14F-4D97-AF65-F5344CB8AC3E}">
        <p14:creationId xmlns:p14="http://schemas.microsoft.com/office/powerpoint/2010/main" val="3896325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702741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8031827">
            <a:off x="2173700" y="7020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383041" y="5637768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0AF1BA-BB61-4656-A7BD-82EDD02EEB8E}"/>
              </a:ext>
            </a:extLst>
          </p:cNvPr>
          <p:cNvSpPr/>
          <p:nvPr/>
        </p:nvSpPr>
        <p:spPr>
          <a:xfrm>
            <a:off x="6718300" y="4127500"/>
            <a:ext cx="1460499" cy="7747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D4E04-D2A3-4FEB-8828-6EB112DCBB39}"/>
              </a:ext>
            </a:extLst>
          </p:cNvPr>
          <p:cNvSpPr txBox="1"/>
          <p:nvPr/>
        </p:nvSpPr>
        <p:spPr>
          <a:xfrm>
            <a:off x="8369300" y="4381500"/>
            <a:ext cx="2941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Cost &lt; Market 	No Loss</a:t>
            </a:r>
          </a:p>
          <a:p>
            <a:r>
              <a:rPr lang="en-US" b="1" dirty="0"/>
              <a:t>Inventory = 600,000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A6641BF-785F-45AC-AAE6-24F3FB4B46F5}"/>
              </a:ext>
            </a:extLst>
          </p:cNvPr>
          <p:cNvSpPr/>
          <p:nvPr/>
        </p:nvSpPr>
        <p:spPr>
          <a:xfrm>
            <a:off x="10020300" y="4495800"/>
            <a:ext cx="165100" cy="152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D2F1782-5009-6C3D-8507-02651254D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#1: </a:t>
            </a:r>
            <a:r>
              <a:rPr lang="en-US" dirty="0">
                <a:solidFill>
                  <a:srgbClr val="FF0000"/>
                </a:solidFill>
              </a:rPr>
              <a:t>Aggregate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</p:spTree>
    <p:extLst>
      <p:ext uri="{BB962C8B-B14F-4D97-AF65-F5344CB8AC3E}">
        <p14:creationId xmlns:p14="http://schemas.microsoft.com/office/powerpoint/2010/main" val="42879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145388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2C57413-9D77-BC64-8132-8AF390D8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u="sng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3E6D2CB-0ECA-14D2-F27C-AA7F917ACB73}"/>
              </a:ext>
            </a:extLst>
          </p:cNvPr>
          <p:cNvSpPr/>
          <p:nvPr/>
        </p:nvSpPr>
        <p:spPr>
          <a:xfrm>
            <a:off x="274320" y="3037113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7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33791"/>
              </p:ext>
            </p:extLst>
          </p:nvPr>
        </p:nvGraphicFramePr>
        <p:xfrm>
          <a:off x="838200" y="2089156"/>
          <a:ext cx="7340601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38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5D49DA-9963-1437-DF2F-C65E216EA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B0792B1-B7A6-5444-1DD5-F2389BCA486E}"/>
              </a:ext>
            </a:extLst>
          </p:cNvPr>
          <p:cNvSpPr/>
          <p:nvPr/>
        </p:nvSpPr>
        <p:spPr>
          <a:xfrm>
            <a:off x="5725279" y="2899954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7B9BAC5-0022-2EAD-B051-05C3C1468B25}"/>
              </a:ext>
            </a:extLst>
          </p:cNvPr>
          <p:cNvSpPr/>
          <p:nvPr/>
        </p:nvSpPr>
        <p:spPr>
          <a:xfrm>
            <a:off x="274320" y="3037113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7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077340"/>
              </p:ext>
            </p:extLst>
          </p:nvPr>
        </p:nvGraphicFramePr>
        <p:xfrm>
          <a:off x="838201" y="2089156"/>
          <a:ext cx="7303646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3F5FD-8307-9A69-21A8-E0030305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99A26D7-9363-9372-4576-E069E1834357}"/>
              </a:ext>
            </a:extLst>
          </p:cNvPr>
          <p:cNvSpPr/>
          <p:nvPr/>
        </p:nvSpPr>
        <p:spPr>
          <a:xfrm>
            <a:off x="5725279" y="2899954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9C0C8A-7880-319E-8B7D-6E838F147BDD}"/>
              </a:ext>
            </a:extLst>
          </p:cNvPr>
          <p:cNvSpPr/>
          <p:nvPr/>
        </p:nvSpPr>
        <p:spPr>
          <a:xfrm>
            <a:off x="274320" y="3037113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12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60400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0FEDDCB-DD21-F4F1-F3DF-136F4B4F5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051677-DEC2-1E2F-8A51-77349868B9C3}"/>
              </a:ext>
            </a:extLst>
          </p:cNvPr>
          <p:cNvSpPr/>
          <p:nvPr/>
        </p:nvSpPr>
        <p:spPr>
          <a:xfrm>
            <a:off x="5725279" y="2899954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DCE7576-06D6-4B94-FB55-A2BE88EAAEBC}"/>
              </a:ext>
            </a:extLst>
          </p:cNvPr>
          <p:cNvSpPr/>
          <p:nvPr/>
        </p:nvSpPr>
        <p:spPr>
          <a:xfrm>
            <a:off x="274320" y="3037113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68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8870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EACAAE-3BB9-38CE-6098-568CEF32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11E5E76-9985-BCDF-F427-6B1287FF5146}"/>
              </a:ext>
            </a:extLst>
          </p:cNvPr>
          <p:cNvSpPr/>
          <p:nvPr/>
        </p:nvSpPr>
        <p:spPr>
          <a:xfrm>
            <a:off x="206843" y="3509115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7537B2-4674-CEA9-A043-CFEEEE1E734B}"/>
              </a:ext>
            </a:extLst>
          </p:cNvPr>
          <p:cNvSpPr/>
          <p:nvPr/>
        </p:nvSpPr>
        <p:spPr>
          <a:xfrm>
            <a:off x="2623353" y="3368688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6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915950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C94B58-FF0A-B71D-1AE3-23CC02A3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F092E13-005E-4CBD-2523-98A82D1ED941}"/>
              </a:ext>
            </a:extLst>
          </p:cNvPr>
          <p:cNvSpPr/>
          <p:nvPr/>
        </p:nvSpPr>
        <p:spPr>
          <a:xfrm>
            <a:off x="206843" y="3509115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2AD917-80B9-8B8A-9BB0-89DF0A8619FE}"/>
              </a:ext>
            </a:extLst>
          </p:cNvPr>
          <p:cNvSpPr/>
          <p:nvPr/>
        </p:nvSpPr>
        <p:spPr>
          <a:xfrm>
            <a:off x="2623353" y="3368688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03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593922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EE54C6-07AD-C90D-8361-3116E5BF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D62A516-C0B4-41CB-43A8-8F041EAAF393}"/>
              </a:ext>
            </a:extLst>
          </p:cNvPr>
          <p:cNvSpPr/>
          <p:nvPr/>
        </p:nvSpPr>
        <p:spPr>
          <a:xfrm>
            <a:off x="219905" y="3985906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FD1676-4701-CDFB-FDC8-D59ED1CF9FE8}"/>
              </a:ext>
            </a:extLst>
          </p:cNvPr>
          <p:cNvSpPr/>
          <p:nvPr/>
        </p:nvSpPr>
        <p:spPr>
          <a:xfrm>
            <a:off x="5725279" y="3840473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8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60957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5187F0-1557-8C1D-A57C-3DE7A3C9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43830C8-CFC4-4E82-41AD-5F4B51CE3A1A}"/>
              </a:ext>
            </a:extLst>
          </p:cNvPr>
          <p:cNvSpPr/>
          <p:nvPr/>
        </p:nvSpPr>
        <p:spPr>
          <a:xfrm>
            <a:off x="219905" y="3985906"/>
            <a:ext cx="424543" cy="1894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26F39D-6D82-020B-71FB-0B35FB383B10}"/>
              </a:ext>
            </a:extLst>
          </p:cNvPr>
          <p:cNvSpPr/>
          <p:nvPr/>
        </p:nvSpPr>
        <p:spPr>
          <a:xfrm>
            <a:off x="5725279" y="3840473"/>
            <a:ext cx="838807" cy="4702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15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196516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97187E-483E-4F50-B8B1-BC1A1FB85595}"/>
              </a:ext>
            </a:extLst>
          </p:cNvPr>
          <p:cNvSpPr/>
          <p:nvPr/>
        </p:nvSpPr>
        <p:spPr>
          <a:xfrm>
            <a:off x="8191501" y="4178300"/>
            <a:ext cx="1460499" cy="7747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B4F95D-A047-00B7-892B-A1FCAFE0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</p:spTree>
    <p:extLst>
      <p:ext uri="{BB962C8B-B14F-4D97-AF65-F5344CB8AC3E}">
        <p14:creationId xmlns:p14="http://schemas.microsoft.com/office/powerpoint/2010/main" val="2372119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345896"/>
              </p:ext>
            </p:extLst>
          </p:nvPr>
        </p:nvGraphicFramePr>
        <p:xfrm>
          <a:off x="838201" y="2089156"/>
          <a:ext cx="8813799" cy="2681925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72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53">
                  <a:extLst>
                    <a:ext uri="{9D8B030D-6E8A-4147-A177-3AD203B41FA5}">
                      <a16:colId xmlns:a16="http://schemas.microsoft.com/office/drawing/2014/main" val="2275392362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of Cost or Market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122FDDA4-7253-42B2-B9AF-A5A70FFF3568}"/>
              </a:ext>
            </a:extLst>
          </p:cNvPr>
          <p:cNvSpPr/>
          <p:nvPr/>
        </p:nvSpPr>
        <p:spPr>
          <a:xfrm rot="18867875">
            <a:off x="2265020" y="1298951"/>
            <a:ext cx="4669599" cy="4799150"/>
          </a:xfrm>
          <a:prstGeom prst="arc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548FF-137A-452B-AE45-A1AD46843E0F}"/>
              </a:ext>
            </a:extLst>
          </p:cNvPr>
          <p:cNvSpPr txBox="1"/>
          <p:nvPr/>
        </p:nvSpPr>
        <p:spPr>
          <a:xfrm>
            <a:off x="3291720" y="1478670"/>
            <a:ext cx="243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LOWER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97187E-483E-4F50-B8B1-BC1A1FB85595}"/>
              </a:ext>
            </a:extLst>
          </p:cNvPr>
          <p:cNvSpPr/>
          <p:nvPr/>
        </p:nvSpPr>
        <p:spPr>
          <a:xfrm>
            <a:off x="8191501" y="4178300"/>
            <a:ext cx="1460499" cy="7747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AE545-B94A-478D-927C-9822BE7C0C25}"/>
              </a:ext>
            </a:extLst>
          </p:cNvPr>
          <p:cNvSpPr txBox="1"/>
          <p:nvPr/>
        </p:nvSpPr>
        <p:spPr>
          <a:xfrm>
            <a:off x="1841500" y="5397500"/>
            <a:ext cx="8420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Loss on LCM (I-E)		35,000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Inventory (B-A)			35,000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1E8899D-A7F8-18CD-8308-0514ED1A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6"/>
            <a:ext cx="10515600" cy="1325563"/>
          </a:xfrm>
        </p:spPr>
        <p:txBody>
          <a:bodyPr/>
          <a:lstStyle/>
          <a:p>
            <a:r>
              <a:rPr lang="en-US" dirty="0"/>
              <a:t>LCM Example #2: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using LIFO</a:t>
            </a:r>
          </a:p>
        </p:txBody>
      </p:sp>
    </p:spTree>
    <p:extLst>
      <p:ext uri="{BB962C8B-B14F-4D97-AF65-F5344CB8AC3E}">
        <p14:creationId xmlns:p14="http://schemas.microsoft.com/office/powerpoint/2010/main" val="1110976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818147" y="277963"/>
            <a:ext cx="9558339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Exception: LIFO and Retail Method</a:t>
            </a:r>
          </a:p>
        </p:txBody>
      </p:sp>
      <p:pic>
        <p:nvPicPr>
          <p:cNvPr id="3481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72" y="2044701"/>
            <a:ext cx="7329487" cy="439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2564" y="1420963"/>
            <a:ext cx="87915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Different</a:t>
            </a:r>
            <a:r>
              <a:rPr lang="en-US" sz="2400" dirty="0">
                <a:solidFill>
                  <a:srgbClr val="0070C0"/>
                </a:solidFill>
              </a:rPr>
              <a:t> market value </a:t>
            </a:r>
            <a:r>
              <a:rPr lang="en-US" sz="2400" dirty="0"/>
              <a:t>when using </a:t>
            </a:r>
            <a:r>
              <a:rPr lang="en-US" sz="2400" dirty="0">
                <a:solidFill>
                  <a:srgbClr val="0070C0"/>
                </a:solidFill>
              </a:rPr>
              <a:t>LIFO or Retail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4829" y="1328900"/>
            <a:ext cx="2509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Choose the </a:t>
            </a:r>
            <a:r>
              <a:rPr lang="en-US" sz="2000" b="1" u="sng" dirty="0">
                <a:solidFill>
                  <a:srgbClr val="FF0000"/>
                </a:solidFill>
              </a:rPr>
              <a:t>middle</a:t>
            </a:r>
            <a:r>
              <a:rPr lang="en-US" sz="2000" b="1" dirty="0">
                <a:solidFill>
                  <a:srgbClr val="FF0000"/>
                </a:solidFill>
              </a:rPr>
              <a:t> value to be our “market value”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0B9419-3AF5-B5C9-E27B-399D567F43F0}"/>
              </a:ext>
            </a:extLst>
          </p:cNvPr>
          <p:cNvSpPr/>
          <p:nvPr/>
        </p:nvSpPr>
        <p:spPr>
          <a:xfrm>
            <a:off x="6096000" y="2184400"/>
            <a:ext cx="1727200" cy="11493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08D84-F322-1759-6DEF-EB6BAB0693CB}"/>
              </a:ext>
            </a:extLst>
          </p:cNvPr>
          <p:cNvSpPr txBox="1"/>
          <p:nvPr/>
        </p:nvSpPr>
        <p:spPr>
          <a:xfrm>
            <a:off x="8141868" y="2545230"/>
            <a:ext cx="2976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NRV = Price - Disposal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2A844C-EED2-8C82-7E5E-BDAA61D85D73}"/>
              </a:ext>
            </a:extLst>
          </p:cNvPr>
          <p:cNvSpPr/>
          <p:nvPr/>
        </p:nvSpPr>
        <p:spPr>
          <a:xfrm>
            <a:off x="6096000" y="5238750"/>
            <a:ext cx="1727200" cy="11493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2E3BC-1A19-79D3-70F4-5AE2C3AB868E}"/>
              </a:ext>
            </a:extLst>
          </p:cNvPr>
          <p:cNvSpPr txBox="1"/>
          <p:nvPr/>
        </p:nvSpPr>
        <p:spPr>
          <a:xfrm>
            <a:off x="8141868" y="5613370"/>
            <a:ext cx="3472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Floor = NRV – Profit Margin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847F55-5096-FB44-A4BC-0B8A1CA0A450}"/>
              </a:ext>
            </a:extLst>
          </p:cNvPr>
          <p:cNvSpPr/>
          <p:nvPr/>
        </p:nvSpPr>
        <p:spPr>
          <a:xfrm>
            <a:off x="6096000" y="3987800"/>
            <a:ext cx="1727200" cy="4921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16234-D10E-39FB-9B99-E9D1AF4BC9FB}"/>
              </a:ext>
            </a:extLst>
          </p:cNvPr>
          <p:cNvSpPr txBox="1"/>
          <p:nvPr/>
        </p:nvSpPr>
        <p:spPr>
          <a:xfrm>
            <a:off x="8141868" y="4079860"/>
            <a:ext cx="2976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Replacement = Given</a:t>
            </a:r>
          </a:p>
        </p:txBody>
      </p:sp>
    </p:spTree>
    <p:extLst>
      <p:ext uri="{BB962C8B-B14F-4D97-AF65-F5344CB8AC3E}">
        <p14:creationId xmlns:p14="http://schemas.microsoft.com/office/powerpoint/2010/main" val="191781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  <p:bldP spid="7" grpId="0"/>
      <p:bldP spid="8" grpId="0" animBg="1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256097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3D4AE9D7-2AF0-4B9C-8FBB-3832F485223A}"/>
              </a:ext>
            </a:extLst>
          </p:cNvPr>
          <p:cNvSpPr/>
          <p:nvPr/>
        </p:nvSpPr>
        <p:spPr>
          <a:xfrm rot="5400000">
            <a:off x="8133907" y="532963"/>
            <a:ext cx="585086" cy="2806700"/>
          </a:xfrm>
          <a:prstGeom prst="leftBrace">
            <a:avLst>
              <a:gd name="adj1" fmla="val 292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F7C1F-15AB-4FE8-B2EA-8B581DEE5D30}"/>
              </a:ext>
            </a:extLst>
          </p:cNvPr>
          <p:cNvSpPr txBox="1"/>
          <p:nvPr/>
        </p:nvSpPr>
        <p:spPr>
          <a:xfrm>
            <a:off x="7404100" y="1217361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New Information</a:t>
            </a:r>
          </a:p>
        </p:txBody>
      </p:sp>
    </p:spTree>
    <p:extLst>
      <p:ext uri="{BB962C8B-B14F-4D97-AF65-F5344CB8AC3E}">
        <p14:creationId xmlns:p14="http://schemas.microsoft.com/office/powerpoint/2010/main" val="34827017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94872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3D4AE9D7-2AF0-4B9C-8FBB-3832F485223A}"/>
              </a:ext>
            </a:extLst>
          </p:cNvPr>
          <p:cNvSpPr/>
          <p:nvPr/>
        </p:nvSpPr>
        <p:spPr>
          <a:xfrm rot="16200000">
            <a:off x="7454457" y="2854216"/>
            <a:ext cx="585086" cy="3911600"/>
          </a:xfrm>
          <a:prstGeom prst="leftBrace">
            <a:avLst>
              <a:gd name="adj1" fmla="val 292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F7C1F-15AB-4FE8-B2EA-8B581DEE5D30}"/>
              </a:ext>
            </a:extLst>
          </p:cNvPr>
          <p:cNvSpPr txBox="1"/>
          <p:nvPr/>
        </p:nvSpPr>
        <p:spPr>
          <a:xfrm>
            <a:off x="5232400" y="5290376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Middle value of these three = Market Value</a:t>
            </a:r>
          </a:p>
        </p:txBody>
      </p:sp>
    </p:spTree>
    <p:extLst>
      <p:ext uri="{BB962C8B-B14F-4D97-AF65-F5344CB8AC3E}">
        <p14:creationId xmlns:p14="http://schemas.microsoft.com/office/powerpoint/2010/main" val="867498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2247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3D4AE9D7-2AF0-4B9C-8FBB-3832F485223A}"/>
              </a:ext>
            </a:extLst>
          </p:cNvPr>
          <p:cNvSpPr/>
          <p:nvPr/>
        </p:nvSpPr>
        <p:spPr>
          <a:xfrm rot="16200000">
            <a:off x="7454457" y="2854216"/>
            <a:ext cx="585086" cy="3911600"/>
          </a:xfrm>
          <a:prstGeom prst="leftBrace">
            <a:avLst>
              <a:gd name="adj1" fmla="val 292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F7C1F-15AB-4FE8-B2EA-8B581DEE5D30}"/>
              </a:ext>
            </a:extLst>
          </p:cNvPr>
          <p:cNvSpPr txBox="1"/>
          <p:nvPr/>
        </p:nvSpPr>
        <p:spPr>
          <a:xfrm>
            <a:off x="5232400" y="5290376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Middle value of these three = Market Value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3C1290-49D8-729D-B6E2-05056FA522CB}"/>
              </a:ext>
            </a:extLst>
          </p:cNvPr>
          <p:cNvSpPr/>
          <p:nvPr/>
        </p:nvSpPr>
        <p:spPr>
          <a:xfrm>
            <a:off x="7169150" y="2889250"/>
            <a:ext cx="971550" cy="4254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07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11457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3D4AE9D7-2AF0-4B9C-8FBB-3832F485223A}"/>
              </a:ext>
            </a:extLst>
          </p:cNvPr>
          <p:cNvSpPr/>
          <p:nvPr/>
        </p:nvSpPr>
        <p:spPr>
          <a:xfrm rot="16200000">
            <a:off x="7454457" y="2854216"/>
            <a:ext cx="585086" cy="3911600"/>
          </a:xfrm>
          <a:prstGeom prst="leftBrace">
            <a:avLst>
              <a:gd name="adj1" fmla="val 292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F7C1F-15AB-4FE8-B2EA-8B581DEE5D30}"/>
              </a:ext>
            </a:extLst>
          </p:cNvPr>
          <p:cNvSpPr txBox="1"/>
          <p:nvPr/>
        </p:nvSpPr>
        <p:spPr>
          <a:xfrm>
            <a:off x="5232400" y="5290376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Middle value of these three = Market Value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DD8D44-54A0-D31F-4337-E1DF81E0C793}"/>
              </a:ext>
            </a:extLst>
          </p:cNvPr>
          <p:cNvSpPr/>
          <p:nvPr/>
        </p:nvSpPr>
        <p:spPr>
          <a:xfrm>
            <a:off x="8629650" y="3333750"/>
            <a:ext cx="971550" cy="4254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40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756521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3D4AE9D7-2AF0-4B9C-8FBB-3832F485223A}"/>
              </a:ext>
            </a:extLst>
          </p:cNvPr>
          <p:cNvSpPr/>
          <p:nvPr/>
        </p:nvSpPr>
        <p:spPr>
          <a:xfrm rot="16200000">
            <a:off x="7454457" y="2854216"/>
            <a:ext cx="585086" cy="3911600"/>
          </a:xfrm>
          <a:prstGeom prst="leftBrace">
            <a:avLst>
              <a:gd name="adj1" fmla="val 292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F7C1F-15AB-4FE8-B2EA-8B581DEE5D30}"/>
              </a:ext>
            </a:extLst>
          </p:cNvPr>
          <p:cNvSpPr txBox="1"/>
          <p:nvPr/>
        </p:nvSpPr>
        <p:spPr>
          <a:xfrm>
            <a:off x="5232400" y="5290376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Middle value of these three = Market Value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ADE70BA-319E-2C07-4C14-E4F43F0BEFD7}"/>
              </a:ext>
            </a:extLst>
          </p:cNvPr>
          <p:cNvSpPr/>
          <p:nvPr/>
        </p:nvSpPr>
        <p:spPr>
          <a:xfrm>
            <a:off x="5905500" y="3785389"/>
            <a:ext cx="971550" cy="4254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08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883606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ABF7C1F-15AB-4FE8-B2EA-8B581DEE5D30}"/>
              </a:ext>
            </a:extLst>
          </p:cNvPr>
          <p:cNvSpPr txBox="1"/>
          <p:nvPr/>
        </p:nvSpPr>
        <p:spPr>
          <a:xfrm>
            <a:off x="9410700" y="4924613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Aggregate Market Value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D90B92-96FD-4F6E-A60E-D1D5D1FB766F}"/>
              </a:ext>
            </a:extLst>
          </p:cNvPr>
          <p:cNvSpPr/>
          <p:nvPr/>
        </p:nvSpPr>
        <p:spPr>
          <a:xfrm>
            <a:off x="10134599" y="4121976"/>
            <a:ext cx="1460499" cy="7747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808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9A0D-217B-41C4-9B2B-B0EE8C39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Example #3: Aggregate LIFO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A80B1A-11A9-4D42-8293-07925617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450696"/>
              </p:ext>
            </p:extLst>
          </p:nvPr>
        </p:nvGraphicFramePr>
        <p:xfrm>
          <a:off x="838200" y="2089156"/>
          <a:ext cx="10947400" cy="2619703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75051709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48185498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6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Disposal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Replacement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NRV Less Profit Margin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Market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350,000</a:t>
                      </a:r>
                    </a:p>
                  </a:txBody>
                  <a:tcPr marL="68568" marR="6856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170,000</a:t>
                      </a:r>
                    </a:p>
                  </a:txBody>
                  <a:tcPr marL="68568" marR="6856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9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790,000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605,000</a:t>
                      </a:r>
                    </a:p>
                  </a:txBody>
                  <a:tcPr marL="68568" marR="6856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78640916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2D90B92-96FD-4F6E-A60E-D1D5D1FB766F}"/>
              </a:ext>
            </a:extLst>
          </p:cNvPr>
          <p:cNvSpPr/>
          <p:nvPr/>
        </p:nvSpPr>
        <p:spPr>
          <a:xfrm>
            <a:off x="10134599" y="4121976"/>
            <a:ext cx="1460499" cy="7747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4C34A-09D2-4E60-B823-6C3DBA746592}"/>
              </a:ext>
            </a:extLst>
          </p:cNvPr>
          <p:cNvSpPr txBox="1"/>
          <p:nvPr/>
        </p:nvSpPr>
        <p:spPr>
          <a:xfrm>
            <a:off x="2159000" y="5663277"/>
            <a:ext cx="859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Cost ($600,000) &lt; Market ($605,000) = Loss of $0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60FA41-F83C-4557-9C94-D901F81E3ACA}"/>
              </a:ext>
            </a:extLst>
          </p:cNvPr>
          <p:cNvSpPr/>
          <p:nvPr/>
        </p:nvSpPr>
        <p:spPr>
          <a:xfrm>
            <a:off x="2159000" y="4028068"/>
            <a:ext cx="1460499" cy="7747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759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4A92-5715-4353-B3AF-F6246121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8923C-0A17-4D37-ACFA-C0F8FAE42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Note: </a:t>
            </a:r>
          </a:p>
          <a:p>
            <a:pPr marL="0" indent="0">
              <a:buNone/>
            </a:pPr>
            <a:r>
              <a:rPr lang="en-US" dirty="0"/>
              <a:t>1) Find the Market (Middle)</a:t>
            </a:r>
          </a:p>
          <a:p>
            <a:pPr marL="0" indent="0">
              <a:buNone/>
            </a:pPr>
            <a:r>
              <a:rPr lang="en-US" dirty="0"/>
              <a:t>2) Then compare using </a:t>
            </a:r>
            <a:r>
              <a:rPr lang="en-US" b="1" dirty="0"/>
              <a:t>Aggregate</a:t>
            </a:r>
            <a:r>
              <a:rPr lang="en-US" dirty="0"/>
              <a:t>, </a:t>
            </a:r>
            <a:r>
              <a:rPr lang="en-US" b="1" dirty="0"/>
              <a:t>Group</a:t>
            </a:r>
            <a:r>
              <a:rPr lang="en-US" dirty="0"/>
              <a:t> or </a:t>
            </a:r>
            <a:r>
              <a:rPr lang="en-US" b="1" dirty="0"/>
              <a:t>Item by item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5375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Implications of LCM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97014"/>
            <a:ext cx="10515601" cy="5094287"/>
          </a:xfrm>
        </p:spPr>
        <p:txBody>
          <a:bodyPr>
            <a:noAutofit/>
          </a:bodyPr>
          <a:lstStyle/>
          <a:p>
            <a:pPr marL="0" indent="3175">
              <a:buNone/>
              <a:tabLst>
                <a:tab pos="2743200" algn="l"/>
                <a:tab pos="4403725" algn="r"/>
              </a:tabLst>
              <a:defRPr/>
            </a:pPr>
            <a:r>
              <a:rPr lang="en-US" altLang="en-US" sz="2400" dirty="0">
                <a:solidFill>
                  <a:srgbClr val="A50021"/>
                </a:solidFill>
              </a:rPr>
              <a:t>	</a:t>
            </a:r>
          </a:p>
          <a:p>
            <a:pPr marL="0" indent="3175">
              <a:buNone/>
              <a:defRPr/>
            </a:pPr>
            <a:r>
              <a:rPr lang="en-US" altLang="en-US" sz="2400" dirty="0"/>
              <a:t>If you write down inventory when you believe it has lost value </a:t>
            </a:r>
          </a:p>
          <a:p>
            <a:pPr marL="0" indent="3175">
              <a:buNone/>
              <a:defRPr/>
            </a:pPr>
            <a:r>
              <a:rPr lang="en-US" altLang="en-US" sz="2400" dirty="0">
                <a:sym typeface="Wingdings" panose="05000000000000000000" pitchFamily="2" charset="2"/>
              </a:rPr>
              <a:t> Loss recognized immediately</a:t>
            </a:r>
          </a:p>
          <a:p>
            <a:pPr marL="0" indent="3175">
              <a:buNone/>
              <a:defRPr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0" indent="3175">
              <a:buNone/>
              <a:defRPr/>
            </a:pPr>
            <a:r>
              <a:rPr lang="en-US" sz="2400" dirty="0"/>
              <a:t>If you </a:t>
            </a:r>
            <a:r>
              <a:rPr lang="en-US" sz="2400" b="1" dirty="0"/>
              <a:t>don’t</a:t>
            </a:r>
            <a:r>
              <a:rPr lang="en-US" sz="2400" dirty="0"/>
              <a:t> write it down now…</a:t>
            </a:r>
          </a:p>
          <a:p>
            <a:pPr>
              <a:buFont typeface="Wingdings" panose="05000000000000000000" pitchFamily="2" charset="2"/>
              <a:buChar char="à"/>
              <a:defRPr/>
            </a:pPr>
            <a:r>
              <a:rPr lang="en-US" sz="2400" dirty="0"/>
              <a:t> Loss recognized later when sold</a:t>
            </a:r>
          </a:p>
          <a:p>
            <a:pPr>
              <a:buFont typeface="Wingdings" panose="05000000000000000000" pitchFamily="2" charset="2"/>
              <a:buChar char="à"/>
              <a:defRPr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0" indent="3175">
              <a:buNone/>
              <a:defRPr/>
            </a:pPr>
            <a:r>
              <a:rPr lang="en-US" sz="2400" b="1" dirty="0"/>
              <a:t>Conservatism principle:</a:t>
            </a:r>
            <a:r>
              <a:rPr lang="en-US" sz="2400" dirty="0"/>
              <a:t> Recognize losses when they’re </a:t>
            </a:r>
            <a:r>
              <a:rPr lang="en-US" sz="2400" b="1" dirty="0"/>
              <a:t>probable</a:t>
            </a:r>
            <a:r>
              <a:rPr lang="en-US" sz="2400" dirty="0"/>
              <a:t>, not when realized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8539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F85B-6BEC-6314-1480-1BB0FA95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5E491B-862E-97BD-8DCC-CE09C266C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D151B5D-6B9B-06F3-7085-2252B658D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Inventory Part 2 – In-Class</a:t>
            </a:r>
          </a:p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Thank you!</a:t>
            </a:r>
            <a:endParaRPr lang="en-US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594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Thoughts: Liquidation &amp; LCM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687" y="1584995"/>
            <a:ext cx="10862625" cy="4719552"/>
          </a:xfrm>
        </p:spPr>
        <p:txBody>
          <a:bodyPr>
            <a:normAutofit/>
          </a:bodyPr>
          <a:lstStyle/>
          <a:p>
            <a:r>
              <a:rPr lang="en-US" altLang="en-US" dirty="0"/>
              <a:t>LIFO Liquidations: Compare actual COGS with liquidation to hypothetical COGS where all sales are at </a:t>
            </a:r>
            <a:r>
              <a:rPr lang="en-US" altLang="en-US" i="1" dirty="0"/>
              <a:t>current</a:t>
            </a:r>
            <a:r>
              <a:rPr lang="en-US" altLang="en-US" dirty="0"/>
              <a:t> prices</a:t>
            </a:r>
          </a:p>
          <a:p>
            <a:endParaRPr lang="en-US" altLang="en-US" dirty="0"/>
          </a:p>
          <a:p>
            <a:r>
              <a:rPr lang="en-US" altLang="en-US" dirty="0"/>
              <a:t>Record inventory at lower of cost or market</a:t>
            </a:r>
          </a:p>
          <a:p>
            <a:pPr lvl="1"/>
            <a:r>
              <a:rPr lang="en-US" altLang="en-US" dirty="0"/>
              <a:t>FIFO/Avg. Cost – Use Net realizable value as market</a:t>
            </a:r>
          </a:p>
          <a:p>
            <a:pPr lvl="1"/>
            <a:r>
              <a:rPr lang="en-US" altLang="en-US" dirty="0"/>
              <a:t>LIFO/Retail – Use replacement cost with an NRV ceiling and NRV-Profit Margin floor</a:t>
            </a:r>
          </a:p>
          <a:p>
            <a:pPr lvl="1"/>
            <a:r>
              <a:rPr lang="en-US" altLang="en-US" dirty="0"/>
              <a:t>Find individual market values</a:t>
            </a:r>
          </a:p>
          <a:p>
            <a:pPr lvl="2"/>
            <a:r>
              <a:rPr lang="en-US" altLang="en-US" dirty="0"/>
              <a:t>Item-by-item: Calculate loss at each item</a:t>
            </a:r>
          </a:p>
          <a:p>
            <a:pPr lvl="2"/>
            <a:r>
              <a:rPr lang="en-US" altLang="en-US" dirty="0"/>
              <a:t>Aggregate/Group: Calculate Mkt individually, Sum over all/group, then calculate loss</a:t>
            </a:r>
          </a:p>
        </p:txBody>
      </p:sp>
    </p:spTree>
    <p:extLst>
      <p:ext uri="{BB962C8B-B14F-4D97-AF65-F5344CB8AC3E}">
        <p14:creationId xmlns:p14="http://schemas.microsoft.com/office/powerpoint/2010/main" val="212490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3621</TotalTime>
  <Words>2747</Words>
  <Application>Microsoft Office PowerPoint</Application>
  <PresentationFormat>Widescreen</PresentationFormat>
  <Paragraphs>964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Arial Black</vt:lpstr>
      <vt:lpstr>Calibri</vt:lpstr>
      <vt:lpstr>HelveticaNeue BoldCond</vt:lpstr>
      <vt:lpstr>Times New Roman</vt:lpstr>
      <vt:lpstr>Wingdings</vt:lpstr>
      <vt:lpstr>Office Theme</vt:lpstr>
      <vt:lpstr>PowerPoint Presentation</vt:lpstr>
      <vt:lpstr>Key Points from the Video</vt:lpstr>
      <vt:lpstr>Today’s Plan</vt:lpstr>
      <vt:lpstr>LIFO Liquidation</vt:lpstr>
      <vt:lpstr>Disclosure of LIFO liquidation</vt:lpstr>
      <vt:lpstr>LIFO Liquidation (Year 4)</vt:lpstr>
      <vt:lpstr>LIFO Liquidation (Year 4)</vt:lpstr>
      <vt:lpstr>LIFO Liquidation (Year 4)</vt:lpstr>
      <vt:lpstr>LIFO Liquidation (Year 4)</vt:lpstr>
      <vt:lpstr>LIFO Liquidation (Year 4)</vt:lpstr>
      <vt:lpstr>Go to handout…</vt:lpstr>
      <vt:lpstr>Terminology</vt:lpstr>
      <vt:lpstr>Challenges with valuing inventory</vt:lpstr>
      <vt:lpstr>Balance Sheet: Inventory</vt:lpstr>
      <vt:lpstr>Inventory Impairment: Lower of Cost or Market</vt:lpstr>
      <vt:lpstr>Lower of Cost or Market Rule</vt:lpstr>
      <vt:lpstr>Inventory Value</vt:lpstr>
      <vt:lpstr>Lower of Cost or Market</vt:lpstr>
      <vt:lpstr>LCM Example #1: Aggregate Not using LIFO</vt:lpstr>
      <vt:lpstr>LCM Example #1: Aggregate Not using LIFO</vt:lpstr>
      <vt:lpstr>LCM Example #1: Aggregate Not using LIFO</vt:lpstr>
      <vt:lpstr>LCM Example #1: Aggregate Not using LIFO</vt:lpstr>
      <vt:lpstr>LCM Example #1: Aggregate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LCM Example #2: Individual Not using LIFO</vt:lpstr>
      <vt:lpstr>Exception: LIFO and Retail Method</vt:lpstr>
      <vt:lpstr>LCM Example #3: Aggregate LIFO</vt:lpstr>
      <vt:lpstr>LCM Example #3: Aggregate LIFO</vt:lpstr>
      <vt:lpstr>LCM Example #3: Aggregate LIFO</vt:lpstr>
      <vt:lpstr>LCM Example #3: Aggregate LIFO</vt:lpstr>
      <vt:lpstr>LCM Example #3: Aggregate LIFO</vt:lpstr>
      <vt:lpstr>LCM Example #3: Aggregate LIFO</vt:lpstr>
      <vt:lpstr>LCM Example #3: Aggregate LIFO</vt:lpstr>
      <vt:lpstr>Go to handout…</vt:lpstr>
      <vt:lpstr>Implications of LCM</vt:lpstr>
      <vt:lpstr>PowerPoint Presentation</vt:lpstr>
      <vt:lpstr>Thoughts: Liquidation &amp; LCM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157</cp:revision>
  <dcterms:created xsi:type="dcterms:W3CDTF">2016-01-26T18:12:20Z</dcterms:created>
  <dcterms:modified xsi:type="dcterms:W3CDTF">2025-10-13T11:51:35Z</dcterms:modified>
</cp:coreProperties>
</file>