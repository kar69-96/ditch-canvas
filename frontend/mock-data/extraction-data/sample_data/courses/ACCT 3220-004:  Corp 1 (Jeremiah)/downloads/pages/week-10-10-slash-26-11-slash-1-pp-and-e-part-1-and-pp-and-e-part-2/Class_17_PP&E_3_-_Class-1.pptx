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85" r:id="rId3"/>
  </p:sldMasterIdLst>
  <p:notesMasterIdLst>
    <p:notesMasterId r:id="rId31"/>
  </p:notesMasterIdLst>
  <p:sldIdLst>
    <p:sldId id="805" r:id="rId4"/>
    <p:sldId id="375" r:id="rId5"/>
    <p:sldId id="833" r:id="rId6"/>
    <p:sldId id="818" r:id="rId7"/>
    <p:sldId id="259" r:id="rId8"/>
    <p:sldId id="261" r:id="rId9"/>
    <p:sldId id="832" r:id="rId10"/>
    <p:sldId id="834" r:id="rId11"/>
    <p:sldId id="830" r:id="rId12"/>
    <p:sldId id="828" r:id="rId13"/>
    <p:sldId id="274" r:id="rId14"/>
    <p:sldId id="275" r:id="rId15"/>
    <p:sldId id="306" r:id="rId16"/>
    <p:sldId id="320" r:id="rId17"/>
    <p:sldId id="321" r:id="rId18"/>
    <p:sldId id="322" r:id="rId19"/>
    <p:sldId id="324" r:id="rId20"/>
    <p:sldId id="276" r:id="rId21"/>
    <p:sldId id="277" r:id="rId22"/>
    <p:sldId id="827" r:id="rId23"/>
    <p:sldId id="334" r:id="rId24"/>
    <p:sldId id="304" r:id="rId25"/>
    <p:sldId id="829" r:id="rId26"/>
    <p:sldId id="265" r:id="rId27"/>
    <p:sldId id="302" r:id="rId28"/>
    <p:sldId id="303" r:id="rId29"/>
    <p:sldId id="82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718D1E-A474-4E71-AD77-F54A874177C4}" v="18" dt="2025-10-29T15:18:03.954"/>
    <p1510:client id="{FB5F7C52-4159-44EF-A5E6-2591125609D1}" v="101" dt="2025-10-29T03:26:23.721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353e0578-c100-4b27-ab8d-040de0f2d32b" providerId="ADAL" clId="{9E08ADC5-CD3F-4BF8-A14A-7A71B8D4B972}"/>
    <pc:docChg chg="modSld">
      <pc:chgData name="Jeremiah Contreras" userId="353e0578-c100-4b27-ab8d-040de0f2d32b" providerId="ADAL" clId="{9E08ADC5-CD3F-4BF8-A14A-7A71B8D4B972}" dt="2024-10-28T15:01:11.527" v="43"/>
      <pc:docMkLst>
        <pc:docMk/>
      </pc:docMkLst>
      <pc:sldChg chg="addSp modSp modAnim">
        <pc:chgData name="Jeremiah Contreras" userId="353e0578-c100-4b27-ab8d-040de0f2d32b" providerId="ADAL" clId="{9E08ADC5-CD3F-4BF8-A14A-7A71B8D4B972}" dt="2024-10-28T15:00:22.378" v="41"/>
        <pc:sldMkLst>
          <pc:docMk/>
          <pc:sldMk cId="3374632005" sldId="277"/>
        </pc:sldMkLst>
      </pc:sldChg>
      <pc:sldChg chg="modAnim">
        <pc:chgData name="Jeremiah Contreras" userId="353e0578-c100-4b27-ab8d-040de0f2d32b" providerId="ADAL" clId="{9E08ADC5-CD3F-4BF8-A14A-7A71B8D4B972}" dt="2024-10-28T15:01:11.527" v="43"/>
        <pc:sldMkLst>
          <pc:docMk/>
          <pc:sldMk cId="2809657034" sldId="827"/>
        </pc:sldMkLst>
      </pc:sldChg>
    </pc:docChg>
  </pc:docChgLst>
  <pc:docChgLst>
    <pc:chgData name="Jeremiah Contreras" userId="7aaf88c5-f86c-46d8-a0d4-f1ec65ded07c" providerId="ADAL" clId="{1C6858BE-E7F0-42C1-AD99-CDD2903F6DB9}"/>
    <pc:docChg chg="undo custSel modSld">
      <pc:chgData name="Jeremiah Contreras" userId="7aaf88c5-f86c-46d8-a0d4-f1ec65ded07c" providerId="ADAL" clId="{1C6858BE-E7F0-42C1-AD99-CDD2903F6DB9}" dt="2025-10-29T15:18:03.954" v="17" actId="20577"/>
      <pc:docMkLst>
        <pc:docMk/>
      </pc:docMkLst>
      <pc:sldChg chg="addSp delSp modSp mod addAnim delAnim">
        <pc:chgData name="Jeremiah Contreras" userId="7aaf88c5-f86c-46d8-a0d4-f1ec65ded07c" providerId="ADAL" clId="{1C6858BE-E7F0-42C1-AD99-CDD2903F6DB9}" dt="2025-10-29T15:18:03.954" v="17" actId="20577"/>
        <pc:sldMkLst>
          <pc:docMk/>
          <pc:sldMk cId="3386853469" sldId="275"/>
        </pc:sldMkLst>
        <pc:spChg chg="mod">
          <ac:chgData name="Jeremiah Contreras" userId="7aaf88c5-f86c-46d8-a0d4-f1ec65ded07c" providerId="ADAL" clId="{1C6858BE-E7F0-42C1-AD99-CDD2903F6DB9}" dt="2025-10-29T15:17:30.330" v="12" actId="1076"/>
          <ac:spMkLst>
            <pc:docMk/>
            <pc:sldMk cId="3386853469" sldId="275"/>
            <ac:spMk id="3" creationId="{CC73346A-18A2-47DA-B9F6-DE38B12E533C}"/>
          </ac:spMkLst>
        </pc:spChg>
        <pc:spChg chg="add del">
          <ac:chgData name="Jeremiah Contreras" userId="7aaf88c5-f86c-46d8-a0d4-f1ec65ded07c" providerId="ADAL" clId="{1C6858BE-E7F0-42C1-AD99-CDD2903F6DB9}" dt="2025-10-29T15:17:18.539" v="5" actId="478"/>
          <ac:spMkLst>
            <pc:docMk/>
            <pc:sldMk cId="3386853469" sldId="275"/>
            <ac:spMk id="7" creationId="{FE91471A-0204-48F3-A95C-D184A0A9D2A6}"/>
          </ac:spMkLst>
        </pc:spChg>
        <pc:spChg chg="del">
          <ac:chgData name="Jeremiah Contreras" userId="7aaf88c5-f86c-46d8-a0d4-f1ec65ded07c" providerId="ADAL" clId="{1C6858BE-E7F0-42C1-AD99-CDD2903F6DB9}" dt="2025-10-29T15:17:54.440" v="15" actId="478"/>
          <ac:spMkLst>
            <pc:docMk/>
            <pc:sldMk cId="3386853469" sldId="275"/>
            <ac:spMk id="8" creationId="{EEDC69F7-06A0-4178-B7F5-15FD9121E4FA}"/>
          </ac:spMkLst>
        </pc:spChg>
        <pc:spChg chg="add del">
          <ac:chgData name="Jeremiah Contreras" userId="7aaf88c5-f86c-46d8-a0d4-f1ec65ded07c" providerId="ADAL" clId="{1C6858BE-E7F0-42C1-AD99-CDD2903F6DB9}" dt="2025-10-29T15:17:52.801" v="14" actId="478"/>
          <ac:spMkLst>
            <pc:docMk/>
            <pc:sldMk cId="3386853469" sldId="275"/>
            <ac:spMk id="9" creationId="{28300208-093E-4B11-B92E-9E5A03AF465B}"/>
          </ac:spMkLst>
        </pc:spChg>
        <pc:spChg chg="mod">
          <ac:chgData name="Jeremiah Contreras" userId="7aaf88c5-f86c-46d8-a0d4-f1ec65ded07c" providerId="ADAL" clId="{1C6858BE-E7F0-42C1-AD99-CDD2903F6DB9}" dt="2025-10-29T15:18:03.954" v="17" actId="20577"/>
          <ac:spMkLst>
            <pc:docMk/>
            <pc:sldMk cId="3386853469" sldId="275"/>
            <ac:spMk id="44035" creationId="{00000000-0000-0000-0000-000000000000}"/>
          </ac:spMkLst>
        </pc:spChg>
      </pc:sldChg>
      <pc:sldChg chg="modSp">
        <pc:chgData name="Jeremiah Contreras" userId="7aaf88c5-f86c-46d8-a0d4-f1ec65ded07c" providerId="ADAL" clId="{1C6858BE-E7F0-42C1-AD99-CDD2903F6DB9}" dt="2025-10-29T15:16:59.901" v="3" actId="20577"/>
        <pc:sldMkLst>
          <pc:docMk/>
          <pc:sldMk cId="4096998919" sldId="302"/>
        </pc:sldMkLst>
        <pc:spChg chg="mod">
          <ac:chgData name="Jeremiah Contreras" userId="7aaf88c5-f86c-46d8-a0d4-f1ec65ded07c" providerId="ADAL" clId="{1C6858BE-E7F0-42C1-AD99-CDD2903F6DB9}" dt="2025-10-29T15:16:59.901" v="3" actId="20577"/>
          <ac:spMkLst>
            <pc:docMk/>
            <pc:sldMk cId="4096998919" sldId="302"/>
            <ac:spMk id="12291" creationId="{00000000-0000-0000-0000-000000000000}"/>
          </ac:spMkLst>
        </pc:spChg>
      </pc:sldChg>
    </pc:docChg>
  </pc:docChgLst>
  <pc:docChgLst>
    <pc:chgData name="Jeremiah Contreras" userId="7aaf88c5-f86c-46d8-a0d4-f1ec65ded07c" providerId="ADAL" clId="{47828E62-FC24-428A-ACF6-B28718A93287}"/>
    <pc:docChg chg="undo custSel addSld delSld modSld">
      <pc:chgData name="Jeremiah Contreras" userId="7aaf88c5-f86c-46d8-a0d4-f1ec65ded07c" providerId="ADAL" clId="{47828E62-FC24-428A-ACF6-B28718A93287}" dt="2025-10-29T03:26:23.721" v="960" actId="20577"/>
      <pc:docMkLst>
        <pc:docMk/>
      </pc:docMkLst>
      <pc:sldChg chg="add">
        <pc:chgData name="Jeremiah Contreras" userId="7aaf88c5-f86c-46d8-a0d4-f1ec65ded07c" providerId="ADAL" clId="{47828E62-FC24-428A-ACF6-B28718A93287}" dt="2025-09-21T10:58:48.889" v="0"/>
        <pc:sldMkLst>
          <pc:docMk/>
          <pc:sldMk cId="1475342078" sldId="259"/>
        </pc:sldMkLst>
      </pc:sldChg>
      <pc:sldChg chg="add">
        <pc:chgData name="Jeremiah Contreras" userId="7aaf88c5-f86c-46d8-a0d4-f1ec65ded07c" providerId="ADAL" clId="{47828E62-FC24-428A-ACF6-B28718A93287}" dt="2025-09-21T10:58:48.889" v="0"/>
        <pc:sldMkLst>
          <pc:docMk/>
          <pc:sldMk cId="3055534536" sldId="261"/>
        </pc:sldMkLst>
      </pc:sldChg>
      <pc:sldChg chg="addSp modSp mod">
        <pc:chgData name="Jeremiah Contreras" userId="7aaf88c5-f86c-46d8-a0d4-f1ec65ded07c" providerId="ADAL" clId="{47828E62-FC24-428A-ACF6-B28718A93287}" dt="2025-10-29T03:22:33.015" v="854" actId="14100"/>
        <pc:sldMkLst>
          <pc:docMk/>
          <pc:sldMk cId="2518481163" sldId="265"/>
        </pc:sldMkLst>
        <pc:spChg chg="add mod">
          <ac:chgData name="Jeremiah Contreras" userId="7aaf88c5-f86c-46d8-a0d4-f1ec65ded07c" providerId="ADAL" clId="{47828E62-FC24-428A-ACF6-B28718A93287}" dt="2025-10-29T03:21:53.933" v="817" actId="1076"/>
          <ac:spMkLst>
            <pc:docMk/>
            <pc:sldMk cId="2518481163" sldId="265"/>
            <ac:spMk id="2" creationId="{EAF725CF-2C3E-B006-8997-EA46E08F0493}"/>
          </ac:spMkLst>
        </pc:spChg>
        <pc:spChg chg="add mod">
          <ac:chgData name="Jeremiah Contreras" userId="7aaf88c5-f86c-46d8-a0d4-f1ec65ded07c" providerId="ADAL" clId="{47828E62-FC24-428A-ACF6-B28718A93287}" dt="2025-10-29T03:21:37.525" v="811" actId="1076"/>
          <ac:spMkLst>
            <pc:docMk/>
            <pc:sldMk cId="2518481163" sldId="265"/>
            <ac:spMk id="4" creationId="{54446E14-5803-A276-ABAE-930AF91E5BC3}"/>
          </ac:spMkLst>
        </pc:spChg>
        <pc:spChg chg="add mod">
          <ac:chgData name="Jeremiah Contreras" userId="7aaf88c5-f86c-46d8-a0d4-f1ec65ded07c" providerId="ADAL" clId="{47828E62-FC24-428A-ACF6-B28718A93287}" dt="2025-10-29T03:22:33.015" v="854" actId="14100"/>
          <ac:spMkLst>
            <pc:docMk/>
            <pc:sldMk cId="2518481163" sldId="265"/>
            <ac:spMk id="5" creationId="{33D3F9F2-8677-0114-D71F-F8D2408D936E}"/>
          </ac:spMkLst>
        </pc:spChg>
      </pc:sldChg>
      <pc:sldChg chg="modSp mod">
        <pc:chgData name="Jeremiah Contreras" userId="7aaf88c5-f86c-46d8-a0d4-f1ec65ded07c" providerId="ADAL" clId="{47828E62-FC24-428A-ACF6-B28718A93287}" dt="2025-10-29T03:18:49.344" v="758" actId="20577"/>
        <pc:sldMkLst>
          <pc:docMk/>
          <pc:sldMk cId="3386853469" sldId="275"/>
        </pc:sldMkLst>
        <pc:spChg chg="mod">
          <ac:chgData name="Jeremiah Contreras" userId="7aaf88c5-f86c-46d8-a0d4-f1ec65ded07c" providerId="ADAL" clId="{47828E62-FC24-428A-ACF6-B28718A93287}" dt="2025-10-29T03:18:49.344" v="758" actId="20577"/>
          <ac:spMkLst>
            <pc:docMk/>
            <pc:sldMk cId="3386853469" sldId="275"/>
            <ac:spMk id="4" creationId="{BDF27480-AF10-6F0E-7CF3-CD8F0312097A}"/>
          </ac:spMkLst>
        </pc:spChg>
        <pc:spChg chg="mod">
          <ac:chgData name="Jeremiah Contreras" userId="7aaf88c5-f86c-46d8-a0d4-f1ec65ded07c" providerId="ADAL" clId="{47828E62-FC24-428A-ACF6-B28718A93287}" dt="2025-10-29T03:18:29.928" v="747" actId="20577"/>
          <ac:spMkLst>
            <pc:docMk/>
            <pc:sldMk cId="3386853469" sldId="275"/>
            <ac:spMk id="44035" creationId="{00000000-0000-0000-0000-000000000000}"/>
          </ac:spMkLst>
        </pc:spChg>
      </pc:sldChg>
      <pc:sldChg chg="del">
        <pc:chgData name="Jeremiah Contreras" userId="7aaf88c5-f86c-46d8-a0d4-f1ec65ded07c" providerId="ADAL" clId="{47828E62-FC24-428A-ACF6-B28718A93287}" dt="2025-10-29T03:23:20.222" v="855" actId="47"/>
        <pc:sldMkLst>
          <pc:docMk/>
          <pc:sldMk cId="990363558" sldId="299"/>
        </pc:sldMkLst>
      </pc:sldChg>
      <pc:sldChg chg="del">
        <pc:chgData name="Jeremiah Contreras" userId="7aaf88c5-f86c-46d8-a0d4-f1ec65ded07c" providerId="ADAL" clId="{47828E62-FC24-428A-ACF6-B28718A93287}" dt="2025-10-29T03:23:21.308" v="856" actId="47"/>
        <pc:sldMkLst>
          <pc:docMk/>
          <pc:sldMk cId="2709844677" sldId="300"/>
        </pc:sldMkLst>
      </pc:sldChg>
      <pc:sldChg chg="del">
        <pc:chgData name="Jeremiah Contreras" userId="7aaf88c5-f86c-46d8-a0d4-f1ec65ded07c" providerId="ADAL" clId="{47828E62-FC24-428A-ACF6-B28718A93287}" dt="2025-10-29T03:23:22.272" v="857" actId="47"/>
        <pc:sldMkLst>
          <pc:docMk/>
          <pc:sldMk cId="218341827" sldId="301"/>
        </pc:sldMkLst>
      </pc:sldChg>
      <pc:sldChg chg="modSp mod">
        <pc:chgData name="Jeremiah Contreras" userId="7aaf88c5-f86c-46d8-a0d4-f1ec65ded07c" providerId="ADAL" clId="{47828E62-FC24-428A-ACF6-B28718A93287}" dt="2025-10-29T03:25:33.643" v="939" actId="20577"/>
        <pc:sldMkLst>
          <pc:docMk/>
          <pc:sldMk cId="4096998919" sldId="302"/>
        </pc:sldMkLst>
        <pc:spChg chg="mod">
          <ac:chgData name="Jeremiah Contreras" userId="7aaf88c5-f86c-46d8-a0d4-f1ec65ded07c" providerId="ADAL" clId="{47828E62-FC24-428A-ACF6-B28718A93287}" dt="2025-10-29T03:25:33.643" v="939" actId="20577"/>
          <ac:spMkLst>
            <pc:docMk/>
            <pc:sldMk cId="4096998919" sldId="302"/>
            <ac:spMk id="12291" creationId="{00000000-0000-0000-0000-000000000000}"/>
          </ac:spMkLst>
        </pc:spChg>
        <pc:spChg chg="mod">
          <ac:chgData name="Jeremiah Contreras" userId="7aaf88c5-f86c-46d8-a0d4-f1ec65ded07c" providerId="ADAL" clId="{47828E62-FC24-428A-ACF6-B28718A93287}" dt="2025-10-29T03:24:54.822" v="923" actId="20577"/>
          <ac:spMkLst>
            <pc:docMk/>
            <pc:sldMk cId="4096998919" sldId="302"/>
            <ac:spMk id="23554" creationId="{00000000-0000-0000-0000-000000000000}"/>
          </ac:spMkLst>
        </pc:spChg>
      </pc:sldChg>
      <pc:sldChg chg="modSp mod">
        <pc:chgData name="Jeremiah Contreras" userId="7aaf88c5-f86c-46d8-a0d4-f1ec65ded07c" providerId="ADAL" clId="{47828E62-FC24-428A-ACF6-B28718A93287}" dt="2025-10-29T03:26:23.721" v="960" actId="20577"/>
        <pc:sldMkLst>
          <pc:docMk/>
          <pc:sldMk cId="3507252538" sldId="303"/>
        </pc:sldMkLst>
        <pc:spChg chg="mod">
          <ac:chgData name="Jeremiah Contreras" userId="7aaf88c5-f86c-46d8-a0d4-f1ec65ded07c" providerId="ADAL" clId="{47828E62-FC24-428A-ACF6-B28718A93287}" dt="2025-10-29T03:24:57.864" v="926" actId="20577"/>
          <ac:spMkLst>
            <pc:docMk/>
            <pc:sldMk cId="3507252538" sldId="303"/>
            <ac:spMk id="25602" creationId="{00000000-0000-0000-0000-000000000000}"/>
          </ac:spMkLst>
        </pc:spChg>
        <pc:spChg chg="mod">
          <ac:chgData name="Jeremiah Contreras" userId="7aaf88c5-f86c-46d8-a0d4-f1ec65ded07c" providerId="ADAL" clId="{47828E62-FC24-428A-ACF6-B28718A93287}" dt="2025-10-29T03:26:23.721" v="960" actId="20577"/>
          <ac:spMkLst>
            <pc:docMk/>
            <pc:sldMk cId="3507252538" sldId="303"/>
            <ac:spMk id="35843" creationId="{00000000-0000-0000-0000-000000000000}"/>
          </ac:spMkLst>
        </pc:spChg>
      </pc:sldChg>
      <pc:sldChg chg="delSp modSp add del mod">
        <pc:chgData name="Jeremiah Contreras" userId="7aaf88c5-f86c-46d8-a0d4-f1ec65ded07c" providerId="ADAL" clId="{47828E62-FC24-428A-ACF6-B28718A93287}" dt="2025-10-29T03:19:49.528" v="793" actId="20577"/>
        <pc:sldMkLst>
          <pc:docMk/>
          <pc:sldMk cId="2147407948" sldId="306"/>
        </pc:sldMkLst>
        <pc:spChg chg="mod">
          <ac:chgData name="Jeremiah Contreras" userId="7aaf88c5-f86c-46d8-a0d4-f1ec65ded07c" providerId="ADAL" clId="{47828E62-FC24-428A-ACF6-B28718A93287}" dt="2025-10-29T03:19:04.540" v="769" actId="20577"/>
          <ac:spMkLst>
            <pc:docMk/>
            <pc:sldMk cId="2147407948" sldId="306"/>
            <ac:spMk id="2" creationId="{00000000-0000-0000-0000-000000000000}"/>
          </ac:spMkLst>
        </pc:spChg>
        <pc:spChg chg="mod">
          <ac:chgData name="Jeremiah Contreras" userId="7aaf88c5-f86c-46d8-a0d4-f1ec65ded07c" providerId="ADAL" clId="{47828E62-FC24-428A-ACF6-B28718A93287}" dt="2025-10-29T03:19:49.528" v="793" actId="20577"/>
          <ac:spMkLst>
            <pc:docMk/>
            <pc:sldMk cId="2147407948" sldId="306"/>
            <ac:spMk id="44035" creationId="{00000000-0000-0000-0000-000000000000}"/>
          </ac:spMkLst>
        </pc:spChg>
      </pc:sldChg>
      <pc:sldChg chg="add del">
        <pc:chgData name="Jeremiah Contreras" userId="7aaf88c5-f86c-46d8-a0d4-f1ec65ded07c" providerId="ADAL" clId="{47828E62-FC24-428A-ACF6-B28718A93287}" dt="2025-10-29T03:19:37.017" v="787" actId="47"/>
        <pc:sldMkLst>
          <pc:docMk/>
          <pc:sldMk cId="3411024175" sldId="320"/>
        </pc:sldMkLst>
      </pc:sldChg>
      <pc:sldChg chg="modSp mod">
        <pc:chgData name="Jeremiah Contreras" userId="7aaf88c5-f86c-46d8-a0d4-f1ec65ded07c" providerId="ADAL" clId="{47828E62-FC24-428A-ACF6-B28718A93287}" dt="2025-09-21T10:59:07.890" v="48" actId="20577"/>
        <pc:sldMkLst>
          <pc:docMk/>
          <pc:sldMk cId="886742849" sldId="375"/>
        </pc:sldMkLst>
      </pc:sldChg>
      <pc:sldChg chg="modSp add mod">
        <pc:chgData name="Jeremiah Contreras" userId="7aaf88c5-f86c-46d8-a0d4-f1ec65ded07c" providerId="ADAL" clId="{47828E62-FC24-428A-ACF6-B28718A93287}" dt="2025-09-21T11:03:36.149" v="61" actId="20577"/>
        <pc:sldMkLst>
          <pc:docMk/>
          <pc:sldMk cId="2205820458" sldId="818"/>
        </pc:sldMkLst>
      </pc:sldChg>
      <pc:sldChg chg="modSp mod modAnim">
        <pc:chgData name="Jeremiah Contreras" userId="7aaf88c5-f86c-46d8-a0d4-f1ec65ded07c" providerId="ADAL" clId="{47828E62-FC24-428A-ACF6-B28718A93287}" dt="2025-09-21T12:31:00.077" v="744" actId="207"/>
        <pc:sldMkLst>
          <pc:docMk/>
          <pc:sldMk cId="2809657034" sldId="827"/>
        </pc:sldMkLst>
      </pc:sldChg>
      <pc:sldChg chg="add">
        <pc:chgData name="Jeremiah Contreras" userId="7aaf88c5-f86c-46d8-a0d4-f1ec65ded07c" providerId="ADAL" clId="{47828E62-FC24-428A-ACF6-B28718A93287}" dt="2025-09-21T10:58:48.889" v="0"/>
        <pc:sldMkLst>
          <pc:docMk/>
          <pc:sldMk cId="2703228951" sldId="832"/>
        </pc:sldMkLst>
      </pc:sldChg>
      <pc:sldChg chg="add">
        <pc:chgData name="Jeremiah Contreras" userId="7aaf88c5-f86c-46d8-a0d4-f1ec65ded07c" providerId="ADAL" clId="{47828E62-FC24-428A-ACF6-B28718A93287}" dt="2025-09-21T10:58:48.889" v="0"/>
        <pc:sldMkLst>
          <pc:docMk/>
          <pc:sldMk cId="2875066212" sldId="833"/>
        </pc:sldMkLst>
      </pc:sldChg>
      <pc:sldChg chg="addSp delSp modSp add mod">
        <pc:chgData name="Jeremiah Contreras" userId="7aaf88c5-f86c-46d8-a0d4-f1ec65ded07c" providerId="ADAL" clId="{47828E62-FC24-428A-ACF6-B28718A93287}" dt="2025-09-21T11:53:27.931" v="90" actId="20577"/>
        <pc:sldMkLst>
          <pc:docMk/>
          <pc:sldMk cId="2835139209" sldId="834"/>
        </pc:sldMkLst>
      </pc:sldChg>
    </pc:docChg>
  </pc:docChgLst>
  <pc:docChgLst>
    <pc:chgData name="Jeremiah Contreras" userId="7aaf88c5-f86c-46d8-a0d4-f1ec65ded07c" providerId="ADAL" clId="{C6339B49-04E0-47F8-95F8-BFD1AED2C936}"/>
    <pc:docChg chg="addSld delSld modSld delMainMaster">
      <pc:chgData name="Jeremiah Contreras" userId="7aaf88c5-f86c-46d8-a0d4-f1ec65ded07c" providerId="ADAL" clId="{C6339B49-04E0-47F8-95F8-BFD1AED2C936}" dt="2025-08-07T13:47:15.309" v="45" actId="1076"/>
      <pc:docMkLst>
        <pc:docMk/>
      </pc:docMkLst>
      <pc:sldChg chg="add del">
        <pc:chgData name="Jeremiah Contreras" userId="7aaf88c5-f86c-46d8-a0d4-f1ec65ded07c" providerId="ADAL" clId="{C6339B49-04E0-47F8-95F8-BFD1AED2C936}" dt="2025-08-07T13:46:12.302" v="39"/>
        <pc:sldMkLst>
          <pc:docMk/>
          <pc:sldMk cId="2518481163" sldId="265"/>
        </pc:sldMkLst>
      </pc:sldChg>
      <pc:sldChg chg="del">
        <pc:chgData name="Jeremiah Contreras" userId="7aaf88c5-f86c-46d8-a0d4-f1ec65ded07c" providerId="ADAL" clId="{C6339B49-04E0-47F8-95F8-BFD1AED2C936}" dt="2025-08-07T13:40:07.882" v="0" actId="47"/>
        <pc:sldMkLst>
          <pc:docMk/>
          <pc:sldMk cId="2522084993" sldId="281"/>
        </pc:sldMkLst>
      </pc:sldChg>
      <pc:sldChg chg="del">
        <pc:chgData name="Jeremiah Contreras" userId="7aaf88c5-f86c-46d8-a0d4-f1ec65ded07c" providerId="ADAL" clId="{C6339B49-04E0-47F8-95F8-BFD1AED2C936}" dt="2025-08-07T13:40:07.882" v="0" actId="47"/>
        <pc:sldMkLst>
          <pc:docMk/>
          <pc:sldMk cId="2751023002" sldId="282"/>
        </pc:sldMkLst>
      </pc:sldChg>
      <pc:sldChg chg="add del">
        <pc:chgData name="Jeremiah Contreras" userId="7aaf88c5-f86c-46d8-a0d4-f1ec65ded07c" providerId="ADAL" clId="{C6339B49-04E0-47F8-95F8-BFD1AED2C936}" dt="2025-08-07T13:46:12.302" v="39"/>
        <pc:sldMkLst>
          <pc:docMk/>
          <pc:sldMk cId="990363558" sldId="299"/>
        </pc:sldMkLst>
      </pc:sldChg>
      <pc:sldChg chg="add del">
        <pc:chgData name="Jeremiah Contreras" userId="7aaf88c5-f86c-46d8-a0d4-f1ec65ded07c" providerId="ADAL" clId="{C6339B49-04E0-47F8-95F8-BFD1AED2C936}" dt="2025-08-07T13:46:12.302" v="39"/>
        <pc:sldMkLst>
          <pc:docMk/>
          <pc:sldMk cId="2709844677" sldId="300"/>
        </pc:sldMkLst>
      </pc:sldChg>
      <pc:sldChg chg="add del">
        <pc:chgData name="Jeremiah Contreras" userId="7aaf88c5-f86c-46d8-a0d4-f1ec65ded07c" providerId="ADAL" clId="{C6339B49-04E0-47F8-95F8-BFD1AED2C936}" dt="2025-08-07T13:46:12.302" v="39"/>
        <pc:sldMkLst>
          <pc:docMk/>
          <pc:sldMk cId="218341827" sldId="301"/>
        </pc:sldMkLst>
      </pc:sldChg>
      <pc:sldChg chg="add del">
        <pc:chgData name="Jeremiah Contreras" userId="7aaf88c5-f86c-46d8-a0d4-f1ec65ded07c" providerId="ADAL" clId="{C6339B49-04E0-47F8-95F8-BFD1AED2C936}" dt="2025-08-07T13:46:12.302" v="39"/>
        <pc:sldMkLst>
          <pc:docMk/>
          <pc:sldMk cId="4096998919" sldId="302"/>
        </pc:sldMkLst>
      </pc:sldChg>
      <pc:sldChg chg="add del">
        <pc:chgData name="Jeremiah Contreras" userId="7aaf88c5-f86c-46d8-a0d4-f1ec65ded07c" providerId="ADAL" clId="{C6339B49-04E0-47F8-95F8-BFD1AED2C936}" dt="2025-08-07T13:46:12.302" v="39"/>
        <pc:sldMkLst>
          <pc:docMk/>
          <pc:sldMk cId="3507252538" sldId="303"/>
        </pc:sldMkLst>
      </pc:sldChg>
      <pc:sldChg chg="modSp mod">
        <pc:chgData name="Jeremiah Contreras" userId="7aaf88c5-f86c-46d8-a0d4-f1ec65ded07c" providerId="ADAL" clId="{C6339B49-04E0-47F8-95F8-BFD1AED2C936}" dt="2025-08-07T13:46:33.449" v="41" actId="14100"/>
        <pc:sldMkLst>
          <pc:docMk/>
          <pc:sldMk cId="2540492319" sldId="304"/>
        </pc:sldMkLst>
      </pc:sldChg>
      <pc:sldChg chg="modSp mod">
        <pc:chgData name="Jeremiah Contreras" userId="7aaf88c5-f86c-46d8-a0d4-f1ec65ded07c" providerId="ADAL" clId="{C6339B49-04E0-47F8-95F8-BFD1AED2C936}" dt="2025-08-07T13:45:40.302" v="38" actId="20577"/>
        <pc:sldMkLst>
          <pc:docMk/>
          <pc:sldMk cId="886742849" sldId="375"/>
        </pc:sldMkLst>
      </pc:sldChg>
      <pc:sldChg chg="del">
        <pc:chgData name="Jeremiah Contreras" userId="7aaf88c5-f86c-46d8-a0d4-f1ec65ded07c" providerId="ADAL" clId="{C6339B49-04E0-47F8-95F8-BFD1AED2C936}" dt="2025-08-07T13:40:07.882" v="0" actId="47"/>
        <pc:sldMkLst>
          <pc:docMk/>
          <pc:sldMk cId="3354152996" sldId="440"/>
        </pc:sldMkLst>
      </pc:sldChg>
      <pc:sldChg chg="del">
        <pc:chgData name="Jeremiah Contreras" userId="7aaf88c5-f86c-46d8-a0d4-f1ec65ded07c" providerId="ADAL" clId="{C6339B49-04E0-47F8-95F8-BFD1AED2C936}" dt="2025-08-07T13:40:07.882" v="0" actId="47"/>
        <pc:sldMkLst>
          <pc:docMk/>
          <pc:sldMk cId="1676961951" sldId="442"/>
        </pc:sldMkLst>
      </pc:sldChg>
      <pc:sldChg chg="del">
        <pc:chgData name="Jeremiah Contreras" userId="7aaf88c5-f86c-46d8-a0d4-f1ec65ded07c" providerId="ADAL" clId="{C6339B49-04E0-47F8-95F8-BFD1AED2C936}" dt="2025-08-07T13:40:07.882" v="0" actId="47"/>
        <pc:sldMkLst>
          <pc:docMk/>
          <pc:sldMk cId="750794024" sldId="452"/>
        </pc:sldMkLst>
      </pc:sldChg>
      <pc:sldChg chg="del">
        <pc:chgData name="Jeremiah Contreras" userId="7aaf88c5-f86c-46d8-a0d4-f1ec65ded07c" providerId="ADAL" clId="{C6339B49-04E0-47F8-95F8-BFD1AED2C936}" dt="2025-08-07T13:40:07.882" v="0" actId="47"/>
        <pc:sldMkLst>
          <pc:docMk/>
          <pc:sldMk cId="1241992865" sldId="453"/>
        </pc:sldMkLst>
      </pc:sldChg>
      <pc:sldChg chg="del">
        <pc:chgData name="Jeremiah Contreras" userId="7aaf88c5-f86c-46d8-a0d4-f1ec65ded07c" providerId="ADAL" clId="{C6339B49-04E0-47F8-95F8-BFD1AED2C936}" dt="2025-08-07T13:40:07.882" v="0" actId="47"/>
        <pc:sldMkLst>
          <pc:docMk/>
          <pc:sldMk cId="480741635" sldId="461"/>
        </pc:sldMkLst>
      </pc:sldChg>
      <pc:sldChg chg="del">
        <pc:chgData name="Jeremiah Contreras" userId="7aaf88c5-f86c-46d8-a0d4-f1ec65ded07c" providerId="ADAL" clId="{C6339B49-04E0-47F8-95F8-BFD1AED2C936}" dt="2025-08-07T13:40:07.882" v="0" actId="47"/>
        <pc:sldMkLst>
          <pc:docMk/>
          <pc:sldMk cId="159837722" sldId="466"/>
        </pc:sldMkLst>
      </pc:sldChg>
      <pc:sldChg chg="del">
        <pc:chgData name="Jeremiah Contreras" userId="7aaf88c5-f86c-46d8-a0d4-f1ec65ded07c" providerId="ADAL" clId="{C6339B49-04E0-47F8-95F8-BFD1AED2C936}" dt="2025-08-07T13:40:07.882" v="0" actId="47"/>
        <pc:sldMkLst>
          <pc:docMk/>
          <pc:sldMk cId="510724197" sldId="468"/>
        </pc:sldMkLst>
      </pc:sldChg>
      <pc:sldChg chg="del">
        <pc:chgData name="Jeremiah Contreras" userId="7aaf88c5-f86c-46d8-a0d4-f1ec65ded07c" providerId="ADAL" clId="{C6339B49-04E0-47F8-95F8-BFD1AED2C936}" dt="2025-08-07T13:40:07.882" v="0" actId="47"/>
        <pc:sldMkLst>
          <pc:docMk/>
          <pc:sldMk cId="3803239424" sldId="811"/>
        </pc:sldMkLst>
      </pc:sldChg>
      <pc:sldChg chg="add del">
        <pc:chgData name="Jeremiah Contreras" userId="7aaf88c5-f86c-46d8-a0d4-f1ec65ded07c" providerId="ADAL" clId="{C6339B49-04E0-47F8-95F8-BFD1AED2C936}" dt="2025-08-07T13:46:12.302" v="39"/>
        <pc:sldMkLst>
          <pc:docMk/>
          <pc:sldMk cId="2963360828" sldId="829"/>
        </pc:sldMkLst>
      </pc:sldChg>
      <pc:sldChg chg="modSp add mod">
        <pc:chgData name="Jeremiah Contreras" userId="7aaf88c5-f86c-46d8-a0d4-f1ec65ded07c" providerId="ADAL" clId="{C6339B49-04E0-47F8-95F8-BFD1AED2C936}" dt="2025-08-07T13:47:15.309" v="45" actId="1076"/>
        <pc:sldMkLst>
          <pc:docMk/>
          <pc:sldMk cId="1832430037" sldId="830"/>
        </pc:sldMkLst>
      </pc:sldChg>
      <pc:sldChg chg="add del">
        <pc:chgData name="Jeremiah Contreras" userId="7aaf88c5-f86c-46d8-a0d4-f1ec65ded07c" providerId="ADAL" clId="{C6339B49-04E0-47F8-95F8-BFD1AED2C936}" dt="2025-08-07T13:46:55.838" v="43"/>
        <pc:sldMkLst>
          <pc:docMk/>
          <pc:sldMk cId="2445052925" sldId="830"/>
        </pc:sldMkLst>
      </pc:sldChg>
      <pc:sldChg chg="add del">
        <pc:chgData name="Jeremiah Contreras" userId="7aaf88c5-f86c-46d8-a0d4-f1ec65ded07c" providerId="ADAL" clId="{C6339B49-04E0-47F8-95F8-BFD1AED2C936}" dt="2025-08-07T13:46:55.838" v="43"/>
        <pc:sldMkLst>
          <pc:docMk/>
          <pc:sldMk cId="1497242064" sldId="831"/>
        </pc:sldMkLst>
      </pc:sldChg>
      <pc:sldChg chg="add del">
        <pc:chgData name="Jeremiah Contreras" userId="7aaf88c5-f86c-46d8-a0d4-f1ec65ded07c" providerId="ADAL" clId="{C6339B49-04E0-47F8-95F8-BFD1AED2C936}" dt="2025-08-07T13:46:55.838" v="43"/>
        <pc:sldMkLst>
          <pc:docMk/>
          <pc:sldMk cId="1451954526" sldId="832"/>
        </pc:sldMkLst>
      </pc:sldChg>
      <pc:sldChg chg="add del">
        <pc:chgData name="Jeremiah Contreras" userId="7aaf88c5-f86c-46d8-a0d4-f1ec65ded07c" providerId="ADAL" clId="{C6339B49-04E0-47F8-95F8-BFD1AED2C936}" dt="2025-08-07T13:46:55.838" v="43"/>
        <pc:sldMkLst>
          <pc:docMk/>
          <pc:sldMk cId="491337504" sldId="833"/>
        </pc:sldMkLst>
      </pc:sldChg>
      <pc:sldChg chg="add del">
        <pc:chgData name="Jeremiah Contreras" userId="7aaf88c5-f86c-46d8-a0d4-f1ec65ded07c" providerId="ADAL" clId="{C6339B49-04E0-47F8-95F8-BFD1AED2C936}" dt="2025-08-07T13:46:55.838" v="43"/>
        <pc:sldMkLst>
          <pc:docMk/>
          <pc:sldMk cId="621756389" sldId="834"/>
        </pc:sldMkLst>
      </pc:sldChg>
      <pc:sldChg chg="add del">
        <pc:chgData name="Jeremiah Contreras" userId="7aaf88c5-f86c-46d8-a0d4-f1ec65ded07c" providerId="ADAL" clId="{C6339B49-04E0-47F8-95F8-BFD1AED2C936}" dt="2025-08-07T13:46:55.838" v="43"/>
        <pc:sldMkLst>
          <pc:docMk/>
          <pc:sldMk cId="860931210" sldId="835"/>
        </pc:sldMkLst>
      </pc:sldChg>
      <pc:sldChg chg="add del">
        <pc:chgData name="Jeremiah Contreras" userId="7aaf88c5-f86c-46d8-a0d4-f1ec65ded07c" providerId="ADAL" clId="{C6339B49-04E0-47F8-95F8-BFD1AED2C936}" dt="2025-08-07T13:46:55.838" v="43"/>
        <pc:sldMkLst>
          <pc:docMk/>
          <pc:sldMk cId="622614259" sldId="836"/>
        </pc:sldMkLst>
      </pc:sldChg>
      <pc:sldMasterChg chg="del delSldLayout">
        <pc:chgData name="Jeremiah Contreras" userId="7aaf88c5-f86c-46d8-a0d4-f1ec65ded07c" providerId="ADAL" clId="{C6339B49-04E0-47F8-95F8-BFD1AED2C936}" dt="2025-08-07T13:40:07.882" v="0" actId="47"/>
        <pc:sldMasterMkLst>
          <pc:docMk/>
          <pc:sldMasterMk cId="1433725109" sldId="2147483697"/>
        </pc:sldMasterMkLst>
        <pc:sldLayoutChg chg="del">
          <pc:chgData name="Jeremiah Contreras" userId="7aaf88c5-f86c-46d8-a0d4-f1ec65ded07c" providerId="ADAL" clId="{C6339B49-04E0-47F8-95F8-BFD1AED2C936}" dt="2025-08-07T13:40:07.882" v="0" actId="47"/>
          <pc:sldLayoutMkLst>
            <pc:docMk/>
            <pc:sldMasterMk cId="1433725109" sldId="2147483697"/>
            <pc:sldLayoutMk cId="420145229" sldId="2147483698"/>
          </pc:sldLayoutMkLst>
        </pc:sldLayoutChg>
        <pc:sldLayoutChg chg="del">
          <pc:chgData name="Jeremiah Contreras" userId="7aaf88c5-f86c-46d8-a0d4-f1ec65ded07c" providerId="ADAL" clId="{C6339B49-04E0-47F8-95F8-BFD1AED2C936}" dt="2025-08-07T13:40:07.882" v="0" actId="47"/>
          <pc:sldLayoutMkLst>
            <pc:docMk/>
            <pc:sldMasterMk cId="1433725109" sldId="2147483697"/>
            <pc:sldLayoutMk cId="3087494592" sldId="2147483699"/>
          </pc:sldLayoutMkLst>
        </pc:sldLayoutChg>
        <pc:sldLayoutChg chg="del">
          <pc:chgData name="Jeremiah Contreras" userId="7aaf88c5-f86c-46d8-a0d4-f1ec65ded07c" providerId="ADAL" clId="{C6339B49-04E0-47F8-95F8-BFD1AED2C936}" dt="2025-08-07T13:40:07.882" v="0" actId="47"/>
          <pc:sldLayoutMkLst>
            <pc:docMk/>
            <pc:sldMasterMk cId="1433725109" sldId="2147483697"/>
            <pc:sldLayoutMk cId="3448838164" sldId="2147483700"/>
          </pc:sldLayoutMkLst>
        </pc:sldLayoutChg>
        <pc:sldLayoutChg chg="del">
          <pc:chgData name="Jeremiah Contreras" userId="7aaf88c5-f86c-46d8-a0d4-f1ec65ded07c" providerId="ADAL" clId="{C6339B49-04E0-47F8-95F8-BFD1AED2C936}" dt="2025-08-07T13:40:07.882" v="0" actId="47"/>
          <pc:sldLayoutMkLst>
            <pc:docMk/>
            <pc:sldMasterMk cId="1433725109" sldId="2147483697"/>
            <pc:sldLayoutMk cId="2419558232" sldId="2147483701"/>
          </pc:sldLayoutMkLst>
        </pc:sldLayoutChg>
        <pc:sldLayoutChg chg="del">
          <pc:chgData name="Jeremiah Contreras" userId="7aaf88c5-f86c-46d8-a0d4-f1ec65ded07c" providerId="ADAL" clId="{C6339B49-04E0-47F8-95F8-BFD1AED2C936}" dt="2025-08-07T13:40:07.882" v="0" actId="47"/>
          <pc:sldLayoutMkLst>
            <pc:docMk/>
            <pc:sldMasterMk cId="1433725109" sldId="2147483697"/>
            <pc:sldLayoutMk cId="65999785" sldId="2147483702"/>
          </pc:sldLayoutMkLst>
        </pc:sldLayoutChg>
        <pc:sldLayoutChg chg="del">
          <pc:chgData name="Jeremiah Contreras" userId="7aaf88c5-f86c-46d8-a0d4-f1ec65ded07c" providerId="ADAL" clId="{C6339B49-04E0-47F8-95F8-BFD1AED2C936}" dt="2025-08-07T13:40:07.882" v="0" actId="47"/>
          <pc:sldLayoutMkLst>
            <pc:docMk/>
            <pc:sldMasterMk cId="1433725109" sldId="2147483697"/>
            <pc:sldLayoutMk cId="1052008103" sldId="2147483703"/>
          </pc:sldLayoutMkLst>
        </pc:sldLayoutChg>
        <pc:sldLayoutChg chg="del">
          <pc:chgData name="Jeremiah Contreras" userId="7aaf88c5-f86c-46d8-a0d4-f1ec65ded07c" providerId="ADAL" clId="{C6339B49-04E0-47F8-95F8-BFD1AED2C936}" dt="2025-08-07T13:40:07.882" v="0" actId="47"/>
          <pc:sldLayoutMkLst>
            <pc:docMk/>
            <pc:sldMasterMk cId="1433725109" sldId="2147483697"/>
            <pc:sldLayoutMk cId="2207232657" sldId="2147483704"/>
          </pc:sldLayoutMkLst>
        </pc:sldLayoutChg>
        <pc:sldLayoutChg chg="del">
          <pc:chgData name="Jeremiah Contreras" userId="7aaf88c5-f86c-46d8-a0d4-f1ec65ded07c" providerId="ADAL" clId="{C6339B49-04E0-47F8-95F8-BFD1AED2C936}" dt="2025-08-07T13:40:07.882" v="0" actId="47"/>
          <pc:sldLayoutMkLst>
            <pc:docMk/>
            <pc:sldMasterMk cId="1433725109" sldId="2147483697"/>
            <pc:sldLayoutMk cId="3770225247" sldId="2147483705"/>
          </pc:sldLayoutMkLst>
        </pc:sldLayoutChg>
        <pc:sldLayoutChg chg="del">
          <pc:chgData name="Jeremiah Contreras" userId="7aaf88c5-f86c-46d8-a0d4-f1ec65ded07c" providerId="ADAL" clId="{C6339B49-04E0-47F8-95F8-BFD1AED2C936}" dt="2025-08-07T13:40:07.882" v="0" actId="47"/>
          <pc:sldLayoutMkLst>
            <pc:docMk/>
            <pc:sldMasterMk cId="1433725109" sldId="2147483697"/>
            <pc:sldLayoutMk cId="982286480" sldId="2147483706"/>
          </pc:sldLayoutMkLst>
        </pc:sldLayoutChg>
        <pc:sldLayoutChg chg="del">
          <pc:chgData name="Jeremiah Contreras" userId="7aaf88c5-f86c-46d8-a0d4-f1ec65ded07c" providerId="ADAL" clId="{C6339B49-04E0-47F8-95F8-BFD1AED2C936}" dt="2025-08-07T13:40:07.882" v="0" actId="47"/>
          <pc:sldLayoutMkLst>
            <pc:docMk/>
            <pc:sldMasterMk cId="1433725109" sldId="2147483697"/>
            <pc:sldLayoutMk cId="2900183492" sldId="2147483707"/>
          </pc:sldLayoutMkLst>
        </pc:sldLayoutChg>
        <pc:sldLayoutChg chg="del">
          <pc:chgData name="Jeremiah Contreras" userId="7aaf88c5-f86c-46d8-a0d4-f1ec65ded07c" providerId="ADAL" clId="{C6339B49-04E0-47F8-95F8-BFD1AED2C936}" dt="2025-08-07T13:40:07.882" v="0" actId="47"/>
          <pc:sldLayoutMkLst>
            <pc:docMk/>
            <pc:sldMasterMk cId="1433725109" sldId="2147483697"/>
            <pc:sldLayoutMk cId="3222018956" sldId="2147483708"/>
          </pc:sldLayoutMkLst>
        </pc:sldLayoutChg>
      </pc:sldMasterChg>
    </pc:docChg>
  </pc:docChgLst>
  <pc:docChgLst>
    <pc:chgData name="Jeremiah Contreras" userId="7aaf88c5-f86c-46d8-a0d4-f1ec65ded07c" providerId="ADAL" clId="{E567648F-8C93-4A40-A799-0E5C9B7D94C6}"/>
    <pc:docChg chg="undo custSel addSld delSld modSld addMainMaster delMainMaster">
      <pc:chgData name="Jeremiah Contreras" userId="7aaf88c5-f86c-46d8-a0d4-f1ec65ded07c" providerId="ADAL" clId="{E567648F-8C93-4A40-A799-0E5C9B7D94C6}" dt="2023-10-30T15:22:16.434" v="1242" actId="20577"/>
      <pc:docMkLst>
        <pc:docMk/>
      </pc:docMkLst>
      <pc:sldChg chg="del">
        <pc:chgData name="Jeremiah Contreras" userId="7aaf88c5-f86c-46d8-a0d4-f1ec65ded07c" providerId="ADAL" clId="{E567648F-8C93-4A40-A799-0E5C9B7D94C6}" dt="2023-10-25T01:22:46.186" v="4" actId="47"/>
        <pc:sldMkLst>
          <pc:docMk/>
          <pc:sldMk cId="1475342078" sldId="259"/>
        </pc:sldMkLst>
      </pc:sldChg>
      <pc:sldChg chg="del">
        <pc:chgData name="Jeremiah Contreras" userId="7aaf88c5-f86c-46d8-a0d4-f1ec65ded07c" providerId="ADAL" clId="{E567648F-8C93-4A40-A799-0E5C9B7D94C6}" dt="2023-10-25T01:22:38.465" v="3" actId="47"/>
        <pc:sldMkLst>
          <pc:docMk/>
          <pc:sldMk cId="3055534536" sldId="261"/>
        </pc:sldMkLst>
      </pc:sldChg>
      <pc:sldChg chg="del">
        <pc:chgData name="Jeremiah Contreras" userId="7aaf88c5-f86c-46d8-a0d4-f1ec65ded07c" providerId="ADAL" clId="{E567648F-8C93-4A40-A799-0E5C9B7D94C6}" dt="2023-10-30T13:40:52.304" v="1067" actId="2696"/>
        <pc:sldMkLst>
          <pc:docMk/>
          <pc:sldMk cId="671402044" sldId="274"/>
        </pc:sldMkLst>
      </pc:sldChg>
      <pc:sldChg chg="add">
        <pc:chgData name="Jeremiah Contreras" userId="7aaf88c5-f86c-46d8-a0d4-f1ec65ded07c" providerId="ADAL" clId="{E567648F-8C93-4A40-A799-0E5C9B7D94C6}" dt="2023-10-30T13:40:58.626" v="1068"/>
        <pc:sldMkLst>
          <pc:docMk/>
          <pc:sldMk cId="2673934903" sldId="274"/>
        </pc:sldMkLst>
      </pc:sldChg>
      <pc:sldChg chg="addSp delSp modSp del mod delAnim">
        <pc:chgData name="Jeremiah Contreras" userId="7aaf88c5-f86c-46d8-a0d4-f1ec65ded07c" providerId="ADAL" clId="{E567648F-8C93-4A40-A799-0E5C9B7D94C6}" dt="2023-10-30T13:40:52.304" v="1067" actId="2696"/>
        <pc:sldMkLst>
          <pc:docMk/>
          <pc:sldMk cId="1346724590" sldId="275"/>
        </pc:sldMkLst>
      </pc:sldChg>
      <pc:sldChg chg="modSp add mod">
        <pc:chgData name="Jeremiah Contreras" userId="7aaf88c5-f86c-46d8-a0d4-f1ec65ded07c" providerId="ADAL" clId="{E567648F-8C93-4A40-A799-0E5C9B7D94C6}" dt="2023-10-30T15:21:57.791" v="1241" actId="1076"/>
        <pc:sldMkLst>
          <pc:docMk/>
          <pc:sldMk cId="3386853469" sldId="275"/>
        </pc:sldMkLst>
      </pc:sldChg>
      <pc:sldChg chg="add del">
        <pc:chgData name="Jeremiah Contreras" userId="7aaf88c5-f86c-46d8-a0d4-f1ec65ded07c" providerId="ADAL" clId="{E567648F-8C93-4A40-A799-0E5C9B7D94C6}" dt="2023-10-25T01:27:50.189" v="12"/>
        <pc:sldMkLst>
          <pc:docMk/>
          <pc:sldMk cId="2993556506" sldId="276"/>
        </pc:sldMkLst>
      </pc:sldChg>
      <pc:sldChg chg="add del">
        <pc:chgData name="Jeremiah Contreras" userId="7aaf88c5-f86c-46d8-a0d4-f1ec65ded07c" providerId="ADAL" clId="{E567648F-8C93-4A40-A799-0E5C9B7D94C6}" dt="2023-10-25T01:27:50.189" v="12"/>
        <pc:sldMkLst>
          <pc:docMk/>
          <pc:sldMk cId="3374632005" sldId="277"/>
        </pc:sldMkLst>
      </pc:sldChg>
      <pc:sldChg chg="del">
        <pc:chgData name="Jeremiah Contreras" userId="7aaf88c5-f86c-46d8-a0d4-f1ec65ded07c" providerId="ADAL" clId="{E567648F-8C93-4A40-A799-0E5C9B7D94C6}" dt="2023-10-30T02:28:14.438" v="188" actId="47"/>
        <pc:sldMkLst>
          <pc:docMk/>
          <pc:sldMk cId="3154369016" sldId="287"/>
        </pc:sldMkLst>
      </pc:sldChg>
      <pc:sldChg chg="del">
        <pc:chgData name="Jeremiah Contreras" userId="7aaf88c5-f86c-46d8-a0d4-f1ec65ded07c" providerId="ADAL" clId="{E567648F-8C93-4A40-A799-0E5C9B7D94C6}" dt="2023-10-30T02:28:14.438" v="188" actId="47"/>
        <pc:sldMkLst>
          <pc:docMk/>
          <pc:sldMk cId="3914272121" sldId="288"/>
        </pc:sldMkLst>
      </pc:sldChg>
      <pc:sldChg chg="del">
        <pc:chgData name="Jeremiah Contreras" userId="7aaf88c5-f86c-46d8-a0d4-f1ec65ded07c" providerId="ADAL" clId="{E567648F-8C93-4A40-A799-0E5C9B7D94C6}" dt="2023-10-30T02:28:14.438" v="188" actId="47"/>
        <pc:sldMkLst>
          <pc:docMk/>
          <pc:sldMk cId="2167234206" sldId="289"/>
        </pc:sldMkLst>
      </pc:sldChg>
      <pc:sldChg chg="del">
        <pc:chgData name="Jeremiah Contreras" userId="7aaf88c5-f86c-46d8-a0d4-f1ec65ded07c" providerId="ADAL" clId="{E567648F-8C93-4A40-A799-0E5C9B7D94C6}" dt="2023-10-30T02:28:14.438" v="188" actId="47"/>
        <pc:sldMkLst>
          <pc:docMk/>
          <pc:sldMk cId="874565783" sldId="290"/>
        </pc:sldMkLst>
      </pc:sldChg>
      <pc:sldChg chg="del">
        <pc:chgData name="Jeremiah Contreras" userId="7aaf88c5-f86c-46d8-a0d4-f1ec65ded07c" providerId="ADAL" clId="{E567648F-8C93-4A40-A799-0E5C9B7D94C6}" dt="2023-10-25T01:26:27.974" v="10" actId="2696"/>
        <pc:sldMkLst>
          <pc:docMk/>
          <pc:sldMk cId="1909602988" sldId="291"/>
        </pc:sldMkLst>
      </pc:sldChg>
      <pc:sldChg chg="modSp">
        <pc:chgData name="Jeremiah Contreras" userId="7aaf88c5-f86c-46d8-a0d4-f1ec65ded07c" providerId="ADAL" clId="{E567648F-8C93-4A40-A799-0E5C9B7D94C6}" dt="2023-10-30T02:21:57.934" v="168" actId="20577"/>
        <pc:sldMkLst>
          <pc:docMk/>
          <pc:sldMk cId="4096998919" sldId="302"/>
        </pc:sldMkLst>
      </pc:sldChg>
      <pc:sldChg chg="modSp del mod">
        <pc:chgData name="Jeremiah Contreras" userId="7aaf88c5-f86c-46d8-a0d4-f1ec65ded07c" providerId="ADAL" clId="{E567648F-8C93-4A40-A799-0E5C9B7D94C6}" dt="2023-10-30T13:40:52.304" v="1067" actId="2696"/>
        <pc:sldMkLst>
          <pc:docMk/>
          <pc:sldMk cId="408307816" sldId="306"/>
        </pc:sldMkLst>
      </pc:sldChg>
      <pc:sldChg chg="modSp add mod">
        <pc:chgData name="Jeremiah Contreras" userId="7aaf88c5-f86c-46d8-a0d4-f1ec65ded07c" providerId="ADAL" clId="{E567648F-8C93-4A40-A799-0E5C9B7D94C6}" dt="2023-10-30T15:22:16.434" v="1242" actId="20577"/>
        <pc:sldMkLst>
          <pc:docMk/>
          <pc:sldMk cId="2147407948" sldId="306"/>
        </pc:sldMkLst>
      </pc:sldChg>
      <pc:sldChg chg="addSp delSp modSp add del mod">
        <pc:chgData name="Jeremiah Contreras" userId="7aaf88c5-f86c-46d8-a0d4-f1ec65ded07c" providerId="ADAL" clId="{E567648F-8C93-4A40-A799-0E5C9B7D94C6}" dt="2023-10-30T13:58:56.897" v="1227" actId="1076"/>
        <pc:sldMkLst>
          <pc:docMk/>
          <pc:sldMk cId="3411024175" sldId="320"/>
        </pc:sldMkLst>
      </pc:sldChg>
      <pc:sldChg chg="add del">
        <pc:chgData name="Jeremiah Contreras" userId="7aaf88c5-f86c-46d8-a0d4-f1ec65ded07c" providerId="ADAL" clId="{E567648F-8C93-4A40-A799-0E5C9B7D94C6}" dt="2023-10-25T01:27:50.189" v="12"/>
        <pc:sldMkLst>
          <pc:docMk/>
          <pc:sldMk cId="1688101096" sldId="321"/>
        </pc:sldMkLst>
      </pc:sldChg>
      <pc:sldChg chg="modSp add del modAnim">
        <pc:chgData name="Jeremiah Contreras" userId="7aaf88c5-f86c-46d8-a0d4-f1ec65ded07c" providerId="ADAL" clId="{E567648F-8C93-4A40-A799-0E5C9B7D94C6}" dt="2023-10-30T01:42:08.233" v="144" actId="20577"/>
        <pc:sldMkLst>
          <pc:docMk/>
          <pc:sldMk cId="2762207847" sldId="322"/>
        </pc:sldMkLst>
      </pc:sldChg>
      <pc:sldChg chg="add del">
        <pc:chgData name="Jeremiah Contreras" userId="7aaf88c5-f86c-46d8-a0d4-f1ec65ded07c" providerId="ADAL" clId="{E567648F-8C93-4A40-A799-0E5C9B7D94C6}" dt="2023-10-25T01:27:50.189" v="12"/>
        <pc:sldMkLst>
          <pc:docMk/>
          <pc:sldMk cId="310944821" sldId="324"/>
        </pc:sldMkLst>
      </pc:sldChg>
      <pc:sldChg chg="add del">
        <pc:chgData name="Jeremiah Contreras" userId="7aaf88c5-f86c-46d8-a0d4-f1ec65ded07c" providerId="ADAL" clId="{E567648F-8C93-4A40-A799-0E5C9B7D94C6}" dt="2023-10-25T01:27:50.189" v="12"/>
        <pc:sldMkLst>
          <pc:docMk/>
          <pc:sldMk cId="867825088" sldId="334"/>
        </pc:sldMkLst>
      </pc:sldChg>
      <pc:sldChg chg="add del">
        <pc:chgData name="Jeremiah Contreras" userId="7aaf88c5-f86c-46d8-a0d4-f1ec65ded07c" providerId="ADAL" clId="{E567648F-8C93-4A40-A799-0E5C9B7D94C6}" dt="2023-10-25T00:26:12.265" v="2" actId="47"/>
        <pc:sldMkLst>
          <pc:docMk/>
          <pc:sldMk cId="2476937257" sldId="374"/>
        </pc:sldMkLst>
      </pc:sldChg>
      <pc:sldChg chg="modSp add del mod">
        <pc:chgData name="Jeremiah Contreras" userId="7aaf88c5-f86c-46d8-a0d4-f1ec65ded07c" providerId="ADAL" clId="{E567648F-8C93-4A40-A799-0E5C9B7D94C6}" dt="2023-10-30T13:57:04.074" v="1216" actId="20577"/>
        <pc:sldMkLst>
          <pc:docMk/>
          <pc:sldMk cId="886742849" sldId="375"/>
        </pc:sldMkLst>
      </pc:sldChg>
      <pc:sldChg chg="del">
        <pc:chgData name="Jeremiah Contreras" userId="7aaf88c5-f86c-46d8-a0d4-f1ec65ded07c" providerId="ADAL" clId="{E567648F-8C93-4A40-A799-0E5C9B7D94C6}" dt="2023-10-25T01:34:46.092" v="115" actId="47"/>
        <pc:sldMkLst>
          <pc:docMk/>
          <pc:sldMk cId="506929921" sldId="376"/>
        </pc:sldMkLst>
      </pc:sldChg>
      <pc:sldChg chg="del">
        <pc:chgData name="Jeremiah Contreras" userId="7aaf88c5-f86c-46d8-a0d4-f1ec65ded07c" providerId="ADAL" clId="{E567648F-8C93-4A40-A799-0E5C9B7D94C6}" dt="2023-10-25T01:34:42.846" v="114" actId="47"/>
        <pc:sldMkLst>
          <pc:docMk/>
          <pc:sldMk cId="4227653374" sldId="377"/>
        </pc:sldMkLst>
      </pc:sldChg>
      <pc:sldChg chg="add del">
        <pc:chgData name="Jeremiah Contreras" userId="7aaf88c5-f86c-46d8-a0d4-f1ec65ded07c" providerId="ADAL" clId="{E567648F-8C93-4A40-A799-0E5C9B7D94C6}" dt="2023-10-25T00:26:12.265" v="2" actId="47"/>
        <pc:sldMkLst>
          <pc:docMk/>
          <pc:sldMk cId="2551130796" sldId="403"/>
        </pc:sldMkLst>
      </pc:sldChg>
      <pc:sldChg chg="add del">
        <pc:chgData name="Jeremiah Contreras" userId="7aaf88c5-f86c-46d8-a0d4-f1ec65ded07c" providerId="ADAL" clId="{E567648F-8C93-4A40-A799-0E5C9B7D94C6}" dt="2023-10-25T00:26:12.265" v="2" actId="47"/>
        <pc:sldMkLst>
          <pc:docMk/>
          <pc:sldMk cId="452819120" sldId="404"/>
        </pc:sldMkLst>
      </pc:sldChg>
      <pc:sldChg chg="add del">
        <pc:chgData name="Jeremiah Contreras" userId="7aaf88c5-f86c-46d8-a0d4-f1ec65ded07c" providerId="ADAL" clId="{E567648F-8C93-4A40-A799-0E5C9B7D94C6}" dt="2023-10-25T00:26:12.265" v="2" actId="47"/>
        <pc:sldMkLst>
          <pc:docMk/>
          <pc:sldMk cId="2437962294" sldId="405"/>
        </pc:sldMkLst>
      </pc:sldChg>
      <pc:sldChg chg="add del">
        <pc:chgData name="Jeremiah Contreras" userId="7aaf88c5-f86c-46d8-a0d4-f1ec65ded07c" providerId="ADAL" clId="{E567648F-8C93-4A40-A799-0E5C9B7D94C6}" dt="2023-10-25T00:26:12.265" v="2" actId="47"/>
        <pc:sldMkLst>
          <pc:docMk/>
          <pc:sldMk cId="514401218" sldId="406"/>
        </pc:sldMkLst>
      </pc:sldChg>
      <pc:sldChg chg="add del">
        <pc:chgData name="Jeremiah Contreras" userId="7aaf88c5-f86c-46d8-a0d4-f1ec65ded07c" providerId="ADAL" clId="{E567648F-8C93-4A40-A799-0E5C9B7D94C6}" dt="2023-10-25T00:26:12.265" v="2" actId="47"/>
        <pc:sldMkLst>
          <pc:docMk/>
          <pc:sldMk cId="617635923" sldId="407"/>
        </pc:sldMkLst>
      </pc:sldChg>
      <pc:sldChg chg="delSp modSp">
        <pc:chgData name="Jeremiah Contreras" userId="7aaf88c5-f86c-46d8-a0d4-f1ec65ded07c" providerId="ADAL" clId="{E567648F-8C93-4A40-A799-0E5C9B7D94C6}" dt="2023-10-30T02:30:02.277" v="191" actId="1076"/>
        <pc:sldMkLst>
          <pc:docMk/>
          <pc:sldMk cId="750794024" sldId="452"/>
        </pc:sldMkLst>
      </pc:sldChg>
      <pc:sldChg chg="del">
        <pc:chgData name="Jeremiah Contreras" userId="7aaf88c5-f86c-46d8-a0d4-f1ec65ded07c" providerId="ADAL" clId="{E567648F-8C93-4A40-A799-0E5C9B7D94C6}" dt="2023-10-30T02:33:17.025" v="192" actId="47"/>
        <pc:sldMkLst>
          <pc:docMk/>
          <pc:sldMk cId="2205048105" sldId="458"/>
        </pc:sldMkLst>
      </pc:sldChg>
      <pc:sldChg chg="del">
        <pc:chgData name="Jeremiah Contreras" userId="7aaf88c5-f86c-46d8-a0d4-f1ec65ded07c" providerId="ADAL" clId="{E567648F-8C93-4A40-A799-0E5C9B7D94C6}" dt="2023-10-30T02:33:17.025" v="192" actId="47"/>
        <pc:sldMkLst>
          <pc:docMk/>
          <pc:sldMk cId="3911609050" sldId="459"/>
        </pc:sldMkLst>
      </pc:sldChg>
      <pc:sldChg chg="del">
        <pc:chgData name="Jeremiah Contreras" userId="7aaf88c5-f86c-46d8-a0d4-f1ec65ded07c" providerId="ADAL" clId="{E567648F-8C93-4A40-A799-0E5C9B7D94C6}" dt="2023-10-30T02:33:17.025" v="192" actId="47"/>
        <pc:sldMkLst>
          <pc:docMk/>
          <pc:sldMk cId="876840860" sldId="460"/>
        </pc:sldMkLst>
      </pc:sldChg>
      <pc:sldChg chg="delSp add del mod delAnim">
        <pc:chgData name="Jeremiah Contreras" userId="7aaf88c5-f86c-46d8-a0d4-f1ec65ded07c" providerId="ADAL" clId="{E567648F-8C93-4A40-A799-0E5C9B7D94C6}" dt="2023-10-30T15:21:14.851" v="1230" actId="478"/>
        <pc:sldMkLst>
          <pc:docMk/>
          <pc:sldMk cId="480741635" sldId="461"/>
        </pc:sldMkLst>
      </pc:sldChg>
      <pc:sldChg chg="del">
        <pc:chgData name="Jeremiah Contreras" userId="7aaf88c5-f86c-46d8-a0d4-f1ec65ded07c" providerId="ADAL" clId="{E567648F-8C93-4A40-A799-0E5C9B7D94C6}" dt="2023-10-30T02:33:17.025" v="192" actId="47"/>
        <pc:sldMkLst>
          <pc:docMk/>
          <pc:sldMk cId="4107838046" sldId="473"/>
        </pc:sldMkLst>
      </pc:sldChg>
      <pc:sldChg chg="del">
        <pc:chgData name="Jeremiah Contreras" userId="7aaf88c5-f86c-46d8-a0d4-f1ec65ded07c" providerId="ADAL" clId="{E567648F-8C93-4A40-A799-0E5C9B7D94C6}" dt="2023-10-30T02:33:17.025" v="192" actId="47"/>
        <pc:sldMkLst>
          <pc:docMk/>
          <pc:sldMk cId="258359783" sldId="474"/>
        </pc:sldMkLst>
      </pc:sldChg>
      <pc:sldChg chg="del">
        <pc:chgData name="Jeremiah Contreras" userId="7aaf88c5-f86c-46d8-a0d4-f1ec65ded07c" providerId="ADAL" clId="{E567648F-8C93-4A40-A799-0E5C9B7D94C6}" dt="2023-10-25T13:55:29.992" v="116" actId="2696"/>
        <pc:sldMkLst>
          <pc:docMk/>
          <pc:sldMk cId="2484958692" sldId="809"/>
        </pc:sldMkLst>
      </pc:sldChg>
      <pc:sldChg chg="del">
        <pc:chgData name="Jeremiah Contreras" userId="7aaf88c5-f86c-46d8-a0d4-f1ec65ded07c" providerId="ADAL" clId="{E567648F-8C93-4A40-A799-0E5C9B7D94C6}" dt="2023-10-25T13:55:29.992" v="116" actId="2696"/>
        <pc:sldMkLst>
          <pc:docMk/>
          <pc:sldMk cId="786850437" sldId="810"/>
        </pc:sldMkLst>
      </pc:sldChg>
      <pc:sldChg chg="del">
        <pc:chgData name="Jeremiah Contreras" userId="7aaf88c5-f86c-46d8-a0d4-f1ec65ded07c" providerId="ADAL" clId="{E567648F-8C93-4A40-A799-0E5C9B7D94C6}" dt="2023-10-25T13:55:29.992" v="116" actId="2696"/>
        <pc:sldMkLst>
          <pc:docMk/>
          <pc:sldMk cId="3282213250" sldId="811"/>
        </pc:sldMkLst>
      </pc:sldChg>
      <pc:sldChg chg="del">
        <pc:chgData name="Jeremiah Contreras" userId="7aaf88c5-f86c-46d8-a0d4-f1ec65ded07c" providerId="ADAL" clId="{E567648F-8C93-4A40-A799-0E5C9B7D94C6}" dt="2023-10-25T13:55:29.992" v="116" actId="2696"/>
        <pc:sldMkLst>
          <pc:docMk/>
          <pc:sldMk cId="1683533261" sldId="812"/>
        </pc:sldMkLst>
      </pc:sldChg>
      <pc:sldChg chg="del">
        <pc:chgData name="Jeremiah Contreras" userId="7aaf88c5-f86c-46d8-a0d4-f1ec65ded07c" providerId="ADAL" clId="{E567648F-8C93-4A40-A799-0E5C9B7D94C6}" dt="2023-10-25T01:24:44.124" v="7" actId="47"/>
        <pc:sldMkLst>
          <pc:docMk/>
          <pc:sldMk cId="1349479589" sldId="813"/>
        </pc:sldMkLst>
      </pc:sldChg>
      <pc:sldChg chg="del">
        <pc:chgData name="Jeremiah Contreras" userId="7aaf88c5-f86c-46d8-a0d4-f1ec65ded07c" providerId="ADAL" clId="{E567648F-8C93-4A40-A799-0E5C9B7D94C6}" dt="2023-10-25T01:24:44.124" v="7" actId="47"/>
        <pc:sldMkLst>
          <pc:docMk/>
          <pc:sldMk cId="1654684447" sldId="814"/>
        </pc:sldMkLst>
      </pc:sldChg>
      <pc:sldChg chg="del">
        <pc:chgData name="Jeremiah Contreras" userId="7aaf88c5-f86c-46d8-a0d4-f1ec65ded07c" providerId="ADAL" clId="{E567648F-8C93-4A40-A799-0E5C9B7D94C6}" dt="2023-10-25T01:24:44.124" v="7" actId="47"/>
        <pc:sldMkLst>
          <pc:docMk/>
          <pc:sldMk cId="2335259743" sldId="815"/>
        </pc:sldMkLst>
      </pc:sldChg>
      <pc:sldChg chg="del">
        <pc:chgData name="Jeremiah Contreras" userId="7aaf88c5-f86c-46d8-a0d4-f1ec65ded07c" providerId="ADAL" clId="{E567648F-8C93-4A40-A799-0E5C9B7D94C6}" dt="2023-10-25T01:24:44.124" v="7" actId="47"/>
        <pc:sldMkLst>
          <pc:docMk/>
          <pc:sldMk cId="1150868122" sldId="816"/>
        </pc:sldMkLst>
      </pc:sldChg>
      <pc:sldChg chg="del">
        <pc:chgData name="Jeremiah Contreras" userId="7aaf88c5-f86c-46d8-a0d4-f1ec65ded07c" providerId="ADAL" clId="{E567648F-8C93-4A40-A799-0E5C9B7D94C6}" dt="2023-10-25T01:22:46.186" v="4" actId="47"/>
        <pc:sldMkLst>
          <pc:docMk/>
          <pc:sldMk cId="2205820458" sldId="818"/>
        </pc:sldMkLst>
      </pc:sldChg>
      <pc:sldChg chg="del">
        <pc:chgData name="Jeremiah Contreras" userId="7aaf88c5-f86c-46d8-a0d4-f1ec65ded07c" providerId="ADAL" clId="{E567648F-8C93-4A40-A799-0E5C9B7D94C6}" dt="2023-10-25T01:26:27.974" v="10" actId="2696"/>
        <pc:sldMkLst>
          <pc:docMk/>
          <pc:sldMk cId="3729856043" sldId="821"/>
        </pc:sldMkLst>
      </pc:sldChg>
      <pc:sldChg chg="del">
        <pc:chgData name="Jeremiah Contreras" userId="7aaf88c5-f86c-46d8-a0d4-f1ec65ded07c" providerId="ADAL" clId="{E567648F-8C93-4A40-A799-0E5C9B7D94C6}" dt="2023-10-30T13:41:07.285" v="1069" actId="47"/>
        <pc:sldMkLst>
          <pc:docMk/>
          <pc:sldMk cId="2762211040" sldId="826"/>
        </pc:sldMkLst>
      </pc:sldChg>
      <pc:sldChg chg="del">
        <pc:chgData name="Jeremiah Contreras" userId="7aaf88c5-f86c-46d8-a0d4-f1ec65ded07c" providerId="ADAL" clId="{E567648F-8C93-4A40-A799-0E5C9B7D94C6}" dt="2023-10-29T19:12:47.945" v="117" actId="47"/>
        <pc:sldMkLst>
          <pc:docMk/>
          <pc:sldMk cId="2740747920" sldId="827"/>
        </pc:sldMkLst>
      </pc:sldChg>
      <pc:sldChg chg="addSp delSp modSp add mod modAnim">
        <pc:chgData name="Jeremiah Contreras" userId="7aaf88c5-f86c-46d8-a0d4-f1ec65ded07c" providerId="ADAL" clId="{E567648F-8C93-4A40-A799-0E5C9B7D94C6}" dt="2023-10-30T13:37:23.669" v="1066" actId="6549"/>
        <pc:sldMkLst>
          <pc:docMk/>
          <pc:sldMk cId="2809657034" sldId="827"/>
        </pc:sldMkLst>
      </pc:sldChg>
      <pc:sldChg chg="del">
        <pc:chgData name="Jeremiah Contreras" userId="7aaf88c5-f86c-46d8-a0d4-f1ec65ded07c" providerId="ADAL" clId="{E567648F-8C93-4A40-A799-0E5C9B7D94C6}" dt="2023-10-25T13:55:29.992" v="116" actId="2696"/>
        <pc:sldMkLst>
          <pc:docMk/>
          <pc:sldMk cId="3607234908" sldId="827"/>
        </pc:sldMkLst>
      </pc:sldChg>
      <pc:sldChg chg="add del">
        <pc:chgData name="Jeremiah Contreras" userId="7aaf88c5-f86c-46d8-a0d4-f1ec65ded07c" providerId="ADAL" clId="{E567648F-8C93-4A40-A799-0E5C9B7D94C6}" dt="2023-10-25T01:25:40.762" v="9" actId="47"/>
        <pc:sldMkLst>
          <pc:docMk/>
          <pc:sldMk cId="2814242212" sldId="828"/>
        </pc:sldMkLst>
      </pc:sldChg>
      <pc:sldChg chg="modSp add mod">
        <pc:chgData name="Jeremiah Contreras" userId="7aaf88c5-f86c-46d8-a0d4-f1ec65ded07c" providerId="ADAL" clId="{E567648F-8C93-4A40-A799-0E5C9B7D94C6}" dt="2023-10-30T13:41:53.038" v="1129" actId="1076"/>
        <pc:sldMkLst>
          <pc:docMk/>
          <pc:sldMk cId="3292885234" sldId="828"/>
        </pc:sldMkLst>
      </pc:sldChg>
      <pc:sldChg chg="modSp add mod">
        <pc:chgData name="Jeremiah Contreras" userId="7aaf88c5-f86c-46d8-a0d4-f1ec65ded07c" providerId="ADAL" clId="{E567648F-8C93-4A40-A799-0E5C9B7D94C6}" dt="2023-10-30T13:42:08.246" v="1168" actId="20577"/>
        <pc:sldMkLst>
          <pc:docMk/>
          <pc:sldMk cId="2963360828" sldId="829"/>
        </pc:sldMkLst>
      </pc:sldChg>
      <pc:sldChg chg="add del">
        <pc:chgData name="Jeremiah Contreras" userId="7aaf88c5-f86c-46d8-a0d4-f1ec65ded07c" providerId="ADAL" clId="{E567648F-8C93-4A40-A799-0E5C9B7D94C6}" dt="2023-10-25T01:25:40.762" v="9" actId="47"/>
        <pc:sldMkLst>
          <pc:docMk/>
          <pc:sldMk cId="3830350997" sldId="829"/>
        </pc:sldMkLst>
      </pc:sldChg>
      <pc:sldChg chg="del">
        <pc:chgData name="Jeremiah Contreras" userId="7aaf88c5-f86c-46d8-a0d4-f1ec65ded07c" providerId="ADAL" clId="{E567648F-8C93-4A40-A799-0E5C9B7D94C6}" dt="2023-10-25T01:22:38.465" v="3" actId="47"/>
        <pc:sldMkLst>
          <pc:docMk/>
          <pc:sldMk cId="2703228951" sldId="832"/>
        </pc:sldMkLst>
      </pc:sldChg>
      <pc:sldChg chg="add del">
        <pc:chgData name="Jeremiah Contreras" userId="7aaf88c5-f86c-46d8-a0d4-f1ec65ded07c" providerId="ADAL" clId="{E567648F-8C93-4A40-A799-0E5C9B7D94C6}" dt="2023-10-25T00:26:12.265" v="2" actId="47"/>
        <pc:sldMkLst>
          <pc:docMk/>
          <pc:sldMk cId="2970655750" sldId="833"/>
        </pc:sldMkLst>
      </pc:sldChg>
      <pc:sldMasterChg chg="add del addSldLayout delSldLayout">
        <pc:chgData name="Jeremiah Contreras" userId="7aaf88c5-f86c-46d8-a0d4-f1ec65ded07c" providerId="ADAL" clId="{E567648F-8C93-4A40-A799-0E5C9B7D94C6}" dt="2023-10-25T00:26:12.265" v="2" actId="47"/>
        <pc:sldMasterMkLst>
          <pc:docMk/>
          <pc:sldMasterMk cId="1043431479" sldId="2147483685"/>
        </pc:sldMasterMkLst>
        <pc:sldLayoutChg chg="add del">
          <pc:chgData name="Jeremiah Contreras" userId="7aaf88c5-f86c-46d8-a0d4-f1ec65ded07c" providerId="ADAL" clId="{E567648F-8C93-4A40-A799-0E5C9B7D94C6}" dt="2023-10-25T00:26:12.265" v="2" actId="47"/>
          <pc:sldLayoutMkLst>
            <pc:docMk/>
            <pc:sldMasterMk cId="1043431479" sldId="2147483685"/>
            <pc:sldLayoutMk cId="2422111884" sldId="2147483686"/>
          </pc:sldLayoutMkLst>
        </pc:sldLayoutChg>
        <pc:sldLayoutChg chg="add del">
          <pc:chgData name="Jeremiah Contreras" userId="7aaf88c5-f86c-46d8-a0d4-f1ec65ded07c" providerId="ADAL" clId="{E567648F-8C93-4A40-A799-0E5C9B7D94C6}" dt="2023-10-25T00:26:12.265" v="2" actId="47"/>
          <pc:sldLayoutMkLst>
            <pc:docMk/>
            <pc:sldMasterMk cId="1043431479" sldId="2147483685"/>
            <pc:sldLayoutMk cId="3873802029" sldId="2147483687"/>
          </pc:sldLayoutMkLst>
        </pc:sldLayoutChg>
        <pc:sldLayoutChg chg="add del">
          <pc:chgData name="Jeremiah Contreras" userId="7aaf88c5-f86c-46d8-a0d4-f1ec65ded07c" providerId="ADAL" clId="{E567648F-8C93-4A40-A799-0E5C9B7D94C6}" dt="2023-10-25T00:26:12.265" v="2" actId="47"/>
          <pc:sldLayoutMkLst>
            <pc:docMk/>
            <pc:sldMasterMk cId="1043431479" sldId="2147483685"/>
            <pc:sldLayoutMk cId="3293359173" sldId="2147483688"/>
          </pc:sldLayoutMkLst>
        </pc:sldLayoutChg>
        <pc:sldLayoutChg chg="add del">
          <pc:chgData name="Jeremiah Contreras" userId="7aaf88c5-f86c-46d8-a0d4-f1ec65ded07c" providerId="ADAL" clId="{E567648F-8C93-4A40-A799-0E5C9B7D94C6}" dt="2023-10-25T00:26:12.265" v="2" actId="47"/>
          <pc:sldLayoutMkLst>
            <pc:docMk/>
            <pc:sldMasterMk cId="1043431479" sldId="2147483685"/>
            <pc:sldLayoutMk cId="357820073" sldId="2147483689"/>
          </pc:sldLayoutMkLst>
        </pc:sldLayoutChg>
        <pc:sldLayoutChg chg="add del">
          <pc:chgData name="Jeremiah Contreras" userId="7aaf88c5-f86c-46d8-a0d4-f1ec65ded07c" providerId="ADAL" clId="{E567648F-8C93-4A40-A799-0E5C9B7D94C6}" dt="2023-10-25T00:26:12.265" v="2" actId="47"/>
          <pc:sldLayoutMkLst>
            <pc:docMk/>
            <pc:sldMasterMk cId="1043431479" sldId="2147483685"/>
            <pc:sldLayoutMk cId="294383827" sldId="2147483690"/>
          </pc:sldLayoutMkLst>
        </pc:sldLayoutChg>
        <pc:sldLayoutChg chg="add del">
          <pc:chgData name="Jeremiah Contreras" userId="7aaf88c5-f86c-46d8-a0d4-f1ec65ded07c" providerId="ADAL" clId="{E567648F-8C93-4A40-A799-0E5C9B7D94C6}" dt="2023-10-25T00:26:12.265" v="2" actId="47"/>
          <pc:sldLayoutMkLst>
            <pc:docMk/>
            <pc:sldMasterMk cId="1043431479" sldId="2147483685"/>
            <pc:sldLayoutMk cId="1448551779" sldId="2147483691"/>
          </pc:sldLayoutMkLst>
        </pc:sldLayoutChg>
        <pc:sldLayoutChg chg="add del">
          <pc:chgData name="Jeremiah Contreras" userId="7aaf88c5-f86c-46d8-a0d4-f1ec65ded07c" providerId="ADAL" clId="{E567648F-8C93-4A40-A799-0E5C9B7D94C6}" dt="2023-10-25T00:26:12.265" v="2" actId="47"/>
          <pc:sldLayoutMkLst>
            <pc:docMk/>
            <pc:sldMasterMk cId="1043431479" sldId="2147483685"/>
            <pc:sldLayoutMk cId="3405781478" sldId="2147483692"/>
          </pc:sldLayoutMkLst>
        </pc:sldLayoutChg>
        <pc:sldLayoutChg chg="add del">
          <pc:chgData name="Jeremiah Contreras" userId="7aaf88c5-f86c-46d8-a0d4-f1ec65ded07c" providerId="ADAL" clId="{E567648F-8C93-4A40-A799-0E5C9B7D94C6}" dt="2023-10-25T00:26:12.265" v="2" actId="47"/>
          <pc:sldLayoutMkLst>
            <pc:docMk/>
            <pc:sldMasterMk cId="1043431479" sldId="2147483685"/>
            <pc:sldLayoutMk cId="2121540920" sldId="2147483693"/>
          </pc:sldLayoutMkLst>
        </pc:sldLayoutChg>
        <pc:sldLayoutChg chg="add del">
          <pc:chgData name="Jeremiah Contreras" userId="7aaf88c5-f86c-46d8-a0d4-f1ec65ded07c" providerId="ADAL" clId="{E567648F-8C93-4A40-A799-0E5C9B7D94C6}" dt="2023-10-25T00:26:12.265" v="2" actId="47"/>
          <pc:sldLayoutMkLst>
            <pc:docMk/>
            <pc:sldMasterMk cId="1043431479" sldId="2147483685"/>
            <pc:sldLayoutMk cId="2379912075" sldId="2147483694"/>
          </pc:sldLayoutMkLst>
        </pc:sldLayoutChg>
        <pc:sldLayoutChg chg="add del">
          <pc:chgData name="Jeremiah Contreras" userId="7aaf88c5-f86c-46d8-a0d4-f1ec65ded07c" providerId="ADAL" clId="{E567648F-8C93-4A40-A799-0E5C9B7D94C6}" dt="2023-10-25T00:26:12.265" v="2" actId="47"/>
          <pc:sldLayoutMkLst>
            <pc:docMk/>
            <pc:sldMasterMk cId="1043431479" sldId="2147483685"/>
            <pc:sldLayoutMk cId="3660776733" sldId="2147483695"/>
          </pc:sldLayoutMkLst>
        </pc:sldLayoutChg>
        <pc:sldLayoutChg chg="add del">
          <pc:chgData name="Jeremiah Contreras" userId="7aaf88c5-f86c-46d8-a0d4-f1ec65ded07c" providerId="ADAL" clId="{E567648F-8C93-4A40-A799-0E5C9B7D94C6}" dt="2023-10-25T00:26:12.265" v="2" actId="47"/>
          <pc:sldLayoutMkLst>
            <pc:docMk/>
            <pc:sldMasterMk cId="1043431479" sldId="2147483685"/>
            <pc:sldLayoutMk cId="10871443" sldId="2147483696"/>
          </pc:sldLayoutMkLst>
        </pc:sldLayoutChg>
      </pc:sldMasterChg>
    </pc:docChg>
  </pc:docChgLst>
  <pc:docChgLst>
    <pc:chgData name="Jeremiah Contreras" userId="9ea49ee18badb19e" providerId="LiveId" clId="{9C373B12-7FAD-4C82-A314-8C2298FE316C}"/>
    <pc:docChg chg="custSel delSld modSld delMainMaster modShowInfo">
      <pc:chgData name="Jeremiah Contreras" userId="9ea49ee18badb19e" providerId="LiveId" clId="{9C373B12-7FAD-4C82-A314-8C2298FE316C}" dt="2022-10-23T11:22:18.928" v="265" actId="20577"/>
      <pc:docMkLst>
        <pc:docMk/>
      </pc:docMkLst>
      <pc:sldChg chg="del">
        <pc:chgData name="Jeremiah Contreras" userId="9ea49ee18badb19e" providerId="LiveId" clId="{9C373B12-7FAD-4C82-A314-8C2298FE316C}" dt="2022-10-18T20:09:52.753" v="0" actId="47"/>
        <pc:sldMkLst>
          <pc:docMk/>
          <pc:sldMk cId="3480840610" sldId="256"/>
        </pc:sldMkLst>
      </pc:sldChg>
      <pc:sldChg chg="modSp mod">
        <pc:chgData name="Jeremiah Contreras" userId="9ea49ee18badb19e" providerId="LiveId" clId="{9C373B12-7FAD-4C82-A314-8C2298FE316C}" dt="2022-10-18T20:34:39.139" v="34" actId="20577"/>
        <pc:sldMkLst>
          <pc:docMk/>
          <pc:sldMk cId="3055534536" sldId="261"/>
        </pc:sldMkLst>
      </pc:sldChg>
      <pc:sldChg chg="del">
        <pc:chgData name="Jeremiah Contreras" userId="9ea49ee18badb19e" providerId="LiveId" clId="{9C373B12-7FAD-4C82-A314-8C2298FE316C}" dt="2022-10-18T20:09:52.753" v="0" actId="47"/>
        <pc:sldMkLst>
          <pc:docMk/>
          <pc:sldMk cId="2518481163" sldId="265"/>
        </pc:sldMkLst>
      </pc:sldChg>
      <pc:sldChg chg="del">
        <pc:chgData name="Jeremiah Contreras" userId="9ea49ee18badb19e" providerId="LiveId" clId="{9C373B12-7FAD-4C82-A314-8C2298FE316C}" dt="2022-10-18T21:36:38.168" v="250" actId="47"/>
        <pc:sldMkLst>
          <pc:docMk/>
          <pc:sldMk cId="2993556506" sldId="276"/>
        </pc:sldMkLst>
      </pc:sldChg>
      <pc:sldChg chg="modSp del">
        <pc:chgData name="Jeremiah Contreras" userId="9ea49ee18badb19e" providerId="LiveId" clId="{9C373B12-7FAD-4C82-A314-8C2298FE316C}" dt="2022-10-18T21:36:38.168" v="250" actId="47"/>
        <pc:sldMkLst>
          <pc:docMk/>
          <pc:sldMk cId="3374632005" sldId="277"/>
        </pc:sldMkLst>
      </pc:sldChg>
      <pc:sldChg chg="del">
        <pc:chgData name="Jeremiah Contreras" userId="9ea49ee18badb19e" providerId="LiveId" clId="{9C373B12-7FAD-4C82-A314-8C2298FE316C}" dt="2022-10-18T20:09:52.753" v="0" actId="47"/>
        <pc:sldMkLst>
          <pc:docMk/>
          <pc:sldMk cId="2641405354" sldId="298"/>
        </pc:sldMkLst>
      </pc:sldChg>
      <pc:sldChg chg="del">
        <pc:chgData name="Jeremiah Contreras" userId="9ea49ee18badb19e" providerId="LiveId" clId="{9C373B12-7FAD-4C82-A314-8C2298FE316C}" dt="2022-10-18T20:09:52.753" v="0" actId="47"/>
        <pc:sldMkLst>
          <pc:docMk/>
          <pc:sldMk cId="990363558" sldId="299"/>
        </pc:sldMkLst>
      </pc:sldChg>
      <pc:sldChg chg="del">
        <pc:chgData name="Jeremiah Contreras" userId="9ea49ee18badb19e" providerId="LiveId" clId="{9C373B12-7FAD-4C82-A314-8C2298FE316C}" dt="2022-10-18T20:09:52.753" v="0" actId="47"/>
        <pc:sldMkLst>
          <pc:docMk/>
          <pc:sldMk cId="2709844677" sldId="300"/>
        </pc:sldMkLst>
      </pc:sldChg>
      <pc:sldChg chg="del">
        <pc:chgData name="Jeremiah Contreras" userId="9ea49ee18badb19e" providerId="LiveId" clId="{9C373B12-7FAD-4C82-A314-8C2298FE316C}" dt="2022-10-18T20:09:52.753" v="0" actId="47"/>
        <pc:sldMkLst>
          <pc:docMk/>
          <pc:sldMk cId="218341827" sldId="301"/>
        </pc:sldMkLst>
      </pc:sldChg>
      <pc:sldChg chg="del">
        <pc:chgData name="Jeremiah Contreras" userId="9ea49ee18badb19e" providerId="LiveId" clId="{9C373B12-7FAD-4C82-A314-8C2298FE316C}" dt="2022-10-18T20:09:52.753" v="0" actId="47"/>
        <pc:sldMkLst>
          <pc:docMk/>
          <pc:sldMk cId="42204163" sldId="302"/>
        </pc:sldMkLst>
      </pc:sldChg>
      <pc:sldChg chg="del">
        <pc:chgData name="Jeremiah Contreras" userId="9ea49ee18badb19e" providerId="LiveId" clId="{9C373B12-7FAD-4C82-A314-8C2298FE316C}" dt="2022-10-18T20:09:52.753" v="0" actId="47"/>
        <pc:sldMkLst>
          <pc:docMk/>
          <pc:sldMk cId="455762636" sldId="303"/>
        </pc:sldMkLst>
      </pc:sldChg>
      <pc:sldChg chg="del">
        <pc:chgData name="Jeremiah Contreras" userId="9ea49ee18badb19e" providerId="LiveId" clId="{9C373B12-7FAD-4C82-A314-8C2298FE316C}" dt="2022-10-18T20:09:52.753" v="0" actId="47"/>
        <pc:sldMkLst>
          <pc:docMk/>
          <pc:sldMk cId="1624357587" sldId="304"/>
        </pc:sldMkLst>
      </pc:sldChg>
      <pc:sldChg chg="del">
        <pc:chgData name="Jeremiah Contreras" userId="9ea49ee18badb19e" providerId="LiveId" clId="{9C373B12-7FAD-4C82-A314-8C2298FE316C}" dt="2022-10-18T21:36:38.168" v="250" actId="47"/>
        <pc:sldMkLst>
          <pc:docMk/>
          <pc:sldMk cId="3411024175" sldId="320"/>
        </pc:sldMkLst>
      </pc:sldChg>
      <pc:sldChg chg="del">
        <pc:chgData name="Jeremiah Contreras" userId="9ea49ee18badb19e" providerId="LiveId" clId="{9C373B12-7FAD-4C82-A314-8C2298FE316C}" dt="2022-10-18T21:36:38.168" v="250" actId="47"/>
        <pc:sldMkLst>
          <pc:docMk/>
          <pc:sldMk cId="1688101096" sldId="321"/>
        </pc:sldMkLst>
      </pc:sldChg>
      <pc:sldChg chg="del">
        <pc:chgData name="Jeremiah Contreras" userId="9ea49ee18badb19e" providerId="LiveId" clId="{9C373B12-7FAD-4C82-A314-8C2298FE316C}" dt="2022-10-18T21:36:38.168" v="250" actId="47"/>
        <pc:sldMkLst>
          <pc:docMk/>
          <pc:sldMk cId="2762207847" sldId="322"/>
        </pc:sldMkLst>
      </pc:sldChg>
      <pc:sldChg chg="del">
        <pc:chgData name="Jeremiah Contreras" userId="9ea49ee18badb19e" providerId="LiveId" clId="{9C373B12-7FAD-4C82-A314-8C2298FE316C}" dt="2022-10-18T21:36:38.168" v="250" actId="47"/>
        <pc:sldMkLst>
          <pc:docMk/>
          <pc:sldMk cId="310944821" sldId="324"/>
        </pc:sldMkLst>
      </pc:sldChg>
      <pc:sldChg chg="del">
        <pc:chgData name="Jeremiah Contreras" userId="9ea49ee18badb19e" providerId="LiveId" clId="{9C373B12-7FAD-4C82-A314-8C2298FE316C}" dt="2022-10-18T21:36:38.168" v="250" actId="47"/>
        <pc:sldMkLst>
          <pc:docMk/>
          <pc:sldMk cId="867825088" sldId="334"/>
        </pc:sldMkLst>
      </pc:sldChg>
      <pc:sldChg chg="modSp mod">
        <pc:chgData name="Jeremiah Contreras" userId="9ea49ee18badb19e" providerId="LiveId" clId="{9C373B12-7FAD-4C82-A314-8C2298FE316C}" dt="2022-10-18T21:35:33.312" v="249" actId="6549"/>
        <pc:sldMkLst>
          <pc:docMk/>
          <pc:sldMk cId="886742849" sldId="375"/>
        </pc:sldMkLst>
      </pc:sldChg>
      <pc:sldChg chg="modSp mod">
        <pc:chgData name="Jeremiah Contreras" userId="9ea49ee18badb19e" providerId="LiveId" clId="{9C373B12-7FAD-4C82-A314-8C2298FE316C}" dt="2022-10-18T21:37:05.437" v="251" actId="6549"/>
        <pc:sldMkLst>
          <pc:docMk/>
          <pc:sldMk cId="506929921" sldId="376"/>
        </pc:sldMkLst>
      </pc:sldChg>
      <pc:sldChg chg="modSp mod">
        <pc:chgData name="Jeremiah Contreras" userId="9ea49ee18badb19e" providerId="LiveId" clId="{9C373B12-7FAD-4C82-A314-8C2298FE316C}" dt="2022-10-18T21:37:19.062" v="253" actId="20577"/>
        <pc:sldMkLst>
          <pc:docMk/>
          <pc:sldMk cId="4227653374" sldId="377"/>
        </pc:sldMkLst>
      </pc:sldChg>
      <pc:sldChg chg="modSp mod">
        <pc:chgData name="Jeremiah Contreras" userId="9ea49ee18badb19e" providerId="LiveId" clId="{9C373B12-7FAD-4C82-A314-8C2298FE316C}" dt="2022-10-18T21:24:59.385" v="195" actId="113"/>
        <pc:sldMkLst>
          <pc:docMk/>
          <pc:sldMk cId="452819120" sldId="404"/>
        </pc:sldMkLst>
      </pc:sldChg>
      <pc:sldChg chg="modSp mod">
        <pc:chgData name="Jeremiah Contreras" userId="9ea49ee18badb19e" providerId="LiveId" clId="{9C373B12-7FAD-4C82-A314-8C2298FE316C}" dt="2022-10-18T21:25:56.517" v="201" actId="113"/>
        <pc:sldMkLst>
          <pc:docMk/>
          <pc:sldMk cId="2437962294" sldId="405"/>
        </pc:sldMkLst>
      </pc:sldChg>
      <pc:sldChg chg="addSp modSp mod modAnim">
        <pc:chgData name="Jeremiah Contreras" userId="9ea49ee18badb19e" providerId="LiveId" clId="{9C373B12-7FAD-4C82-A314-8C2298FE316C}" dt="2022-10-18T21:34:14.965" v="246"/>
        <pc:sldMkLst>
          <pc:docMk/>
          <pc:sldMk cId="514401218" sldId="406"/>
        </pc:sldMkLst>
      </pc:sldChg>
      <pc:sldChg chg="del">
        <pc:chgData name="Jeremiah Contreras" userId="9ea49ee18badb19e" providerId="LiveId" clId="{9C373B12-7FAD-4C82-A314-8C2298FE316C}" dt="2022-10-18T20:09:52.753" v="0" actId="47"/>
        <pc:sldMkLst>
          <pc:docMk/>
          <pc:sldMk cId="3140948741" sldId="797"/>
        </pc:sldMkLst>
      </pc:sldChg>
      <pc:sldChg chg="modSp mod">
        <pc:chgData name="Jeremiah Contreras" userId="9ea49ee18badb19e" providerId="LiveId" clId="{9C373B12-7FAD-4C82-A314-8C2298FE316C}" dt="2022-10-23T11:22:18.928" v="265" actId="20577"/>
        <pc:sldMkLst>
          <pc:docMk/>
          <pc:sldMk cId="3082747775" sldId="805"/>
        </pc:sldMkLst>
      </pc:sldChg>
      <pc:sldChg chg="modSp">
        <pc:chgData name="Jeremiah Contreras" userId="9ea49ee18badb19e" providerId="LiveId" clId="{9C373B12-7FAD-4C82-A314-8C2298FE316C}" dt="2022-10-18T20:30:37" v="23" actId="115"/>
        <pc:sldMkLst>
          <pc:docMk/>
          <pc:sldMk cId="1654684447" sldId="814"/>
        </pc:sldMkLst>
      </pc:sldChg>
      <pc:sldChg chg="del">
        <pc:chgData name="Jeremiah Contreras" userId="9ea49ee18badb19e" providerId="LiveId" clId="{9C373B12-7FAD-4C82-A314-8C2298FE316C}" dt="2022-10-18T20:09:52.753" v="0" actId="47"/>
        <pc:sldMkLst>
          <pc:docMk/>
          <pc:sldMk cId="2042285438" sldId="823"/>
        </pc:sldMkLst>
      </pc:sldChg>
      <pc:sldChg chg="del">
        <pc:chgData name="Jeremiah Contreras" userId="9ea49ee18badb19e" providerId="LiveId" clId="{9C373B12-7FAD-4C82-A314-8C2298FE316C}" dt="2022-10-18T20:09:52.753" v="0" actId="47"/>
        <pc:sldMkLst>
          <pc:docMk/>
          <pc:sldMk cId="1486363346" sldId="825"/>
        </pc:sldMkLst>
      </pc:sldChg>
      <pc:sldChg chg="del">
        <pc:chgData name="Jeremiah Contreras" userId="9ea49ee18badb19e" providerId="LiveId" clId="{9C373B12-7FAD-4C82-A314-8C2298FE316C}" dt="2022-10-18T20:09:52.753" v="0" actId="47"/>
        <pc:sldMkLst>
          <pc:docMk/>
          <pc:sldMk cId="1992737327" sldId="828"/>
        </pc:sldMkLst>
      </pc:sldChg>
      <pc:sldChg chg="del">
        <pc:chgData name="Jeremiah Contreras" userId="9ea49ee18badb19e" providerId="LiveId" clId="{9C373B12-7FAD-4C82-A314-8C2298FE316C}" dt="2022-10-18T20:09:52.753" v="0" actId="47"/>
        <pc:sldMkLst>
          <pc:docMk/>
          <pc:sldMk cId="2401886528" sldId="829"/>
        </pc:sldMkLst>
      </pc:sldChg>
      <pc:sldChg chg="del">
        <pc:chgData name="Jeremiah Contreras" userId="9ea49ee18badb19e" providerId="LiveId" clId="{9C373B12-7FAD-4C82-A314-8C2298FE316C}" dt="2022-10-18T20:09:52.753" v="0" actId="47"/>
        <pc:sldMkLst>
          <pc:docMk/>
          <pc:sldMk cId="3245813550" sldId="830"/>
        </pc:sldMkLst>
      </pc:sldChg>
      <pc:sldChg chg="addSp modSp mod modAnim">
        <pc:chgData name="Jeremiah Contreras" userId="9ea49ee18badb19e" providerId="LiveId" clId="{9C373B12-7FAD-4C82-A314-8C2298FE316C}" dt="2022-10-18T20:37:44.522" v="63"/>
        <pc:sldMkLst>
          <pc:docMk/>
          <pc:sldMk cId="2703228951" sldId="832"/>
        </pc:sldMkLst>
      </pc:sldChg>
      <pc:sldChg chg="modSp mod">
        <pc:chgData name="Jeremiah Contreras" userId="9ea49ee18badb19e" providerId="LiveId" clId="{9C373B12-7FAD-4C82-A314-8C2298FE316C}" dt="2022-10-18T21:24:12.893" v="194" actId="20577"/>
        <pc:sldMkLst>
          <pc:docMk/>
          <pc:sldMk cId="2970655750" sldId="833"/>
        </pc:sldMkLst>
      </pc:sldChg>
      <pc:sldMasterChg chg="del delSldLayout">
        <pc:chgData name="Jeremiah Contreras" userId="9ea49ee18badb19e" providerId="LiveId" clId="{9C373B12-7FAD-4C82-A314-8C2298FE316C}" dt="2022-10-18T20:09:52.753" v="0" actId="47"/>
        <pc:sldMasterMkLst>
          <pc:docMk/>
          <pc:sldMasterMk cId="1446490561" sldId="2147483648"/>
        </pc:sldMasterMkLst>
        <pc:sldLayoutChg chg="del">
          <pc:chgData name="Jeremiah Contreras" userId="9ea49ee18badb19e" providerId="LiveId" clId="{9C373B12-7FAD-4C82-A314-8C2298FE316C}" dt="2022-10-18T20:09:52.753" v="0" actId="47"/>
          <pc:sldLayoutMkLst>
            <pc:docMk/>
            <pc:sldMasterMk cId="1446490561" sldId="2147483648"/>
            <pc:sldLayoutMk cId="3478195625" sldId="2147483649"/>
          </pc:sldLayoutMkLst>
        </pc:sldLayoutChg>
        <pc:sldLayoutChg chg="del">
          <pc:chgData name="Jeremiah Contreras" userId="9ea49ee18badb19e" providerId="LiveId" clId="{9C373B12-7FAD-4C82-A314-8C2298FE316C}" dt="2022-10-18T20:09:52.753" v="0" actId="47"/>
          <pc:sldLayoutMkLst>
            <pc:docMk/>
            <pc:sldMasterMk cId="1446490561" sldId="2147483648"/>
            <pc:sldLayoutMk cId="2417999053" sldId="2147483650"/>
          </pc:sldLayoutMkLst>
        </pc:sldLayoutChg>
        <pc:sldLayoutChg chg="del">
          <pc:chgData name="Jeremiah Contreras" userId="9ea49ee18badb19e" providerId="LiveId" clId="{9C373B12-7FAD-4C82-A314-8C2298FE316C}" dt="2022-10-18T20:09:52.753" v="0" actId="47"/>
          <pc:sldLayoutMkLst>
            <pc:docMk/>
            <pc:sldMasterMk cId="1446490561" sldId="2147483648"/>
            <pc:sldLayoutMk cId="2665268197" sldId="2147483651"/>
          </pc:sldLayoutMkLst>
        </pc:sldLayoutChg>
        <pc:sldLayoutChg chg="del">
          <pc:chgData name="Jeremiah Contreras" userId="9ea49ee18badb19e" providerId="LiveId" clId="{9C373B12-7FAD-4C82-A314-8C2298FE316C}" dt="2022-10-18T20:09:52.753" v="0" actId="47"/>
          <pc:sldLayoutMkLst>
            <pc:docMk/>
            <pc:sldMasterMk cId="1446490561" sldId="2147483648"/>
            <pc:sldLayoutMk cId="1347298880" sldId="2147483652"/>
          </pc:sldLayoutMkLst>
        </pc:sldLayoutChg>
        <pc:sldLayoutChg chg="del">
          <pc:chgData name="Jeremiah Contreras" userId="9ea49ee18badb19e" providerId="LiveId" clId="{9C373B12-7FAD-4C82-A314-8C2298FE316C}" dt="2022-10-18T20:09:52.753" v="0" actId="47"/>
          <pc:sldLayoutMkLst>
            <pc:docMk/>
            <pc:sldMasterMk cId="1446490561" sldId="2147483648"/>
            <pc:sldLayoutMk cId="2142218697" sldId="2147483653"/>
          </pc:sldLayoutMkLst>
        </pc:sldLayoutChg>
        <pc:sldLayoutChg chg="del">
          <pc:chgData name="Jeremiah Contreras" userId="9ea49ee18badb19e" providerId="LiveId" clId="{9C373B12-7FAD-4C82-A314-8C2298FE316C}" dt="2022-10-18T20:09:52.753" v="0" actId="47"/>
          <pc:sldLayoutMkLst>
            <pc:docMk/>
            <pc:sldMasterMk cId="1446490561" sldId="2147483648"/>
            <pc:sldLayoutMk cId="1441025303" sldId="2147483654"/>
          </pc:sldLayoutMkLst>
        </pc:sldLayoutChg>
        <pc:sldLayoutChg chg="del">
          <pc:chgData name="Jeremiah Contreras" userId="9ea49ee18badb19e" providerId="LiveId" clId="{9C373B12-7FAD-4C82-A314-8C2298FE316C}" dt="2022-10-18T20:09:52.753" v="0" actId="47"/>
          <pc:sldLayoutMkLst>
            <pc:docMk/>
            <pc:sldMasterMk cId="1446490561" sldId="2147483648"/>
            <pc:sldLayoutMk cId="887357493" sldId="2147483655"/>
          </pc:sldLayoutMkLst>
        </pc:sldLayoutChg>
        <pc:sldLayoutChg chg="del">
          <pc:chgData name="Jeremiah Contreras" userId="9ea49ee18badb19e" providerId="LiveId" clId="{9C373B12-7FAD-4C82-A314-8C2298FE316C}" dt="2022-10-18T20:09:52.753" v="0" actId="47"/>
          <pc:sldLayoutMkLst>
            <pc:docMk/>
            <pc:sldMasterMk cId="1446490561" sldId="2147483648"/>
            <pc:sldLayoutMk cId="4150666742" sldId="2147483656"/>
          </pc:sldLayoutMkLst>
        </pc:sldLayoutChg>
        <pc:sldLayoutChg chg="del">
          <pc:chgData name="Jeremiah Contreras" userId="9ea49ee18badb19e" providerId="LiveId" clId="{9C373B12-7FAD-4C82-A314-8C2298FE316C}" dt="2022-10-18T20:09:52.753" v="0" actId="47"/>
          <pc:sldLayoutMkLst>
            <pc:docMk/>
            <pc:sldMasterMk cId="1446490561" sldId="2147483648"/>
            <pc:sldLayoutMk cId="1143011248" sldId="2147483657"/>
          </pc:sldLayoutMkLst>
        </pc:sldLayoutChg>
        <pc:sldLayoutChg chg="del">
          <pc:chgData name="Jeremiah Contreras" userId="9ea49ee18badb19e" providerId="LiveId" clId="{9C373B12-7FAD-4C82-A314-8C2298FE316C}" dt="2022-10-18T20:09:52.753" v="0" actId="47"/>
          <pc:sldLayoutMkLst>
            <pc:docMk/>
            <pc:sldMasterMk cId="1446490561" sldId="2147483648"/>
            <pc:sldLayoutMk cId="2995007032" sldId="2147483658"/>
          </pc:sldLayoutMkLst>
        </pc:sldLayoutChg>
        <pc:sldLayoutChg chg="del">
          <pc:chgData name="Jeremiah Contreras" userId="9ea49ee18badb19e" providerId="LiveId" clId="{9C373B12-7FAD-4C82-A314-8C2298FE316C}" dt="2022-10-18T20:09:52.753" v="0" actId="47"/>
          <pc:sldLayoutMkLst>
            <pc:docMk/>
            <pc:sldMasterMk cId="1446490561" sldId="2147483648"/>
            <pc:sldLayoutMk cId="3054575171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F5B8D7-9042-4011-901D-F673E4CB5C5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CBA369-E86F-4476-B8BE-23494C326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38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60D30-F962-F434-F5F6-45BC80D91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517D5B79-5119-9053-58F1-30E826F19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412750" y="701675"/>
            <a:ext cx="6202363" cy="34893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B5B776B8-EF23-6E72-4317-A4B098419F1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01676" y="4422775"/>
            <a:ext cx="5619750" cy="41846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lIns="93247" tIns="46625" rIns="93247" bIns="46625"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 marL="220525" indent="-220525">
              <a:defRPr/>
            </a:pPr>
            <a:endParaRPr lang="en-US" u="sng"/>
          </a:p>
        </p:txBody>
      </p:sp>
    </p:spTree>
    <p:extLst>
      <p:ext uri="{BB962C8B-B14F-4D97-AF65-F5344CB8AC3E}">
        <p14:creationId xmlns:p14="http://schemas.microsoft.com/office/powerpoint/2010/main" val="887677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38150" y="712788"/>
            <a:ext cx="6315075" cy="3552825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57549" y="4502631"/>
            <a:ext cx="5277079" cy="426020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53" tIns="47927" rIns="95853" bIns="47927"/>
          <a:lstStyle/>
          <a:p>
            <a:r>
              <a:rPr lang="en-US" altLang="en-US"/>
              <a:t>Remember: inputs to depreciation are all estimates (useful life, salvage value, market value, improvements).</a:t>
            </a:r>
          </a:p>
          <a:p>
            <a:endParaRPr lang="en-US" altLang="en-US"/>
          </a:p>
          <a:p>
            <a:r>
              <a:rPr lang="en-US" altLang="en-US"/>
              <a:t>New information can arise along the way </a:t>
            </a:r>
          </a:p>
          <a:p>
            <a:r>
              <a:rPr lang="en-US" altLang="en-US"/>
              <a:t> -use machine differently than expected</a:t>
            </a:r>
          </a:p>
          <a:p>
            <a:r>
              <a:rPr lang="en-US" altLang="en-US"/>
              <a:t>-machine wears better/worse than anticipated</a:t>
            </a:r>
          </a:p>
          <a:p>
            <a:r>
              <a:rPr lang="en-US" altLang="en-US"/>
              <a:t>-add new functionality or extend life with expenditures</a:t>
            </a:r>
          </a:p>
        </p:txBody>
      </p:sp>
    </p:spTree>
    <p:extLst>
      <p:ext uri="{BB962C8B-B14F-4D97-AF65-F5344CB8AC3E}">
        <p14:creationId xmlns:p14="http://schemas.microsoft.com/office/powerpoint/2010/main" val="4155864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90538" y="735013"/>
            <a:ext cx="6515100" cy="366395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47830" y="4643237"/>
            <a:ext cx="5995646" cy="439434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78" tIns="46638" rIns="93278" bIns="46638"/>
          <a:lstStyle/>
          <a:p>
            <a:r>
              <a:rPr lang="en-US" altLang="en-US"/>
              <a:t>Original: (10000-2000)/10=800/year</a:t>
            </a:r>
          </a:p>
          <a:p>
            <a:endParaRPr lang="en-US" altLang="en-US"/>
          </a:p>
          <a:p>
            <a:r>
              <a:rPr lang="en-US" altLang="en-US"/>
              <a:t>Update </a:t>
            </a:r>
            <a:r>
              <a:rPr lang="en-US" altLang="en-US" err="1"/>
              <a:t>Yr</a:t>
            </a:r>
            <a:r>
              <a:rPr lang="en-US" altLang="en-US"/>
              <a:t> 2 (dog not as easily trained, </a:t>
            </a:r>
            <a:r>
              <a:rPr lang="en-US" altLang="en-US" err="1"/>
              <a:t>ella</a:t>
            </a:r>
            <a:r>
              <a:rPr lang="en-US" altLang="en-US"/>
              <a:t> walking): </a:t>
            </a:r>
          </a:p>
          <a:p>
            <a:r>
              <a:rPr lang="en-US" altLang="en-US"/>
              <a:t>Change #1: life reduced to 6 </a:t>
            </a:r>
            <a:r>
              <a:rPr lang="en-US" altLang="en-US" err="1"/>
              <a:t>yrs</a:t>
            </a:r>
            <a:r>
              <a:rPr lang="en-US" altLang="en-US"/>
              <a:t> (5 remaining)</a:t>
            </a:r>
          </a:p>
          <a:p>
            <a:r>
              <a:rPr lang="en-US" altLang="en-US"/>
              <a:t>Change #2: salvage value=0</a:t>
            </a:r>
          </a:p>
          <a:p>
            <a:r>
              <a:rPr lang="en-US" altLang="en-US"/>
              <a:t>[(10000-800)-0]/5 left=1840/</a:t>
            </a:r>
            <a:r>
              <a:rPr lang="en-US" altLang="en-US" err="1"/>
              <a:t>yr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2619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90538" y="735013"/>
            <a:ext cx="6515100" cy="366395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47830" y="4643237"/>
            <a:ext cx="5995646" cy="439434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78" tIns="46638" rIns="93278" bIns="46638"/>
          <a:lstStyle/>
          <a:p>
            <a:r>
              <a:rPr lang="en-US" altLang="en-US"/>
              <a:t>Original: (10000-2000)/10=800/year</a:t>
            </a:r>
          </a:p>
          <a:p>
            <a:endParaRPr lang="en-US" altLang="en-US"/>
          </a:p>
          <a:p>
            <a:r>
              <a:rPr lang="en-US" altLang="en-US"/>
              <a:t>Update </a:t>
            </a:r>
            <a:r>
              <a:rPr lang="en-US" altLang="en-US" err="1"/>
              <a:t>Yr</a:t>
            </a:r>
            <a:r>
              <a:rPr lang="en-US" altLang="en-US"/>
              <a:t> 2 (dog not as easily trained, </a:t>
            </a:r>
            <a:r>
              <a:rPr lang="en-US" altLang="en-US" err="1"/>
              <a:t>ella</a:t>
            </a:r>
            <a:r>
              <a:rPr lang="en-US" altLang="en-US"/>
              <a:t> walking): </a:t>
            </a:r>
          </a:p>
          <a:p>
            <a:r>
              <a:rPr lang="en-US" altLang="en-US"/>
              <a:t>Change #1: life reduced to 6 </a:t>
            </a:r>
            <a:r>
              <a:rPr lang="en-US" altLang="en-US" err="1"/>
              <a:t>yrs</a:t>
            </a:r>
            <a:r>
              <a:rPr lang="en-US" altLang="en-US"/>
              <a:t> (5 remaining)</a:t>
            </a:r>
          </a:p>
          <a:p>
            <a:r>
              <a:rPr lang="en-US" altLang="en-US"/>
              <a:t>Change #2: salvage value=0</a:t>
            </a:r>
          </a:p>
          <a:p>
            <a:r>
              <a:rPr lang="en-US" altLang="en-US"/>
              <a:t>[(10000-800)-0]/5 left=1840/</a:t>
            </a:r>
            <a:r>
              <a:rPr lang="en-US" altLang="en-US" err="1"/>
              <a:t>yr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1061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2CAB8-F677-B84B-77D9-1454EB5ED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03D84C62-820C-B764-1450-454376E154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412750" y="701675"/>
            <a:ext cx="6202363" cy="34893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5F86042E-5104-7D91-D0F8-0B1DA69C65F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01676" y="4422775"/>
            <a:ext cx="5619750" cy="41846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lIns="93247" tIns="46625" rIns="93247" bIns="46625"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 marL="220525" indent="-220525">
              <a:defRPr/>
            </a:pPr>
            <a:endParaRPr lang="en-US" u="sng"/>
          </a:p>
        </p:txBody>
      </p:sp>
    </p:spTree>
    <p:extLst>
      <p:ext uri="{BB962C8B-B14F-4D97-AF65-F5344CB8AC3E}">
        <p14:creationId xmlns:p14="http://schemas.microsoft.com/office/powerpoint/2010/main" val="1447879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38150" y="712788"/>
            <a:ext cx="6315075" cy="3552825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57549" y="4502631"/>
            <a:ext cx="5277079" cy="426020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53" tIns="47927" rIns="95853" bIns="47927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0201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38150" y="712788"/>
            <a:ext cx="6315075" cy="3552825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57549" y="4502631"/>
            <a:ext cx="5277079" cy="426020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53" tIns="47927" rIns="95853" bIns="47927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3243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38150" y="712788"/>
            <a:ext cx="6315075" cy="3552825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57549" y="4502631"/>
            <a:ext cx="5277079" cy="426020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53" tIns="47927" rIns="95853" bIns="47927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5707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38150" y="712788"/>
            <a:ext cx="6315075" cy="3552825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57549" y="4502631"/>
            <a:ext cx="5277079" cy="4260206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lIns="95853" tIns="47927" rIns="95853" bIns="47927"/>
          <a:lstStyle/>
          <a:p>
            <a:pPr marL="225126" indent="-225126">
              <a:defRPr/>
            </a:pPr>
            <a:r>
              <a:rPr lang="en-US"/>
              <a:t>Where determining acquisition cost gets tricky is where no cash is exchanged.</a:t>
            </a:r>
          </a:p>
          <a:p>
            <a:pPr marL="225126" indent="-225126">
              <a:defRPr/>
            </a:pPr>
            <a:endParaRPr lang="en-US"/>
          </a:p>
          <a:p>
            <a:pPr marL="225126" indent="-225126">
              <a:defRPr/>
            </a:pPr>
            <a:r>
              <a:rPr lang="en-US"/>
              <a:t>With cash, we know $1 is worth $1.</a:t>
            </a:r>
          </a:p>
          <a:p>
            <a:pPr marL="225126" indent="-225126">
              <a:defRPr/>
            </a:pPr>
            <a:r>
              <a:rPr lang="en-US"/>
              <a:t>How to value if non-cash?</a:t>
            </a:r>
          </a:p>
          <a:p>
            <a:pPr marL="225126" indent="-225126">
              <a:buFontTx/>
              <a:buAutoNum type="arabicPeriod"/>
              <a:defRPr/>
            </a:pPr>
            <a:endParaRPr lang="en-US"/>
          </a:p>
          <a:p>
            <a:pPr marL="225126" indent="-225126">
              <a:buFontTx/>
              <a:buAutoNum type="arabicPeriod"/>
              <a:defRPr/>
            </a:pPr>
            <a:r>
              <a:rPr lang="en-US"/>
              <a:t>stock exchanged for equipment =&gt; if stock is publicly traded in </a:t>
            </a:r>
            <a:r>
              <a:rPr lang="en-US" u="sng"/>
              <a:t>liquid market</a:t>
            </a:r>
            <a:r>
              <a:rPr lang="en-US"/>
              <a:t>, this is the best fair value</a:t>
            </a:r>
          </a:p>
          <a:p>
            <a:pPr marL="225126" indent="-225126">
              <a:buFontTx/>
              <a:buAutoNum type="arabicPeriod"/>
              <a:defRPr/>
            </a:pPr>
            <a:r>
              <a:rPr lang="en-US"/>
              <a:t>Equipment for equipment =&gt; more difficult.  May want to go with the newer piece.</a:t>
            </a:r>
          </a:p>
          <a:p>
            <a:pPr marL="225126" indent="-225126">
              <a:buFontTx/>
              <a:buAutoNum type="arabicPeriod"/>
              <a:defRPr/>
            </a:pPr>
            <a:endParaRPr lang="en-US"/>
          </a:p>
          <a:p>
            <a:pPr>
              <a:defRPr/>
            </a:pPr>
            <a:r>
              <a:rPr lang="en-US"/>
              <a:t>Why do we care?  Fixing abuses (e.g., fiber optic cable swaps) – Global Crossing and Qwest,</a:t>
            </a:r>
            <a:r>
              <a:rPr lang="en-US" baseline="0"/>
              <a:t> early 2000s</a:t>
            </a:r>
            <a:endParaRPr lang="en-US"/>
          </a:p>
          <a:p>
            <a:pPr>
              <a:defRPr/>
            </a:pPr>
            <a:r>
              <a:rPr lang="en-US"/>
              <a:t>  - need meaningful business reason, can’t just create revenue</a:t>
            </a:r>
          </a:p>
          <a:p>
            <a:pPr>
              <a:defRPr/>
            </a:pPr>
            <a:r>
              <a:rPr lang="en-US"/>
              <a:t>-Auditor</a:t>
            </a:r>
            <a:r>
              <a:rPr lang="en-US" baseline="0"/>
              <a:t> suggested spreading out transactions by 60 days and exchanging cash, to make it look real</a:t>
            </a: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54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4173218" y="0"/>
            <a:ext cx="3192909" cy="47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34" tIns="47166" rIns="94334" bIns="47166"/>
          <a:lstStyle>
            <a:lvl1pPr defTabSz="944579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0712" indent="-277055" defTabSz="944579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7661" indent="-221968" defTabSz="944579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9698" indent="-221968" defTabSz="944579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1734" indent="-221968" defTabSz="944579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98352" indent="-221968" defTabSz="944579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64971" indent="-221968" defTabSz="944579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1589" indent="-221968" defTabSz="944579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8207" indent="-221968" defTabSz="944579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445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ACCT 3220\Oct 24 2013</a:t>
            </a: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517525" y="712788"/>
            <a:ext cx="6329363" cy="35607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734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80308" y="4510713"/>
            <a:ext cx="5403885" cy="4268286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34" tIns="47166" rIns="94334" bIns="47166"/>
          <a:lstStyle/>
          <a:p>
            <a:pPr marL="233246" indent="-233246">
              <a:buFontTx/>
              <a:buAutoNum type="arabicPeriod"/>
              <a:defRPr/>
            </a:pPr>
            <a:r>
              <a:rPr lang="en-US" altLang="en-US"/>
              <a:t>Recognize full gain or loss (difference between FMV of asset given minus CV)</a:t>
            </a:r>
          </a:p>
          <a:p>
            <a:pPr marL="233246" indent="-233246">
              <a:buFontTx/>
              <a:buAutoNum type="arabicPeriod"/>
              <a:defRPr/>
            </a:pPr>
            <a:r>
              <a:rPr lang="en-US" altLang="en-US"/>
              <a:t>New assets is recorded at FMV of assets given up + cash paid or – cash received. Only use the FMV of assets received if fair value of assets given is not determinable.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Deferred gain – lower depreciation expense because asset it recorded at lower value on B/S. Maybe get it back when re-selling it later.</a:t>
            </a:r>
          </a:p>
        </p:txBody>
      </p:sp>
    </p:spTree>
    <p:extLst>
      <p:ext uri="{BB962C8B-B14F-4D97-AF65-F5344CB8AC3E}">
        <p14:creationId xmlns:p14="http://schemas.microsoft.com/office/powerpoint/2010/main" val="26239367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4173218" y="0"/>
            <a:ext cx="3192909" cy="47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34" tIns="47166" rIns="94334" bIns="47166"/>
          <a:lstStyle>
            <a:lvl1pPr defTabSz="944579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0712" indent="-277055" defTabSz="944579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7661" indent="-221968" defTabSz="944579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9698" indent="-221968" defTabSz="944579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1734" indent="-221968" defTabSz="944579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98352" indent="-221968" defTabSz="944579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64971" indent="-221968" defTabSz="944579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1589" indent="-221968" defTabSz="944579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8207" indent="-221968" defTabSz="944579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445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ACCT 3220\Oct 24 2013</a:t>
            </a: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517525" y="712788"/>
            <a:ext cx="6329363" cy="35607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734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80308" y="4510713"/>
            <a:ext cx="5403885" cy="4268286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34" tIns="47166" rIns="94334" bIns="47166"/>
          <a:lstStyle/>
          <a:p>
            <a:pPr marL="233246" indent="-233246">
              <a:buFontTx/>
              <a:buAutoNum type="arabicPeriod"/>
              <a:defRPr/>
            </a:pPr>
            <a:r>
              <a:rPr lang="en-US" altLang="en-US"/>
              <a:t>Recognize full gain or loss (difference between FMV of asset given minus CV)</a:t>
            </a:r>
          </a:p>
          <a:p>
            <a:pPr marL="233246" indent="-233246">
              <a:buFontTx/>
              <a:buAutoNum type="arabicPeriod"/>
              <a:defRPr/>
            </a:pPr>
            <a:r>
              <a:rPr lang="en-US" altLang="en-US"/>
              <a:t>New assets is recorded at FMV of assets given up + cash paid or – cash received. Only use the FMV of assets received if fair value of assets given is not determinable.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Deferred gain – lower depreciation expense because asset it recorded at lower value on B/S. Maybe get it back when re-selling it later.</a:t>
            </a:r>
          </a:p>
        </p:txBody>
      </p:sp>
    </p:spTree>
    <p:extLst>
      <p:ext uri="{BB962C8B-B14F-4D97-AF65-F5344CB8AC3E}">
        <p14:creationId xmlns:p14="http://schemas.microsoft.com/office/powerpoint/2010/main" val="8730496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12750" y="701675"/>
            <a:ext cx="6202363" cy="34893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6" y="4422775"/>
            <a:ext cx="5619750" cy="41846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lIns="93247" tIns="46625" rIns="93247" bIns="46625"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 marL="220525" indent="-220525">
              <a:defRPr/>
            </a:pPr>
            <a:endParaRPr lang="en-US" u="sng"/>
          </a:p>
        </p:txBody>
      </p:sp>
    </p:spTree>
    <p:extLst>
      <p:ext uri="{BB962C8B-B14F-4D97-AF65-F5344CB8AC3E}">
        <p14:creationId xmlns:p14="http://schemas.microsoft.com/office/powerpoint/2010/main" val="6286950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38150" y="712788"/>
            <a:ext cx="6315075" cy="3552825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5902" y="4347480"/>
            <a:ext cx="6018407" cy="461414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53" tIns="47927" rIns="95853" bIns="47927"/>
          <a:lstStyle/>
          <a:p>
            <a:r>
              <a:rPr lang="en-US" altLang="en-US"/>
              <a:t>Accounting is conservative:</a:t>
            </a:r>
          </a:p>
          <a:p>
            <a:r>
              <a:rPr lang="en-US" altLang="en-US"/>
              <a:t>-Don’t write up (i.e., don’t realize any holding gains until sell the asset)</a:t>
            </a:r>
          </a:p>
          <a:p>
            <a:r>
              <a:rPr lang="en-US" altLang="en-US"/>
              <a:t>-Write down (i.e., incur holding costs immediately)</a:t>
            </a:r>
          </a:p>
          <a:p>
            <a:endParaRPr lang="en-US" altLang="en-US"/>
          </a:p>
          <a:p>
            <a:r>
              <a:rPr lang="en-US" altLang="en-US"/>
              <a:t>Implication: </a:t>
            </a:r>
          </a:p>
          <a:p>
            <a:r>
              <a:rPr lang="en-US" altLang="en-US"/>
              <a:t>-may have some buildings/land with much greater MV than recorded. </a:t>
            </a:r>
          </a:p>
          <a:p>
            <a:r>
              <a:rPr lang="en-US" altLang="en-US"/>
              <a:t>-can’t </a:t>
            </a:r>
            <a:r>
              <a:rPr lang="en-US" altLang="en-US" err="1"/>
              <a:t>recog</a:t>
            </a:r>
            <a:r>
              <a:rPr lang="en-US" altLang="en-US"/>
              <a:t> gain unless sell.</a:t>
            </a:r>
          </a:p>
          <a:p>
            <a:r>
              <a:rPr lang="en-US" altLang="en-US"/>
              <a:t>-leads to some shady transactions where form=sale, substance=retained </a:t>
            </a:r>
          </a:p>
          <a:p>
            <a:r>
              <a:rPr lang="en-US" altLang="en-US"/>
              <a:t>-e.g., sale-leaseback (FASB plugged this hole: no longer a sale w/gain </a:t>
            </a:r>
            <a:r>
              <a:rPr lang="en-US" altLang="en-US" err="1"/>
              <a:t>recog</a:t>
            </a:r>
            <a:r>
              <a:rPr lang="en-US" altLang="en-US"/>
              <a:t>)</a:t>
            </a:r>
          </a:p>
          <a:p>
            <a:endParaRPr lang="en-US" altLang="en-US"/>
          </a:p>
          <a:p>
            <a:r>
              <a:rPr lang="en-US" altLang="en-US"/>
              <a:t>Undiscounted cash flows:</a:t>
            </a:r>
          </a:p>
          <a:p>
            <a:r>
              <a:rPr lang="en-US" altLang="en-US"/>
              <a:t>-includes maintenance</a:t>
            </a:r>
          </a:p>
          <a:p>
            <a:r>
              <a:rPr lang="en-US" altLang="en-US"/>
              <a:t>-assumptions about future use (e.g., “highest and best use”, firm assumptions, market assumptions</a:t>
            </a:r>
          </a:p>
        </p:txBody>
      </p:sp>
    </p:spTree>
    <p:extLst>
      <p:ext uri="{BB962C8B-B14F-4D97-AF65-F5344CB8AC3E}">
        <p14:creationId xmlns:p14="http://schemas.microsoft.com/office/powerpoint/2010/main" val="23825405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63464" y="9003646"/>
            <a:ext cx="3186406" cy="47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34" tIns="47166" rIns="94334" bIns="47166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63116" indent="-290017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73027" indent="-231689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47746" indent="-231689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19225" indent="-231689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85843" indent="-231689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52462" indent="-231689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19080" indent="-231689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85698" indent="-231689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9B5C7-8763-4640-BFA4-4DA1A2D50807}" type="slidenum"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515938" y="711200"/>
            <a:ext cx="6318250" cy="35544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6451" y="4502631"/>
            <a:ext cx="5880220" cy="42650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34" tIns="47166" rIns="94334" bIns="47166"/>
          <a:lstStyle/>
          <a:p>
            <a:pPr eaLnBrk="1" hangingPunct="1"/>
            <a:r>
              <a:rPr lang="en-US" altLang="en-US"/>
              <a:t>Step 2: Lots of estimates, this is just the “best” one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Step 3: Not FV of cash flows from step 2 b/c</a:t>
            </a:r>
          </a:p>
          <a:p>
            <a:pPr eaLnBrk="1" hangingPunct="1"/>
            <a:r>
              <a:rPr lang="en-US" altLang="en-US"/>
              <a:t>   i. firm est of cash flows is not necessarily the same est market would make</a:t>
            </a:r>
          </a:p>
          <a:p>
            <a:pPr eaLnBrk="1" hangingPunct="1"/>
            <a:r>
              <a:rPr lang="en-US" altLang="en-US"/>
              <a:t>  ii. Don’t know market discount rate</a:t>
            </a:r>
          </a:p>
        </p:txBody>
      </p:sp>
    </p:spTree>
    <p:extLst>
      <p:ext uri="{BB962C8B-B14F-4D97-AF65-F5344CB8AC3E}">
        <p14:creationId xmlns:p14="http://schemas.microsoft.com/office/powerpoint/2010/main" val="19809284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515938" y="711200"/>
            <a:ext cx="6318250" cy="35544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6451" y="4502631"/>
            <a:ext cx="5880220" cy="42650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34" tIns="47166" rIns="94334" bIns="47166"/>
          <a:lstStyle/>
          <a:p>
            <a:r>
              <a:rPr lang="en-US" altLang="en-US"/>
              <a:t>Remember: </a:t>
            </a:r>
          </a:p>
          <a:p>
            <a:r>
              <a:rPr lang="en-US" altLang="en-US"/>
              <a:t> − est. cash flows of $11,000 is based on firm assumptions and use.</a:t>
            </a:r>
          </a:p>
          <a:p>
            <a:r>
              <a:rPr lang="en-US" altLang="en-US"/>
              <a:t> − est. market value based on market assumptions and use</a:t>
            </a:r>
          </a:p>
        </p:txBody>
      </p:sp>
    </p:spTree>
    <p:extLst>
      <p:ext uri="{BB962C8B-B14F-4D97-AF65-F5344CB8AC3E}">
        <p14:creationId xmlns:p14="http://schemas.microsoft.com/office/powerpoint/2010/main" val="1849643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75521" y="6425364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67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284788" y="6386666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323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347451" y="6494435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64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261785" y="6352161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9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227279" y="6340659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17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75521" y="6356352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080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92774" y="6408111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6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98525" y="6356351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73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86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384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748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8145324"/>
      </p:ext>
    </p:extLst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75521" y="6425364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11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284788" y="6386666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648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347451" y="6494435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865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261785" y="6352161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873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227279" y="6340659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9650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75521" y="6356352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929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92774" y="6408111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671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98525" y="6356351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204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305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3520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7071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29999271-A573-1E42-984E-4EB780E50D5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113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4203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7135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8207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133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014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2681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299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9263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321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83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tif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11219286" y="6408111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16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11219286" y="6408111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748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6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952ABA-48AD-41C4-B6D5-52DBF7B1B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790489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CA8F881-7542-4CB3-829A-6BB5356BE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5257800"/>
            <a:ext cx="9864091" cy="16002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200" b="1" i="1">
                <a:solidFill>
                  <a:prstClr val="white"/>
                </a:solidFill>
                <a:latin typeface="Arial" panose="020B0604020202020204"/>
              </a:rPr>
              <a:t>Property, Plant &amp; Equipment</a:t>
            </a:r>
            <a:r>
              <a:rPr kumimoji="0" lang="en-US" altLang="en-US" sz="32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Part 2 – In-Class</a:t>
            </a:r>
          </a:p>
        </p:txBody>
      </p:sp>
    </p:spTree>
    <p:extLst>
      <p:ext uri="{BB962C8B-B14F-4D97-AF65-F5344CB8AC3E}">
        <p14:creationId xmlns:p14="http://schemas.microsoft.com/office/powerpoint/2010/main" val="3082747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D38EE57-B708-47C9-A4A4-E25F09FAB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7A28182-58A5-4DBB-8F64-BD944BCA8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5" name="Freeform 44">
              <a:extLst>
                <a:ext uri="{FF2B5EF4-FFF2-40B4-BE49-F238E27FC236}">
                  <a16:creationId xmlns:a16="http://schemas.microsoft.com/office/drawing/2014/main" id="{E4A9080E-7BA6-45FC-8677-8B9D5F4DA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" name="Freeform 45">
              <a:extLst>
                <a:ext uri="{FF2B5EF4-FFF2-40B4-BE49-F238E27FC236}">
                  <a16:creationId xmlns:a16="http://schemas.microsoft.com/office/drawing/2014/main" id="{2163D516-75D4-4DE0-AC27-63719125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" name="Freeform 46">
              <a:extLst>
                <a:ext uri="{FF2B5EF4-FFF2-40B4-BE49-F238E27FC236}">
                  <a16:creationId xmlns:a16="http://schemas.microsoft.com/office/drawing/2014/main" id="{E74A26A5-C23A-46D4-B0FF-155FB3834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Freeform 47">
              <a:extLst>
                <a:ext uri="{FF2B5EF4-FFF2-40B4-BE49-F238E27FC236}">
                  <a16:creationId xmlns:a16="http://schemas.microsoft.com/office/drawing/2014/main" id="{08E0243F-1062-43C6-AD04-130DFF668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4C5517B-1B0F-47AA-93A5-367189969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latin typeface="+mn-lt"/>
              </a:rPr>
              <a:t>Today’s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4904" y="2494450"/>
            <a:ext cx="4053545" cy="3563159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sz="2400"/>
              <a:t>Depreciation with New Information</a:t>
            </a:r>
          </a:p>
          <a:p>
            <a:pPr>
              <a:spcBef>
                <a:spcPts val="1800"/>
              </a:spcBef>
            </a:pPr>
            <a:r>
              <a:rPr lang="en-US" sz="2400"/>
              <a:t>Asset Sales / Retirement</a:t>
            </a:r>
          </a:p>
          <a:p>
            <a:pPr>
              <a:spcBef>
                <a:spcPts val="1800"/>
              </a:spcBef>
            </a:pPr>
            <a:r>
              <a:rPr lang="en-US" sz="2400"/>
              <a:t>Non-Monetary Exchanges</a:t>
            </a:r>
          </a:p>
          <a:p>
            <a:pPr>
              <a:spcBef>
                <a:spcPts val="1800"/>
              </a:spcBef>
            </a:pPr>
            <a:r>
              <a:rPr lang="en-US" sz="2400"/>
              <a:t>Changes in Market Value (Impairments)</a:t>
            </a:r>
          </a:p>
          <a:p>
            <a:pPr>
              <a:spcBef>
                <a:spcPts val="1800"/>
              </a:spcBef>
            </a:pPr>
            <a:endParaRPr lang="en-US" sz="2400"/>
          </a:p>
          <a:p>
            <a:pPr>
              <a:spcBef>
                <a:spcPts val="1800"/>
              </a:spcBef>
            </a:pPr>
            <a:endParaRPr lang="en-US" sz="2400"/>
          </a:p>
          <a:p>
            <a:pPr>
              <a:spcBef>
                <a:spcPts val="1800"/>
              </a:spcBef>
            </a:pPr>
            <a:endParaRPr lang="en-US" sz="2400"/>
          </a:p>
          <a:p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7DB7E2-E2B2-4BC9-ADBF-A777D1DC3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2378076"/>
            <a:ext cx="4600498" cy="237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742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0E4C0-C311-0CC1-1198-95DB8C56A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D9441BB-3053-3F08-C244-7B1B73213A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1095" y="284430"/>
            <a:ext cx="8796337" cy="1143000"/>
          </a:xfrm>
        </p:spPr>
        <p:txBody>
          <a:bodyPr>
            <a:normAutofit/>
          </a:bodyPr>
          <a:lstStyle/>
          <a:p>
            <a:r>
              <a:rPr lang="en-US" altLang="en-US" sz="4000">
                <a:latin typeface="Arial Black" panose="020B0A04020102020204" pitchFamily="34" charset="0"/>
                <a:cs typeface="Calibri Light" panose="020F0302020204030204" pitchFamily="34" charset="0"/>
              </a:rPr>
              <a:t>PP&amp;E Life Cycle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53C8B1-AD8A-227B-E443-993103C8A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1507"/>
            <a:ext cx="12192000" cy="34674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64B0F43-FF3E-50D7-1744-187A8F92C9BA}"/>
              </a:ext>
            </a:extLst>
          </p:cNvPr>
          <p:cNvSpPr/>
          <p:nvPr/>
        </p:nvSpPr>
        <p:spPr>
          <a:xfrm>
            <a:off x="4387255" y="3959351"/>
            <a:ext cx="2785010" cy="3713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5066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2620E0-5DA6-44E9-8E38-DD013311E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448357"/>
            <a:ext cx="10515600" cy="1879043"/>
          </a:xfrm>
        </p:spPr>
        <p:txBody>
          <a:bodyPr/>
          <a:lstStyle/>
          <a:p>
            <a:pPr algn="ctr"/>
            <a:r>
              <a:rPr lang="en-US"/>
              <a:t>New Information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6C7E94-149C-4EA2-B4E5-857B0115C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3890965"/>
            <a:ext cx="10515600" cy="1218213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solidFill>
                  <a:schemeClr val="tx1"/>
                </a:solidFill>
              </a:rPr>
              <a:t>Changes in estimates or assumptions</a:t>
            </a:r>
          </a:p>
        </p:txBody>
      </p:sp>
    </p:spTree>
    <p:extLst>
      <p:ext uri="{BB962C8B-B14F-4D97-AF65-F5344CB8AC3E}">
        <p14:creationId xmlns:p14="http://schemas.microsoft.com/office/powerpoint/2010/main" val="2205820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+mj-lt"/>
              </a:rPr>
              <a:t>Impact of New Information</a:t>
            </a:r>
          </a:p>
        </p:txBody>
      </p:sp>
      <p:sp>
        <p:nvSpPr>
          <p:cNvPr id="9219" name="Content Placeholder 1"/>
          <p:cNvSpPr>
            <a:spLocks noGrp="1"/>
          </p:cNvSpPr>
          <p:nvPr>
            <p:ph idx="1"/>
          </p:nvPr>
        </p:nvSpPr>
        <p:spPr>
          <a:xfrm>
            <a:off x="838199" y="1369549"/>
            <a:ext cx="10515600" cy="530994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>
                <a:solidFill>
                  <a:srgbClr val="000000"/>
                </a:solidFill>
              </a:rPr>
              <a:t>Depreciation allocates costs based on </a:t>
            </a:r>
            <a:r>
              <a:rPr lang="en-US" altLang="en-US" sz="2400" u="sng"/>
              <a:t>estimates made at acquisition</a:t>
            </a:r>
            <a:r>
              <a:rPr lang="en-US" altLang="en-US" sz="2400">
                <a:solidFill>
                  <a:srgbClr val="000000"/>
                </a:solidFill>
              </a:rPr>
              <a:t>.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u="sng">
                <a:solidFill>
                  <a:srgbClr val="000000"/>
                </a:solidFill>
              </a:rPr>
              <a:t>New information</a:t>
            </a:r>
            <a:r>
              <a:rPr lang="en-US" altLang="en-US" sz="2400">
                <a:solidFill>
                  <a:srgbClr val="000000"/>
                </a:solidFill>
              </a:rPr>
              <a:t> may arise over the life of the asset: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SzPct val="50000"/>
              <a:buFont typeface="Wingdings" panose="05000000000000000000" pitchFamily="2" charset="2"/>
              <a:buChar char="m"/>
            </a:pPr>
            <a:r>
              <a:rPr lang="en-US" altLang="en-US" sz="2200">
                <a:solidFill>
                  <a:srgbClr val="000000"/>
                </a:solidFill>
              </a:rPr>
              <a:t>Change in the </a:t>
            </a:r>
            <a:r>
              <a:rPr lang="en-US" altLang="en-US" sz="2200">
                <a:solidFill>
                  <a:srgbClr val="0070C0"/>
                </a:solidFill>
              </a:rPr>
              <a:t>expected life </a:t>
            </a:r>
            <a:r>
              <a:rPr lang="en-US" altLang="en-US" sz="2200">
                <a:solidFill>
                  <a:srgbClr val="000000"/>
                </a:solidFill>
              </a:rPr>
              <a:t>or </a:t>
            </a:r>
            <a:r>
              <a:rPr lang="en-US" altLang="en-US" sz="2200">
                <a:solidFill>
                  <a:srgbClr val="0070C0"/>
                </a:solidFill>
              </a:rPr>
              <a:t>salvage value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SzPct val="50000"/>
              <a:buFont typeface="Wingdings" panose="05000000000000000000" pitchFamily="2" charset="2"/>
              <a:buChar char="m"/>
            </a:pPr>
            <a:r>
              <a:rPr lang="en-US" altLang="en-US" sz="2200">
                <a:solidFill>
                  <a:srgbClr val="000000"/>
                </a:solidFill>
              </a:rPr>
              <a:t>Change in the </a:t>
            </a:r>
            <a:r>
              <a:rPr lang="en-US" altLang="en-US" sz="2200">
                <a:solidFill>
                  <a:srgbClr val="0070C0"/>
                </a:solidFill>
              </a:rPr>
              <a:t>market value</a:t>
            </a:r>
            <a:endParaRPr lang="en-US" altLang="en-US" sz="2200">
              <a:solidFill>
                <a:srgbClr val="000000"/>
              </a:solidFill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  <a:buSzPct val="50000"/>
              <a:buFont typeface="Wingdings" panose="05000000000000000000" pitchFamily="2" charset="2"/>
              <a:buChar char="m"/>
            </a:pPr>
            <a:r>
              <a:rPr lang="en-US" altLang="en-US" sz="2200">
                <a:solidFill>
                  <a:srgbClr val="0070C0"/>
                </a:solidFill>
              </a:rPr>
              <a:t>Additional expenditures </a:t>
            </a:r>
            <a:r>
              <a:rPr lang="en-US" altLang="en-US" sz="2200">
                <a:solidFill>
                  <a:srgbClr val="000000"/>
                </a:solidFill>
              </a:rPr>
              <a:t>to improve the asset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endParaRPr lang="en-US" altLang="en-US" sz="110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>
                <a:solidFill>
                  <a:srgbClr val="000000"/>
                </a:solidFill>
              </a:rPr>
              <a:t>The original depreciation schedule was based on </a:t>
            </a:r>
            <a:r>
              <a:rPr lang="en-US" altLang="en-US" sz="2400" u="sng">
                <a:solidFill>
                  <a:srgbClr val="000000"/>
                </a:solidFill>
              </a:rPr>
              <a:t>estimates</a:t>
            </a:r>
            <a:r>
              <a:rPr lang="en-US" altLang="en-US" sz="2400">
                <a:solidFill>
                  <a:srgbClr val="000000"/>
                </a:solidFill>
              </a:rPr>
              <a:t>: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SzPct val="50000"/>
              <a:buFont typeface="Wingdings" panose="05000000000000000000" pitchFamily="2" charset="2"/>
              <a:buChar char="m"/>
            </a:pPr>
            <a:r>
              <a:rPr lang="en-US" altLang="en-US" sz="2200">
                <a:solidFill>
                  <a:srgbClr val="000000"/>
                </a:solidFill>
              </a:rPr>
              <a:t>An estimate that ends up inaccurate is not an “error”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SzPct val="50000"/>
              <a:buFont typeface="Wingdings" panose="05000000000000000000" pitchFamily="2" charset="2"/>
              <a:buChar char="m"/>
            </a:pPr>
            <a:r>
              <a:rPr lang="en-US" altLang="en-US" sz="2200">
                <a:solidFill>
                  <a:srgbClr val="000000"/>
                </a:solidFill>
              </a:rPr>
              <a:t>New information does not require restating prior results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SzPct val="50000"/>
              <a:buFont typeface="Wingdings" panose="05000000000000000000" pitchFamily="2" charset="2"/>
              <a:buChar char="m"/>
            </a:pPr>
            <a:endParaRPr lang="en-US" altLang="en-US" sz="100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>
                <a:solidFill>
                  <a:srgbClr val="000000"/>
                </a:solidFill>
              </a:rPr>
              <a:t>Correct</a:t>
            </a:r>
            <a:r>
              <a:rPr lang="en-US" altLang="en-US" sz="2400" i="1">
                <a:solidFill>
                  <a:srgbClr val="000000"/>
                </a:solidFill>
              </a:rPr>
              <a:t> </a:t>
            </a:r>
            <a:r>
              <a:rPr lang="en-US" altLang="en-US" sz="2400" i="1" u="sng">
                <a:solidFill>
                  <a:srgbClr val="000000"/>
                </a:solidFill>
              </a:rPr>
              <a:t>prospectively</a:t>
            </a:r>
            <a:r>
              <a:rPr lang="en-US" altLang="en-US" sz="2400">
                <a:solidFill>
                  <a:srgbClr val="000000"/>
                </a:solidFill>
              </a:rPr>
              <a:t>: 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SzPct val="50000"/>
              <a:buFont typeface="Wingdings" panose="05000000000000000000" pitchFamily="2" charset="2"/>
              <a:buChar char="m"/>
            </a:pPr>
            <a:r>
              <a:rPr lang="en-US" altLang="en-US" sz="2200">
                <a:solidFill>
                  <a:srgbClr val="000000"/>
                </a:solidFill>
              </a:rPr>
              <a:t>Update future depreciation schedule with the new information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SzPct val="50000"/>
              <a:buFont typeface="Wingdings" panose="05000000000000000000" pitchFamily="2" charset="2"/>
              <a:buChar char="m"/>
            </a:pPr>
            <a:r>
              <a:rPr lang="en-US" altLang="en-US" sz="2200">
                <a:solidFill>
                  <a:srgbClr val="000000"/>
                </a:solidFill>
              </a:rPr>
              <a:t>It is as if the firm acquired a brand-new asset at the change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534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747514" y="269759"/>
            <a:ext cx="8682037" cy="1143000"/>
          </a:xfrm>
        </p:spPr>
        <p:txBody>
          <a:bodyPr/>
          <a:lstStyle/>
          <a:p>
            <a:r>
              <a:rPr lang="en-US" altLang="en-US" sz="3600">
                <a:latin typeface="+mj-lt"/>
              </a:rPr>
              <a:t>Jeremiah’s Couch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804A17-8A06-461A-9CBA-D4FF37001EA6}"/>
              </a:ext>
            </a:extLst>
          </p:cNvPr>
          <p:cNvSpPr txBox="1"/>
          <p:nvPr/>
        </p:nvSpPr>
        <p:spPr>
          <a:xfrm>
            <a:off x="5088532" y="1421484"/>
            <a:ext cx="24058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Original cost: $1,000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Useful life: 8 years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Salvage value: $200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BDE3D9-CF2A-4422-93CD-2C82DF6DA27E}"/>
              </a:ext>
            </a:extLst>
          </p:cNvPr>
          <p:cNvSpPr txBox="1"/>
          <p:nvPr/>
        </p:nvSpPr>
        <p:spPr>
          <a:xfrm>
            <a:off x="7918451" y="1414376"/>
            <a:ext cx="358749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Straight-line depreciation: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(1000-200) /  8 = $100 per year</a:t>
            </a:r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5410A9C0-A1F5-487E-BAD1-736CE9E3E4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3163" y="3157538"/>
            <a:ext cx="9475788" cy="0"/>
          </a:xfrm>
          <a:prstGeom prst="line">
            <a:avLst/>
          </a:prstGeom>
          <a:noFill/>
          <a:ln w="12700" cap="flat">
            <a:solidFill>
              <a:srgbClr val="565A5C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Line 6">
            <a:extLst>
              <a:ext uri="{FF2B5EF4-FFF2-40B4-BE49-F238E27FC236}">
                <a16:creationId xmlns:a16="http://schemas.microsoft.com/office/drawing/2014/main" id="{DB0ADE88-F4C7-4754-B2CB-2962F3537F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3163" y="2786063"/>
            <a:ext cx="9475788" cy="0"/>
          </a:xfrm>
          <a:prstGeom prst="line">
            <a:avLst/>
          </a:prstGeom>
          <a:noFill/>
          <a:ln w="12700" cap="flat">
            <a:solidFill>
              <a:srgbClr val="565A5C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Line 7">
            <a:extLst>
              <a:ext uri="{FF2B5EF4-FFF2-40B4-BE49-F238E27FC236}">
                <a16:creationId xmlns:a16="http://schemas.microsoft.com/office/drawing/2014/main" id="{BC741D42-E0DF-4C1E-8849-E3A3D43189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3163" y="5756276"/>
            <a:ext cx="9475788" cy="0"/>
          </a:xfrm>
          <a:prstGeom prst="line">
            <a:avLst/>
          </a:prstGeom>
          <a:noFill/>
          <a:ln w="12700" cap="flat">
            <a:solidFill>
              <a:srgbClr val="565A5C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0C13ED11-DA45-4545-B656-A7F5BCAE7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828926"/>
            <a:ext cx="7191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Year 1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1C3BC4DE-A4B1-4BEB-A19F-75666B51B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9450" y="2828926"/>
            <a:ext cx="7191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Year 2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7EC41C7C-8EC6-4303-B913-245499FE1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2738" y="2828926"/>
            <a:ext cx="7191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Year 3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1536AC8F-8365-42C8-9C64-D28B4A7A6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025" y="2828926"/>
            <a:ext cx="7191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Year 4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FB19B3FB-BCA4-438D-8382-BC8F13DA8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2828926"/>
            <a:ext cx="7191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Year 5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C13C691F-930E-4A4E-879B-7B5D8EADE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1013" y="2828926"/>
            <a:ext cx="7207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Year 6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4AFD2B05-99AA-45F4-A78B-D76B58B10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4300" y="2828926"/>
            <a:ext cx="7207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Year 7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C3106618-7C33-45F0-8EF9-F6EEE9359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7588" y="2828926"/>
            <a:ext cx="7207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Year 8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DB94E011-70CC-4B12-9AEE-F8E56FD1F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3200401"/>
            <a:ext cx="19367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Income Statement: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Freeform 17">
            <a:extLst>
              <a:ext uri="{FF2B5EF4-FFF2-40B4-BE49-F238E27FC236}">
                <a16:creationId xmlns:a16="http://schemas.microsoft.com/office/drawing/2014/main" id="{B892059A-023D-4865-AA07-14A630DBE2E5}"/>
              </a:ext>
            </a:extLst>
          </p:cNvPr>
          <p:cNvSpPr>
            <a:spLocks/>
          </p:cNvSpPr>
          <p:nvPr/>
        </p:nvSpPr>
        <p:spPr bwMode="auto">
          <a:xfrm>
            <a:off x="1263650" y="3443288"/>
            <a:ext cx="1804988" cy="14288"/>
          </a:xfrm>
          <a:custGeom>
            <a:avLst/>
            <a:gdLst>
              <a:gd name="T0" fmla="*/ 0 w 1137"/>
              <a:gd name="T1" fmla="*/ 0 h 9"/>
              <a:gd name="T2" fmla="*/ 285 w 1137"/>
              <a:gd name="T3" fmla="*/ 0 h 9"/>
              <a:gd name="T4" fmla="*/ 569 w 1137"/>
              <a:gd name="T5" fmla="*/ 0 h 9"/>
              <a:gd name="T6" fmla="*/ 853 w 1137"/>
              <a:gd name="T7" fmla="*/ 0 h 9"/>
              <a:gd name="T8" fmla="*/ 1137 w 1137"/>
              <a:gd name="T9" fmla="*/ 0 h 9"/>
              <a:gd name="T10" fmla="*/ 1137 w 1137"/>
              <a:gd name="T11" fmla="*/ 9 h 9"/>
              <a:gd name="T12" fmla="*/ 853 w 1137"/>
              <a:gd name="T13" fmla="*/ 9 h 9"/>
              <a:gd name="T14" fmla="*/ 569 w 1137"/>
              <a:gd name="T15" fmla="*/ 9 h 9"/>
              <a:gd name="T16" fmla="*/ 285 w 1137"/>
              <a:gd name="T17" fmla="*/ 9 h 9"/>
              <a:gd name="T18" fmla="*/ 0 w 1137"/>
              <a:gd name="T19" fmla="*/ 9 h 9"/>
              <a:gd name="T20" fmla="*/ 0 w 1137"/>
              <a:gd name="T21" fmla="*/ 0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37" h="9">
                <a:moveTo>
                  <a:pt x="0" y="0"/>
                </a:moveTo>
                <a:lnTo>
                  <a:pt x="285" y="0"/>
                </a:lnTo>
                <a:lnTo>
                  <a:pt x="569" y="0"/>
                </a:lnTo>
                <a:lnTo>
                  <a:pt x="853" y="0"/>
                </a:lnTo>
                <a:lnTo>
                  <a:pt x="1137" y="0"/>
                </a:lnTo>
                <a:lnTo>
                  <a:pt x="1137" y="9"/>
                </a:lnTo>
                <a:lnTo>
                  <a:pt x="853" y="9"/>
                </a:lnTo>
                <a:lnTo>
                  <a:pt x="569" y="9"/>
                </a:lnTo>
                <a:lnTo>
                  <a:pt x="285" y="9"/>
                </a:ln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FB62C7DB-3DB4-448C-98EB-8D2CACF19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3571876"/>
            <a:ext cx="21383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Depreciation Expense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 19">
            <a:extLst>
              <a:ext uri="{FF2B5EF4-FFF2-40B4-BE49-F238E27FC236}">
                <a16:creationId xmlns:a16="http://schemas.microsoft.com/office/drawing/2014/main" id="{23608478-28BA-424F-827B-3671445D6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3571876"/>
            <a:ext cx="5826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$100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 20">
            <a:extLst>
              <a:ext uri="{FF2B5EF4-FFF2-40B4-BE49-F238E27FC236}">
                <a16:creationId xmlns:a16="http://schemas.microsoft.com/office/drawing/2014/main" id="{1B77CDAF-E53D-45EF-ACA1-A302CA93A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013" y="3571876"/>
            <a:ext cx="5826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$100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 21">
            <a:extLst>
              <a:ext uri="{FF2B5EF4-FFF2-40B4-BE49-F238E27FC236}">
                <a16:creationId xmlns:a16="http://schemas.microsoft.com/office/drawing/2014/main" id="{8C4477DB-CAA9-49F8-8FD2-2351B5A9D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4311651"/>
            <a:ext cx="152241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Balance Sheet: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2606D9F8-FB70-4D89-8BDF-B489559949AD}"/>
              </a:ext>
            </a:extLst>
          </p:cNvPr>
          <p:cNvSpPr>
            <a:spLocks/>
          </p:cNvSpPr>
          <p:nvPr/>
        </p:nvSpPr>
        <p:spPr bwMode="auto">
          <a:xfrm>
            <a:off x="1263650" y="4556126"/>
            <a:ext cx="1398588" cy="15875"/>
          </a:xfrm>
          <a:custGeom>
            <a:avLst/>
            <a:gdLst>
              <a:gd name="T0" fmla="*/ 0 w 881"/>
              <a:gd name="T1" fmla="*/ 0 h 10"/>
              <a:gd name="T2" fmla="*/ 294 w 881"/>
              <a:gd name="T3" fmla="*/ 0 h 10"/>
              <a:gd name="T4" fmla="*/ 587 w 881"/>
              <a:gd name="T5" fmla="*/ 0 h 10"/>
              <a:gd name="T6" fmla="*/ 881 w 881"/>
              <a:gd name="T7" fmla="*/ 0 h 10"/>
              <a:gd name="T8" fmla="*/ 881 w 881"/>
              <a:gd name="T9" fmla="*/ 10 h 10"/>
              <a:gd name="T10" fmla="*/ 587 w 881"/>
              <a:gd name="T11" fmla="*/ 10 h 10"/>
              <a:gd name="T12" fmla="*/ 294 w 881"/>
              <a:gd name="T13" fmla="*/ 10 h 10"/>
              <a:gd name="T14" fmla="*/ 0 w 881"/>
              <a:gd name="T15" fmla="*/ 10 h 10"/>
              <a:gd name="T16" fmla="*/ 0 w 881"/>
              <a:gd name="T17" fmla="*/ 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81" h="10">
                <a:moveTo>
                  <a:pt x="0" y="0"/>
                </a:moveTo>
                <a:lnTo>
                  <a:pt x="294" y="0"/>
                </a:lnTo>
                <a:lnTo>
                  <a:pt x="587" y="0"/>
                </a:lnTo>
                <a:lnTo>
                  <a:pt x="881" y="0"/>
                </a:lnTo>
                <a:lnTo>
                  <a:pt x="881" y="10"/>
                </a:lnTo>
                <a:lnTo>
                  <a:pt x="587" y="10"/>
                </a:lnTo>
                <a:lnTo>
                  <a:pt x="294" y="10"/>
                </a:ln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3">
            <a:extLst>
              <a:ext uri="{FF2B5EF4-FFF2-40B4-BE49-F238E27FC236}">
                <a16:creationId xmlns:a16="http://schemas.microsoft.com/office/drawing/2014/main" id="{22302D48-4C30-4503-93E2-B53C12DE1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4684713"/>
            <a:ext cx="14255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Historical cost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8" name="Rectangle 24">
            <a:extLst>
              <a:ext uri="{FF2B5EF4-FFF2-40B4-BE49-F238E27FC236}">
                <a16:creationId xmlns:a16="http://schemas.microsoft.com/office/drawing/2014/main" id="{266BF634-EC95-4F11-AD9A-27C986EF2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4684713"/>
            <a:ext cx="2349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$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A389A686-DB64-42AA-999A-1501389D8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0613" y="4684713"/>
            <a:ext cx="6397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1,000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" name="Rectangle 26">
            <a:extLst>
              <a:ext uri="{FF2B5EF4-FFF2-40B4-BE49-F238E27FC236}">
                <a16:creationId xmlns:a16="http://schemas.microsoft.com/office/drawing/2014/main" id="{3F1FED34-E086-4050-B9A0-0CB7BCA97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013" y="4684713"/>
            <a:ext cx="7556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$1,000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1" name="Rectangle 27">
            <a:extLst>
              <a:ext uri="{FF2B5EF4-FFF2-40B4-BE49-F238E27FC236}">
                <a16:creationId xmlns:a16="http://schemas.microsoft.com/office/drawing/2014/main" id="{4CBA51EE-A549-4F13-93EE-A735C2F54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5056188"/>
            <a:ext cx="13922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Accumulated 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 28">
            <a:extLst>
              <a:ext uri="{FF2B5EF4-FFF2-40B4-BE49-F238E27FC236}">
                <a16:creationId xmlns:a16="http://schemas.microsoft.com/office/drawing/2014/main" id="{D7AC8FEA-0054-4D42-BD1F-9E9B35F43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238" y="5056188"/>
            <a:ext cx="6715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Dep’n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3" name="Rectangle 29">
            <a:extLst>
              <a:ext uri="{FF2B5EF4-FFF2-40B4-BE49-F238E27FC236}">
                <a16:creationId xmlns:a16="http://schemas.microsoft.com/office/drawing/2014/main" id="{EFC267B3-30E5-45D0-82AF-881A420C5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5056188"/>
            <a:ext cx="2349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$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4" name="Rectangle 30">
            <a:extLst>
              <a:ext uri="{FF2B5EF4-FFF2-40B4-BE49-F238E27FC236}">
                <a16:creationId xmlns:a16="http://schemas.microsoft.com/office/drawing/2014/main" id="{7DD8F8DA-7C3D-4BEC-A6F4-EC851012F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0613" y="5056188"/>
            <a:ext cx="4921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(100)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5" name="Freeform 31">
            <a:extLst>
              <a:ext uri="{FF2B5EF4-FFF2-40B4-BE49-F238E27FC236}">
                <a16:creationId xmlns:a16="http://schemas.microsoft.com/office/drawing/2014/main" id="{E2CE3297-63C2-4F84-AE77-CF06286396D6}"/>
              </a:ext>
            </a:extLst>
          </p:cNvPr>
          <p:cNvSpPr>
            <a:spLocks/>
          </p:cNvSpPr>
          <p:nvPr/>
        </p:nvSpPr>
        <p:spPr bwMode="auto">
          <a:xfrm>
            <a:off x="3514725" y="5299076"/>
            <a:ext cx="630238" cy="14288"/>
          </a:xfrm>
          <a:custGeom>
            <a:avLst/>
            <a:gdLst>
              <a:gd name="T0" fmla="*/ 0 w 397"/>
              <a:gd name="T1" fmla="*/ 0 h 9"/>
              <a:gd name="T2" fmla="*/ 99 w 397"/>
              <a:gd name="T3" fmla="*/ 0 h 9"/>
              <a:gd name="T4" fmla="*/ 198 w 397"/>
              <a:gd name="T5" fmla="*/ 0 h 9"/>
              <a:gd name="T6" fmla="*/ 298 w 397"/>
              <a:gd name="T7" fmla="*/ 0 h 9"/>
              <a:gd name="T8" fmla="*/ 397 w 397"/>
              <a:gd name="T9" fmla="*/ 0 h 9"/>
              <a:gd name="T10" fmla="*/ 397 w 397"/>
              <a:gd name="T11" fmla="*/ 9 h 9"/>
              <a:gd name="T12" fmla="*/ 298 w 397"/>
              <a:gd name="T13" fmla="*/ 9 h 9"/>
              <a:gd name="T14" fmla="*/ 198 w 397"/>
              <a:gd name="T15" fmla="*/ 9 h 9"/>
              <a:gd name="T16" fmla="*/ 99 w 397"/>
              <a:gd name="T17" fmla="*/ 9 h 9"/>
              <a:gd name="T18" fmla="*/ 0 w 397"/>
              <a:gd name="T19" fmla="*/ 9 h 9"/>
              <a:gd name="T20" fmla="*/ 0 w 397"/>
              <a:gd name="T21" fmla="*/ 0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97" h="9">
                <a:moveTo>
                  <a:pt x="0" y="0"/>
                </a:moveTo>
                <a:lnTo>
                  <a:pt x="99" y="0"/>
                </a:lnTo>
                <a:lnTo>
                  <a:pt x="198" y="0"/>
                </a:lnTo>
                <a:lnTo>
                  <a:pt x="298" y="0"/>
                </a:lnTo>
                <a:lnTo>
                  <a:pt x="397" y="0"/>
                </a:lnTo>
                <a:lnTo>
                  <a:pt x="397" y="9"/>
                </a:lnTo>
                <a:lnTo>
                  <a:pt x="298" y="9"/>
                </a:lnTo>
                <a:lnTo>
                  <a:pt x="198" y="9"/>
                </a:lnTo>
                <a:lnTo>
                  <a:pt x="99" y="9"/>
                </a:ln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2">
            <a:extLst>
              <a:ext uri="{FF2B5EF4-FFF2-40B4-BE49-F238E27FC236}">
                <a16:creationId xmlns:a16="http://schemas.microsoft.com/office/drawing/2014/main" id="{45DE63CB-30E9-4CF1-89A5-CD8747210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013" y="5056188"/>
            <a:ext cx="6091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($200)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7" name="Freeform 33">
            <a:extLst>
              <a:ext uri="{FF2B5EF4-FFF2-40B4-BE49-F238E27FC236}">
                <a16:creationId xmlns:a16="http://schemas.microsoft.com/office/drawing/2014/main" id="{791DB270-C45C-478C-9641-7F9B046C620A}"/>
              </a:ext>
            </a:extLst>
          </p:cNvPr>
          <p:cNvSpPr>
            <a:spLocks/>
          </p:cNvSpPr>
          <p:nvPr/>
        </p:nvSpPr>
        <p:spPr bwMode="auto">
          <a:xfrm>
            <a:off x="4418013" y="5299076"/>
            <a:ext cx="630238" cy="14288"/>
          </a:xfrm>
          <a:custGeom>
            <a:avLst/>
            <a:gdLst>
              <a:gd name="T0" fmla="*/ 0 w 397"/>
              <a:gd name="T1" fmla="*/ 0 h 9"/>
              <a:gd name="T2" fmla="*/ 99 w 397"/>
              <a:gd name="T3" fmla="*/ 0 h 9"/>
              <a:gd name="T4" fmla="*/ 198 w 397"/>
              <a:gd name="T5" fmla="*/ 0 h 9"/>
              <a:gd name="T6" fmla="*/ 298 w 397"/>
              <a:gd name="T7" fmla="*/ 0 h 9"/>
              <a:gd name="T8" fmla="*/ 397 w 397"/>
              <a:gd name="T9" fmla="*/ 0 h 9"/>
              <a:gd name="T10" fmla="*/ 397 w 397"/>
              <a:gd name="T11" fmla="*/ 9 h 9"/>
              <a:gd name="T12" fmla="*/ 298 w 397"/>
              <a:gd name="T13" fmla="*/ 9 h 9"/>
              <a:gd name="T14" fmla="*/ 198 w 397"/>
              <a:gd name="T15" fmla="*/ 9 h 9"/>
              <a:gd name="T16" fmla="*/ 99 w 397"/>
              <a:gd name="T17" fmla="*/ 9 h 9"/>
              <a:gd name="T18" fmla="*/ 0 w 397"/>
              <a:gd name="T19" fmla="*/ 9 h 9"/>
              <a:gd name="T20" fmla="*/ 0 w 397"/>
              <a:gd name="T21" fmla="*/ 0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97" h="9">
                <a:moveTo>
                  <a:pt x="0" y="0"/>
                </a:moveTo>
                <a:lnTo>
                  <a:pt x="99" y="0"/>
                </a:lnTo>
                <a:lnTo>
                  <a:pt x="198" y="0"/>
                </a:lnTo>
                <a:lnTo>
                  <a:pt x="298" y="0"/>
                </a:lnTo>
                <a:lnTo>
                  <a:pt x="397" y="0"/>
                </a:lnTo>
                <a:lnTo>
                  <a:pt x="397" y="9"/>
                </a:lnTo>
                <a:lnTo>
                  <a:pt x="298" y="9"/>
                </a:lnTo>
                <a:lnTo>
                  <a:pt x="198" y="9"/>
                </a:lnTo>
                <a:lnTo>
                  <a:pt x="99" y="9"/>
                </a:ln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4">
            <a:extLst>
              <a:ext uri="{FF2B5EF4-FFF2-40B4-BE49-F238E27FC236}">
                <a16:creationId xmlns:a16="http://schemas.microsoft.com/office/drawing/2014/main" id="{83D1B007-4828-43C6-9D99-A7FCC9638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5427663"/>
            <a:ext cx="11652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Book Value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9" name="Rectangle 35">
            <a:extLst>
              <a:ext uri="{FF2B5EF4-FFF2-40B4-BE49-F238E27FC236}">
                <a16:creationId xmlns:a16="http://schemas.microsoft.com/office/drawing/2014/main" id="{1AAAA27C-7ABD-49DA-93E0-E82AFE51D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5427663"/>
            <a:ext cx="5826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$900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0" name="Rectangle 36">
            <a:extLst>
              <a:ext uri="{FF2B5EF4-FFF2-40B4-BE49-F238E27FC236}">
                <a16:creationId xmlns:a16="http://schemas.microsoft.com/office/drawing/2014/main" id="{8FEBBBED-4682-4B04-9AD4-2E9445B80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013" y="5427663"/>
            <a:ext cx="5826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$800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8B4AEA-785F-4A37-94A9-7F7B3787D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085" y="1471989"/>
            <a:ext cx="2230438" cy="112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3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 animBg="1"/>
      <p:bldP spid="22" grpId="0"/>
      <p:bldP spid="23" grpId="0"/>
      <p:bldP spid="24" grpId="0"/>
      <p:bldP spid="25" grpId="0"/>
      <p:bldP spid="26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 animBg="1"/>
      <p:bldP spid="36" grpId="0"/>
      <p:bldP spid="37" grpId="0" animBg="1"/>
      <p:bldP spid="38" grpId="0"/>
      <p:bldP spid="39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747514" y="269759"/>
            <a:ext cx="8682037" cy="1143000"/>
          </a:xfrm>
        </p:spPr>
        <p:txBody>
          <a:bodyPr/>
          <a:lstStyle/>
          <a:p>
            <a:r>
              <a:rPr lang="en-US" altLang="en-US" sz="3600">
                <a:latin typeface="+mj-lt"/>
              </a:rPr>
              <a:t>Jeremiah’s Couch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804A17-8A06-461A-9CBA-D4FF37001EA6}"/>
              </a:ext>
            </a:extLst>
          </p:cNvPr>
          <p:cNvSpPr txBox="1"/>
          <p:nvPr/>
        </p:nvSpPr>
        <p:spPr>
          <a:xfrm>
            <a:off x="5088532" y="1421484"/>
            <a:ext cx="24058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Original cost: $1,000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Useful life: 8 years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Salvage value: $200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BDE3D9-CF2A-4422-93CD-2C82DF6DA27E}"/>
              </a:ext>
            </a:extLst>
          </p:cNvPr>
          <p:cNvSpPr txBox="1"/>
          <p:nvPr/>
        </p:nvSpPr>
        <p:spPr>
          <a:xfrm>
            <a:off x="7918451" y="1414376"/>
            <a:ext cx="358749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Straight-line depreciation: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(1000-200) /  8 = $100 per year</a:t>
            </a:r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5410A9C0-A1F5-487E-BAD1-736CE9E3E4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3163" y="3157538"/>
            <a:ext cx="9475788" cy="0"/>
          </a:xfrm>
          <a:prstGeom prst="line">
            <a:avLst/>
          </a:prstGeom>
          <a:noFill/>
          <a:ln w="12700" cap="flat">
            <a:solidFill>
              <a:srgbClr val="565A5C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Line 6">
            <a:extLst>
              <a:ext uri="{FF2B5EF4-FFF2-40B4-BE49-F238E27FC236}">
                <a16:creationId xmlns:a16="http://schemas.microsoft.com/office/drawing/2014/main" id="{DB0ADE88-F4C7-4754-B2CB-2962F3537F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3163" y="2786063"/>
            <a:ext cx="9475788" cy="0"/>
          </a:xfrm>
          <a:prstGeom prst="line">
            <a:avLst/>
          </a:prstGeom>
          <a:noFill/>
          <a:ln w="12700" cap="flat">
            <a:solidFill>
              <a:srgbClr val="565A5C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Line 7">
            <a:extLst>
              <a:ext uri="{FF2B5EF4-FFF2-40B4-BE49-F238E27FC236}">
                <a16:creationId xmlns:a16="http://schemas.microsoft.com/office/drawing/2014/main" id="{BC741D42-E0DF-4C1E-8849-E3A3D43189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3163" y="5756276"/>
            <a:ext cx="9475788" cy="0"/>
          </a:xfrm>
          <a:prstGeom prst="line">
            <a:avLst/>
          </a:prstGeom>
          <a:noFill/>
          <a:ln w="12700" cap="flat">
            <a:solidFill>
              <a:srgbClr val="565A5C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0C13ED11-DA45-4545-B656-A7F5BCAE7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828926"/>
            <a:ext cx="7191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Year 1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1C3BC4DE-A4B1-4BEB-A19F-75666B51B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9450" y="2828926"/>
            <a:ext cx="7191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Year 2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7EC41C7C-8EC6-4303-B913-245499FE1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2738" y="2828926"/>
            <a:ext cx="7191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Year 3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1536AC8F-8365-42C8-9C64-D28B4A7A6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025" y="2828926"/>
            <a:ext cx="7191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Year 4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FB19B3FB-BCA4-438D-8382-BC8F13DA8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2828926"/>
            <a:ext cx="7191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Year 5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C13C691F-930E-4A4E-879B-7B5D8EADE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1013" y="2828926"/>
            <a:ext cx="7207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Year 6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4AFD2B05-99AA-45F4-A78B-D76B58B10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4300" y="2828926"/>
            <a:ext cx="7207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Year 7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C3106618-7C33-45F0-8EF9-F6EEE9359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7588" y="2828926"/>
            <a:ext cx="7207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Year 8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DB94E011-70CC-4B12-9AEE-F8E56FD1F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3200401"/>
            <a:ext cx="19367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Income Statement: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Freeform 17">
            <a:extLst>
              <a:ext uri="{FF2B5EF4-FFF2-40B4-BE49-F238E27FC236}">
                <a16:creationId xmlns:a16="http://schemas.microsoft.com/office/drawing/2014/main" id="{B892059A-023D-4865-AA07-14A630DBE2E5}"/>
              </a:ext>
            </a:extLst>
          </p:cNvPr>
          <p:cNvSpPr>
            <a:spLocks/>
          </p:cNvSpPr>
          <p:nvPr/>
        </p:nvSpPr>
        <p:spPr bwMode="auto">
          <a:xfrm>
            <a:off x="1263650" y="3443288"/>
            <a:ext cx="1804988" cy="14288"/>
          </a:xfrm>
          <a:custGeom>
            <a:avLst/>
            <a:gdLst>
              <a:gd name="T0" fmla="*/ 0 w 1137"/>
              <a:gd name="T1" fmla="*/ 0 h 9"/>
              <a:gd name="T2" fmla="*/ 285 w 1137"/>
              <a:gd name="T3" fmla="*/ 0 h 9"/>
              <a:gd name="T4" fmla="*/ 569 w 1137"/>
              <a:gd name="T5" fmla="*/ 0 h 9"/>
              <a:gd name="T6" fmla="*/ 853 w 1137"/>
              <a:gd name="T7" fmla="*/ 0 h 9"/>
              <a:gd name="T8" fmla="*/ 1137 w 1137"/>
              <a:gd name="T9" fmla="*/ 0 h 9"/>
              <a:gd name="T10" fmla="*/ 1137 w 1137"/>
              <a:gd name="T11" fmla="*/ 9 h 9"/>
              <a:gd name="T12" fmla="*/ 853 w 1137"/>
              <a:gd name="T13" fmla="*/ 9 h 9"/>
              <a:gd name="T14" fmla="*/ 569 w 1137"/>
              <a:gd name="T15" fmla="*/ 9 h 9"/>
              <a:gd name="T16" fmla="*/ 285 w 1137"/>
              <a:gd name="T17" fmla="*/ 9 h 9"/>
              <a:gd name="T18" fmla="*/ 0 w 1137"/>
              <a:gd name="T19" fmla="*/ 9 h 9"/>
              <a:gd name="T20" fmla="*/ 0 w 1137"/>
              <a:gd name="T21" fmla="*/ 0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37" h="9">
                <a:moveTo>
                  <a:pt x="0" y="0"/>
                </a:moveTo>
                <a:lnTo>
                  <a:pt x="285" y="0"/>
                </a:lnTo>
                <a:lnTo>
                  <a:pt x="569" y="0"/>
                </a:lnTo>
                <a:lnTo>
                  <a:pt x="853" y="0"/>
                </a:lnTo>
                <a:lnTo>
                  <a:pt x="1137" y="0"/>
                </a:lnTo>
                <a:lnTo>
                  <a:pt x="1137" y="9"/>
                </a:lnTo>
                <a:lnTo>
                  <a:pt x="853" y="9"/>
                </a:lnTo>
                <a:lnTo>
                  <a:pt x="569" y="9"/>
                </a:lnTo>
                <a:lnTo>
                  <a:pt x="285" y="9"/>
                </a:ln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FB62C7DB-3DB4-448C-98EB-8D2CACF19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3571876"/>
            <a:ext cx="21383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Depreciation Expense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 19">
            <a:extLst>
              <a:ext uri="{FF2B5EF4-FFF2-40B4-BE49-F238E27FC236}">
                <a16:creationId xmlns:a16="http://schemas.microsoft.com/office/drawing/2014/main" id="{23608478-28BA-424F-827B-3671445D6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3571876"/>
            <a:ext cx="5826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$100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 20">
            <a:extLst>
              <a:ext uri="{FF2B5EF4-FFF2-40B4-BE49-F238E27FC236}">
                <a16:creationId xmlns:a16="http://schemas.microsoft.com/office/drawing/2014/main" id="{1B77CDAF-E53D-45EF-ACA1-A302CA93A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013" y="3571876"/>
            <a:ext cx="5826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$100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 21">
            <a:extLst>
              <a:ext uri="{FF2B5EF4-FFF2-40B4-BE49-F238E27FC236}">
                <a16:creationId xmlns:a16="http://schemas.microsoft.com/office/drawing/2014/main" id="{8C4477DB-CAA9-49F8-8FD2-2351B5A9D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4311651"/>
            <a:ext cx="152241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Balance Sheet: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2606D9F8-FB70-4D89-8BDF-B489559949AD}"/>
              </a:ext>
            </a:extLst>
          </p:cNvPr>
          <p:cNvSpPr>
            <a:spLocks/>
          </p:cNvSpPr>
          <p:nvPr/>
        </p:nvSpPr>
        <p:spPr bwMode="auto">
          <a:xfrm>
            <a:off x="1263650" y="4556126"/>
            <a:ext cx="1398588" cy="15875"/>
          </a:xfrm>
          <a:custGeom>
            <a:avLst/>
            <a:gdLst>
              <a:gd name="T0" fmla="*/ 0 w 881"/>
              <a:gd name="T1" fmla="*/ 0 h 10"/>
              <a:gd name="T2" fmla="*/ 294 w 881"/>
              <a:gd name="T3" fmla="*/ 0 h 10"/>
              <a:gd name="T4" fmla="*/ 587 w 881"/>
              <a:gd name="T5" fmla="*/ 0 h 10"/>
              <a:gd name="T6" fmla="*/ 881 w 881"/>
              <a:gd name="T7" fmla="*/ 0 h 10"/>
              <a:gd name="T8" fmla="*/ 881 w 881"/>
              <a:gd name="T9" fmla="*/ 10 h 10"/>
              <a:gd name="T10" fmla="*/ 587 w 881"/>
              <a:gd name="T11" fmla="*/ 10 h 10"/>
              <a:gd name="T12" fmla="*/ 294 w 881"/>
              <a:gd name="T13" fmla="*/ 10 h 10"/>
              <a:gd name="T14" fmla="*/ 0 w 881"/>
              <a:gd name="T15" fmla="*/ 10 h 10"/>
              <a:gd name="T16" fmla="*/ 0 w 881"/>
              <a:gd name="T17" fmla="*/ 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81" h="10">
                <a:moveTo>
                  <a:pt x="0" y="0"/>
                </a:moveTo>
                <a:lnTo>
                  <a:pt x="294" y="0"/>
                </a:lnTo>
                <a:lnTo>
                  <a:pt x="587" y="0"/>
                </a:lnTo>
                <a:lnTo>
                  <a:pt x="881" y="0"/>
                </a:lnTo>
                <a:lnTo>
                  <a:pt x="881" y="10"/>
                </a:lnTo>
                <a:lnTo>
                  <a:pt x="587" y="10"/>
                </a:lnTo>
                <a:lnTo>
                  <a:pt x="294" y="10"/>
                </a:ln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3">
            <a:extLst>
              <a:ext uri="{FF2B5EF4-FFF2-40B4-BE49-F238E27FC236}">
                <a16:creationId xmlns:a16="http://schemas.microsoft.com/office/drawing/2014/main" id="{22302D48-4C30-4503-93E2-B53C12DE1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4684713"/>
            <a:ext cx="14255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Historical cost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8" name="Rectangle 24">
            <a:extLst>
              <a:ext uri="{FF2B5EF4-FFF2-40B4-BE49-F238E27FC236}">
                <a16:creationId xmlns:a16="http://schemas.microsoft.com/office/drawing/2014/main" id="{266BF634-EC95-4F11-AD9A-27C986EF2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4684713"/>
            <a:ext cx="2349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$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A389A686-DB64-42AA-999A-1501389D8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0613" y="4684713"/>
            <a:ext cx="6397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1,000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" name="Rectangle 26">
            <a:extLst>
              <a:ext uri="{FF2B5EF4-FFF2-40B4-BE49-F238E27FC236}">
                <a16:creationId xmlns:a16="http://schemas.microsoft.com/office/drawing/2014/main" id="{3F1FED34-E086-4050-B9A0-0CB7BCA97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013" y="4684713"/>
            <a:ext cx="7556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$1,000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1" name="Rectangle 27">
            <a:extLst>
              <a:ext uri="{FF2B5EF4-FFF2-40B4-BE49-F238E27FC236}">
                <a16:creationId xmlns:a16="http://schemas.microsoft.com/office/drawing/2014/main" id="{4CBA51EE-A549-4F13-93EE-A735C2F54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5056188"/>
            <a:ext cx="13922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Accumulated 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 28">
            <a:extLst>
              <a:ext uri="{FF2B5EF4-FFF2-40B4-BE49-F238E27FC236}">
                <a16:creationId xmlns:a16="http://schemas.microsoft.com/office/drawing/2014/main" id="{D7AC8FEA-0054-4D42-BD1F-9E9B35F43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238" y="5056188"/>
            <a:ext cx="6715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Dep’n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3" name="Rectangle 29">
            <a:extLst>
              <a:ext uri="{FF2B5EF4-FFF2-40B4-BE49-F238E27FC236}">
                <a16:creationId xmlns:a16="http://schemas.microsoft.com/office/drawing/2014/main" id="{EFC267B3-30E5-45D0-82AF-881A420C5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5056188"/>
            <a:ext cx="18755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($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4" name="Rectangle 30">
            <a:extLst>
              <a:ext uri="{FF2B5EF4-FFF2-40B4-BE49-F238E27FC236}">
                <a16:creationId xmlns:a16="http://schemas.microsoft.com/office/drawing/2014/main" id="{7DD8F8DA-7C3D-4BEC-A6F4-EC851012F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0613" y="5056188"/>
            <a:ext cx="42159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100)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5" name="Freeform 31">
            <a:extLst>
              <a:ext uri="{FF2B5EF4-FFF2-40B4-BE49-F238E27FC236}">
                <a16:creationId xmlns:a16="http://schemas.microsoft.com/office/drawing/2014/main" id="{E2CE3297-63C2-4F84-AE77-CF06286396D6}"/>
              </a:ext>
            </a:extLst>
          </p:cNvPr>
          <p:cNvSpPr>
            <a:spLocks/>
          </p:cNvSpPr>
          <p:nvPr/>
        </p:nvSpPr>
        <p:spPr bwMode="auto">
          <a:xfrm>
            <a:off x="3514725" y="5299076"/>
            <a:ext cx="630238" cy="14288"/>
          </a:xfrm>
          <a:custGeom>
            <a:avLst/>
            <a:gdLst>
              <a:gd name="T0" fmla="*/ 0 w 397"/>
              <a:gd name="T1" fmla="*/ 0 h 9"/>
              <a:gd name="T2" fmla="*/ 99 w 397"/>
              <a:gd name="T3" fmla="*/ 0 h 9"/>
              <a:gd name="T4" fmla="*/ 198 w 397"/>
              <a:gd name="T5" fmla="*/ 0 h 9"/>
              <a:gd name="T6" fmla="*/ 298 w 397"/>
              <a:gd name="T7" fmla="*/ 0 h 9"/>
              <a:gd name="T8" fmla="*/ 397 w 397"/>
              <a:gd name="T9" fmla="*/ 0 h 9"/>
              <a:gd name="T10" fmla="*/ 397 w 397"/>
              <a:gd name="T11" fmla="*/ 9 h 9"/>
              <a:gd name="T12" fmla="*/ 298 w 397"/>
              <a:gd name="T13" fmla="*/ 9 h 9"/>
              <a:gd name="T14" fmla="*/ 198 w 397"/>
              <a:gd name="T15" fmla="*/ 9 h 9"/>
              <a:gd name="T16" fmla="*/ 99 w 397"/>
              <a:gd name="T17" fmla="*/ 9 h 9"/>
              <a:gd name="T18" fmla="*/ 0 w 397"/>
              <a:gd name="T19" fmla="*/ 9 h 9"/>
              <a:gd name="T20" fmla="*/ 0 w 397"/>
              <a:gd name="T21" fmla="*/ 0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97" h="9">
                <a:moveTo>
                  <a:pt x="0" y="0"/>
                </a:moveTo>
                <a:lnTo>
                  <a:pt x="99" y="0"/>
                </a:lnTo>
                <a:lnTo>
                  <a:pt x="198" y="0"/>
                </a:lnTo>
                <a:lnTo>
                  <a:pt x="298" y="0"/>
                </a:lnTo>
                <a:lnTo>
                  <a:pt x="397" y="0"/>
                </a:lnTo>
                <a:lnTo>
                  <a:pt x="397" y="9"/>
                </a:lnTo>
                <a:lnTo>
                  <a:pt x="298" y="9"/>
                </a:lnTo>
                <a:lnTo>
                  <a:pt x="198" y="9"/>
                </a:lnTo>
                <a:lnTo>
                  <a:pt x="99" y="9"/>
                </a:ln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2">
            <a:extLst>
              <a:ext uri="{FF2B5EF4-FFF2-40B4-BE49-F238E27FC236}">
                <a16:creationId xmlns:a16="http://schemas.microsoft.com/office/drawing/2014/main" id="{45DE63CB-30E9-4CF1-89A5-CD8747210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013" y="5056188"/>
            <a:ext cx="6091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($200)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7" name="Freeform 33">
            <a:extLst>
              <a:ext uri="{FF2B5EF4-FFF2-40B4-BE49-F238E27FC236}">
                <a16:creationId xmlns:a16="http://schemas.microsoft.com/office/drawing/2014/main" id="{791DB270-C45C-478C-9641-7F9B046C620A}"/>
              </a:ext>
            </a:extLst>
          </p:cNvPr>
          <p:cNvSpPr>
            <a:spLocks/>
          </p:cNvSpPr>
          <p:nvPr/>
        </p:nvSpPr>
        <p:spPr bwMode="auto">
          <a:xfrm>
            <a:off x="4418013" y="5299076"/>
            <a:ext cx="630238" cy="14288"/>
          </a:xfrm>
          <a:custGeom>
            <a:avLst/>
            <a:gdLst>
              <a:gd name="T0" fmla="*/ 0 w 397"/>
              <a:gd name="T1" fmla="*/ 0 h 9"/>
              <a:gd name="T2" fmla="*/ 99 w 397"/>
              <a:gd name="T3" fmla="*/ 0 h 9"/>
              <a:gd name="T4" fmla="*/ 198 w 397"/>
              <a:gd name="T5" fmla="*/ 0 h 9"/>
              <a:gd name="T6" fmla="*/ 298 w 397"/>
              <a:gd name="T7" fmla="*/ 0 h 9"/>
              <a:gd name="T8" fmla="*/ 397 w 397"/>
              <a:gd name="T9" fmla="*/ 0 h 9"/>
              <a:gd name="T10" fmla="*/ 397 w 397"/>
              <a:gd name="T11" fmla="*/ 9 h 9"/>
              <a:gd name="T12" fmla="*/ 298 w 397"/>
              <a:gd name="T13" fmla="*/ 9 h 9"/>
              <a:gd name="T14" fmla="*/ 198 w 397"/>
              <a:gd name="T15" fmla="*/ 9 h 9"/>
              <a:gd name="T16" fmla="*/ 99 w 397"/>
              <a:gd name="T17" fmla="*/ 9 h 9"/>
              <a:gd name="T18" fmla="*/ 0 w 397"/>
              <a:gd name="T19" fmla="*/ 9 h 9"/>
              <a:gd name="T20" fmla="*/ 0 w 397"/>
              <a:gd name="T21" fmla="*/ 0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97" h="9">
                <a:moveTo>
                  <a:pt x="0" y="0"/>
                </a:moveTo>
                <a:lnTo>
                  <a:pt x="99" y="0"/>
                </a:lnTo>
                <a:lnTo>
                  <a:pt x="198" y="0"/>
                </a:lnTo>
                <a:lnTo>
                  <a:pt x="298" y="0"/>
                </a:lnTo>
                <a:lnTo>
                  <a:pt x="397" y="0"/>
                </a:lnTo>
                <a:lnTo>
                  <a:pt x="397" y="9"/>
                </a:lnTo>
                <a:lnTo>
                  <a:pt x="298" y="9"/>
                </a:lnTo>
                <a:lnTo>
                  <a:pt x="198" y="9"/>
                </a:lnTo>
                <a:lnTo>
                  <a:pt x="99" y="9"/>
                </a:ln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4">
            <a:extLst>
              <a:ext uri="{FF2B5EF4-FFF2-40B4-BE49-F238E27FC236}">
                <a16:creationId xmlns:a16="http://schemas.microsoft.com/office/drawing/2014/main" id="{83D1B007-4828-43C6-9D99-A7FCC9638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5427663"/>
            <a:ext cx="11652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Book Value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9" name="Rectangle 35">
            <a:extLst>
              <a:ext uri="{FF2B5EF4-FFF2-40B4-BE49-F238E27FC236}">
                <a16:creationId xmlns:a16="http://schemas.microsoft.com/office/drawing/2014/main" id="{1AAAA27C-7ABD-49DA-93E0-E82AFE51D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5427663"/>
            <a:ext cx="5826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$900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0" name="Rectangle 36">
            <a:extLst>
              <a:ext uri="{FF2B5EF4-FFF2-40B4-BE49-F238E27FC236}">
                <a16:creationId xmlns:a16="http://schemas.microsoft.com/office/drawing/2014/main" id="{8FEBBBED-4682-4B04-9AD4-2E9445B80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013" y="5427663"/>
            <a:ext cx="5826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$800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8B4AEA-785F-4A37-94A9-7F7B3787D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085" y="1471989"/>
            <a:ext cx="2230438" cy="112504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63868237-3DF0-4052-8E3F-EF820D6E6AC8}"/>
              </a:ext>
            </a:extLst>
          </p:cNvPr>
          <p:cNvSpPr txBox="1"/>
          <p:nvPr/>
        </p:nvSpPr>
        <p:spPr>
          <a:xfrm>
            <a:off x="3269523" y="1559197"/>
            <a:ext cx="280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7D64879-C373-4C43-8630-30FFADA9747D}"/>
              </a:ext>
            </a:extLst>
          </p:cNvPr>
          <p:cNvSpPr txBox="1"/>
          <p:nvPr/>
        </p:nvSpPr>
        <p:spPr>
          <a:xfrm>
            <a:off x="6652823" y="1749677"/>
            <a:ext cx="11209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 years left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17B3858-B466-4909-BFFB-78111A0204C8}"/>
              </a:ext>
            </a:extLst>
          </p:cNvPr>
          <p:cNvSpPr txBox="1"/>
          <p:nvPr/>
        </p:nvSpPr>
        <p:spPr>
          <a:xfrm>
            <a:off x="6734341" y="2068777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$100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A1A5AAE-F9AF-4A88-BCEB-F4C4956E1832}"/>
              </a:ext>
            </a:extLst>
          </p:cNvPr>
          <p:cNvCxnSpPr/>
          <p:nvPr/>
        </p:nvCxnSpPr>
        <p:spPr bwMode="auto">
          <a:xfrm>
            <a:off x="5961886" y="1908048"/>
            <a:ext cx="683055" cy="0"/>
          </a:xfrm>
          <a:prstGeom prst="line">
            <a:avLst/>
          </a:prstGeom>
          <a:solidFill>
            <a:srgbClr val="44546A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BF93DB8-DAD0-4051-AF26-72EDCAE1A4BE}"/>
              </a:ext>
            </a:extLst>
          </p:cNvPr>
          <p:cNvCxnSpPr>
            <a:cxnSpLocks/>
          </p:cNvCxnSpPr>
          <p:nvPr/>
        </p:nvCxnSpPr>
        <p:spPr bwMode="auto">
          <a:xfrm>
            <a:off x="6311295" y="2228910"/>
            <a:ext cx="436977" cy="0"/>
          </a:xfrm>
          <a:prstGeom prst="line">
            <a:avLst/>
          </a:prstGeom>
          <a:solidFill>
            <a:srgbClr val="44546A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5F26144-D00C-40C5-BF78-CD169E6BCE4E}"/>
              </a:ext>
            </a:extLst>
          </p:cNvPr>
          <p:cNvCxnSpPr>
            <a:cxnSpLocks/>
          </p:cNvCxnSpPr>
          <p:nvPr/>
        </p:nvCxnSpPr>
        <p:spPr bwMode="auto">
          <a:xfrm flipV="1">
            <a:off x="7988806" y="1908048"/>
            <a:ext cx="2618234" cy="10906"/>
          </a:xfrm>
          <a:prstGeom prst="line">
            <a:avLst/>
          </a:prstGeom>
          <a:solidFill>
            <a:srgbClr val="44546A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45" name="Picture 7" descr="I:\Dropbox\Camera Uploads\Camera\2009-fam\2009-02-01 09.38.27.jpg">
            <a:extLst>
              <a:ext uri="{FF2B5EF4-FFF2-40B4-BE49-F238E27FC236}">
                <a16:creationId xmlns:a16="http://schemas.microsoft.com/office/drawing/2014/main" id="{6C1E802E-6D1A-4937-9BB9-DD448FF52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0" t="45593" r="19640" b="6879"/>
          <a:stretch>
            <a:fillRect/>
          </a:stretch>
        </p:blipFill>
        <p:spPr bwMode="auto">
          <a:xfrm>
            <a:off x="3885490" y="1270001"/>
            <a:ext cx="630528" cy="671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5" descr="I:\Dropbox\Camera Uploads\Camera\2009-fam\2009-01-31 14.36.21.jpg">
            <a:extLst>
              <a:ext uri="{FF2B5EF4-FFF2-40B4-BE49-F238E27FC236}">
                <a16:creationId xmlns:a16="http://schemas.microsoft.com/office/drawing/2014/main" id="{A30F114A-BDB8-4273-9EE5-74635FD8E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97" t="20239" r="25426"/>
          <a:stretch>
            <a:fillRect/>
          </a:stretch>
        </p:blipFill>
        <p:spPr bwMode="auto">
          <a:xfrm>
            <a:off x="3842037" y="2013283"/>
            <a:ext cx="727212" cy="687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Rectangle 21">
            <a:extLst>
              <a:ext uri="{FF2B5EF4-FFF2-40B4-BE49-F238E27FC236}">
                <a16:creationId xmlns:a16="http://schemas.microsoft.com/office/drawing/2014/main" id="{72984ED6-DB47-41F3-A91A-E51D3967B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8925" y="3573463"/>
            <a:ext cx="46807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$</a:t>
            </a:r>
            <a:r>
              <a:rPr lang="en-US" altLang="en-US" b="1" kern="0">
                <a:solidFill>
                  <a:srgbClr val="4472C4">
                    <a:lumMod val="75000"/>
                  </a:srgbClr>
                </a:solidFill>
                <a:latin typeface="Calibri" panose="020F0502020204030204" pitchFamily="34" charset="0"/>
              </a:rPr>
              <a:t>350</a:t>
            </a:r>
            <a:endParaRPr kumimoji="0" lang="en-US" altLang="en-US" sz="1800" b="1" i="0" u="none" strike="noStrike" kern="0" cap="none" spc="0" normalizeH="0" baseline="0" noProof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" name="Rectangle 22">
            <a:extLst>
              <a:ext uri="{FF2B5EF4-FFF2-40B4-BE49-F238E27FC236}">
                <a16:creationId xmlns:a16="http://schemas.microsoft.com/office/drawing/2014/main" id="{A1922C7D-52E6-4017-8EC0-990EBBD29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3800" y="3573463"/>
            <a:ext cx="46807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$</a:t>
            </a:r>
            <a:r>
              <a:rPr lang="en-US" altLang="en-US" b="1" kern="0">
                <a:solidFill>
                  <a:srgbClr val="4472C4">
                    <a:lumMod val="75000"/>
                  </a:srgbClr>
                </a:solidFill>
                <a:latin typeface="Calibri" panose="020F0502020204030204" pitchFamily="34" charset="0"/>
              </a:rPr>
              <a:t>350</a:t>
            </a:r>
            <a:endParaRPr kumimoji="0" lang="en-US" altLang="en-US" sz="1800" b="1" i="0" u="none" strike="noStrike" kern="0" cap="none" spc="0" normalizeH="0" baseline="0" noProof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5" name="Rectangle 29">
            <a:extLst>
              <a:ext uri="{FF2B5EF4-FFF2-40B4-BE49-F238E27FC236}">
                <a16:creationId xmlns:a16="http://schemas.microsoft.com/office/drawing/2014/main" id="{1910820D-DCE4-44FA-B554-C308C4688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8925" y="4686300"/>
            <a:ext cx="64280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$1,000</a:t>
            </a:r>
            <a:endParaRPr kumimoji="0" lang="en-US" altLang="en-US" sz="1800" b="1" i="0" u="none" strike="noStrike" kern="0" cap="none" spc="0" normalizeH="0" baseline="0" noProof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6" name="Rectangle 30">
            <a:extLst>
              <a:ext uri="{FF2B5EF4-FFF2-40B4-BE49-F238E27FC236}">
                <a16:creationId xmlns:a16="http://schemas.microsoft.com/office/drawing/2014/main" id="{DE9C0034-50E8-4863-9BFA-B78F4D3F1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3800" y="4686300"/>
            <a:ext cx="64280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$1,000</a:t>
            </a:r>
            <a:endParaRPr kumimoji="0" lang="en-US" altLang="en-US" sz="1800" b="1" i="0" u="none" strike="noStrike" kern="0" cap="none" spc="0" normalizeH="0" baseline="0" noProof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7" name="Rectangle 38">
            <a:extLst>
              <a:ext uri="{FF2B5EF4-FFF2-40B4-BE49-F238E27FC236}">
                <a16:creationId xmlns:a16="http://schemas.microsoft.com/office/drawing/2014/main" id="{18F90B55-3A18-49A6-855F-C51337F6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8925" y="5059363"/>
            <a:ext cx="61234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($</a:t>
            </a:r>
            <a:r>
              <a:rPr lang="en-US" altLang="en-US" b="1" kern="0">
                <a:solidFill>
                  <a:srgbClr val="4472C4">
                    <a:lumMod val="75000"/>
                  </a:srgbClr>
                </a:solidFill>
                <a:latin typeface="Calibri" panose="020F0502020204030204" pitchFamily="34" charset="0"/>
              </a:rPr>
              <a:t>55</a:t>
            </a: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0)</a:t>
            </a:r>
            <a:endParaRPr kumimoji="0" lang="en-US" altLang="en-US" sz="1800" b="1" i="0" u="none" strike="noStrike" kern="0" cap="none" spc="0" normalizeH="0" baseline="0" noProof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8" name="Freeform 39">
            <a:extLst>
              <a:ext uri="{FF2B5EF4-FFF2-40B4-BE49-F238E27FC236}">
                <a16:creationId xmlns:a16="http://schemas.microsoft.com/office/drawing/2014/main" id="{500789CA-AF95-4C99-9919-7F8F417CEEA2}"/>
              </a:ext>
            </a:extLst>
          </p:cNvPr>
          <p:cNvSpPr>
            <a:spLocks/>
          </p:cNvSpPr>
          <p:nvPr/>
        </p:nvSpPr>
        <p:spPr bwMode="auto">
          <a:xfrm>
            <a:off x="5368925" y="5302250"/>
            <a:ext cx="631825" cy="15875"/>
          </a:xfrm>
          <a:custGeom>
            <a:avLst/>
            <a:gdLst>
              <a:gd name="T0" fmla="*/ 0 w 398"/>
              <a:gd name="T1" fmla="*/ 0 h 10"/>
              <a:gd name="T2" fmla="*/ 99 w 398"/>
              <a:gd name="T3" fmla="*/ 0 h 10"/>
              <a:gd name="T4" fmla="*/ 199 w 398"/>
              <a:gd name="T5" fmla="*/ 0 h 10"/>
              <a:gd name="T6" fmla="*/ 298 w 398"/>
              <a:gd name="T7" fmla="*/ 0 h 10"/>
              <a:gd name="T8" fmla="*/ 398 w 398"/>
              <a:gd name="T9" fmla="*/ 0 h 10"/>
              <a:gd name="T10" fmla="*/ 398 w 398"/>
              <a:gd name="T11" fmla="*/ 10 h 10"/>
              <a:gd name="T12" fmla="*/ 298 w 398"/>
              <a:gd name="T13" fmla="*/ 10 h 10"/>
              <a:gd name="T14" fmla="*/ 199 w 398"/>
              <a:gd name="T15" fmla="*/ 10 h 10"/>
              <a:gd name="T16" fmla="*/ 99 w 398"/>
              <a:gd name="T17" fmla="*/ 10 h 10"/>
              <a:gd name="T18" fmla="*/ 0 w 398"/>
              <a:gd name="T19" fmla="*/ 10 h 10"/>
              <a:gd name="T20" fmla="*/ 0 w 398"/>
              <a:gd name="T21" fmla="*/ 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98" h="10">
                <a:moveTo>
                  <a:pt x="0" y="0"/>
                </a:moveTo>
                <a:lnTo>
                  <a:pt x="99" y="0"/>
                </a:lnTo>
                <a:lnTo>
                  <a:pt x="199" y="0"/>
                </a:lnTo>
                <a:lnTo>
                  <a:pt x="298" y="0"/>
                </a:lnTo>
                <a:lnTo>
                  <a:pt x="398" y="0"/>
                </a:lnTo>
                <a:lnTo>
                  <a:pt x="398" y="10"/>
                </a:lnTo>
                <a:lnTo>
                  <a:pt x="298" y="10"/>
                </a:lnTo>
                <a:lnTo>
                  <a:pt x="199" y="10"/>
                </a:lnTo>
                <a:lnTo>
                  <a:pt x="99" y="10"/>
                </a:ln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Rectangle 40">
            <a:extLst>
              <a:ext uri="{FF2B5EF4-FFF2-40B4-BE49-F238E27FC236}">
                <a16:creationId xmlns:a16="http://schemas.microsoft.com/office/drawing/2014/main" id="{CE2A66C8-B843-4E33-AD41-83E69798F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3800" y="5059363"/>
            <a:ext cx="61234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($</a:t>
            </a:r>
            <a:r>
              <a:rPr lang="en-US" altLang="en-US" b="1" kern="0">
                <a:solidFill>
                  <a:srgbClr val="4472C4">
                    <a:lumMod val="75000"/>
                  </a:srgbClr>
                </a:solidFill>
                <a:latin typeface="Calibri" panose="020F0502020204030204" pitchFamily="34" charset="0"/>
              </a:rPr>
              <a:t>90</a:t>
            </a: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0)</a:t>
            </a:r>
            <a:endParaRPr kumimoji="0" lang="en-US" altLang="en-US" sz="1800" b="1" i="0" u="none" strike="noStrike" kern="0" cap="none" spc="0" normalizeH="0" baseline="0" noProof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0" name="Freeform 41">
            <a:extLst>
              <a:ext uri="{FF2B5EF4-FFF2-40B4-BE49-F238E27FC236}">
                <a16:creationId xmlns:a16="http://schemas.microsoft.com/office/drawing/2014/main" id="{3CE650E2-1500-4A42-A78B-2DAF24C97AE8}"/>
              </a:ext>
            </a:extLst>
          </p:cNvPr>
          <p:cNvSpPr>
            <a:spLocks/>
          </p:cNvSpPr>
          <p:nvPr/>
        </p:nvSpPr>
        <p:spPr bwMode="auto">
          <a:xfrm>
            <a:off x="6272213" y="5302250"/>
            <a:ext cx="636588" cy="15875"/>
          </a:xfrm>
          <a:custGeom>
            <a:avLst/>
            <a:gdLst>
              <a:gd name="T0" fmla="*/ 0 w 401"/>
              <a:gd name="T1" fmla="*/ 0 h 10"/>
              <a:gd name="T2" fmla="*/ 100 w 401"/>
              <a:gd name="T3" fmla="*/ 0 h 10"/>
              <a:gd name="T4" fmla="*/ 200 w 401"/>
              <a:gd name="T5" fmla="*/ 0 h 10"/>
              <a:gd name="T6" fmla="*/ 300 w 401"/>
              <a:gd name="T7" fmla="*/ 0 h 10"/>
              <a:gd name="T8" fmla="*/ 401 w 401"/>
              <a:gd name="T9" fmla="*/ 0 h 10"/>
              <a:gd name="T10" fmla="*/ 401 w 401"/>
              <a:gd name="T11" fmla="*/ 10 h 10"/>
              <a:gd name="T12" fmla="*/ 300 w 401"/>
              <a:gd name="T13" fmla="*/ 10 h 10"/>
              <a:gd name="T14" fmla="*/ 200 w 401"/>
              <a:gd name="T15" fmla="*/ 10 h 10"/>
              <a:gd name="T16" fmla="*/ 100 w 401"/>
              <a:gd name="T17" fmla="*/ 10 h 10"/>
              <a:gd name="T18" fmla="*/ 0 w 401"/>
              <a:gd name="T19" fmla="*/ 10 h 10"/>
              <a:gd name="T20" fmla="*/ 0 w 401"/>
              <a:gd name="T21" fmla="*/ 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01" h="10">
                <a:moveTo>
                  <a:pt x="0" y="0"/>
                </a:moveTo>
                <a:lnTo>
                  <a:pt x="100" y="0"/>
                </a:lnTo>
                <a:lnTo>
                  <a:pt x="200" y="0"/>
                </a:lnTo>
                <a:lnTo>
                  <a:pt x="300" y="0"/>
                </a:lnTo>
                <a:lnTo>
                  <a:pt x="401" y="0"/>
                </a:lnTo>
                <a:lnTo>
                  <a:pt x="401" y="10"/>
                </a:lnTo>
                <a:lnTo>
                  <a:pt x="300" y="10"/>
                </a:lnTo>
                <a:lnTo>
                  <a:pt x="200" y="10"/>
                </a:lnTo>
                <a:lnTo>
                  <a:pt x="100" y="10"/>
                </a:ln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Rectangle 45">
            <a:extLst>
              <a:ext uri="{FF2B5EF4-FFF2-40B4-BE49-F238E27FC236}">
                <a16:creationId xmlns:a16="http://schemas.microsoft.com/office/drawing/2014/main" id="{F2C410D9-1DA6-4AB1-9960-EA3D68CB9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8925" y="5430838"/>
            <a:ext cx="46807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$450</a:t>
            </a:r>
            <a:endParaRPr kumimoji="0" lang="en-US" altLang="en-US" sz="1800" b="1" i="0" u="none" strike="noStrike" kern="0" cap="none" spc="0" normalizeH="0" baseline="0" noProof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2" name="Rectangle 46">
            <a:extLst>
              <a:ext uri="{FF2B5EF4-FFF2-40B4-BE49-F238E27FC236}">
                <a16:creationId xmlns:a16="http://schemas.microsoft.com/office/drawing/2014/main" id="{9395CC74-5F64-4065-A59B-5286F7E0C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3800" y="5430838"/>
            <a:ext cx="46807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$100</a:t>
            </a:r>
            <a:endParaRPr kumimoji="0" lang="en-US" altLang="en-US" sz="1800" b="1" i="0" u="none" strike="noStrike" kern="0" cap="none" spc="0" normalizeH="0" baseline="0" noProof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505C429-872B-49F4-A171-D2788F225BBD}"/>
              </a:ext>
            </a:extLst>
          </p:cNvPr>
          <p:cNvSpPr txBox="1"/>
          <p:nvPr/>
        </p:nvSpPr>
        <p:spPr>
          <a:xfrm>
            <a:off x="8125968" y="2005280"/>
            <a:ext cx="31981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(800-100) /  2 = $</a:t>
            </a:r>
            <a:r>
              <a:rPr lang="en-US" sz="1600" b="1">
                <a:solidFill>
                  <a:srgbClr val="4472C4">
                    <a:lumMod val="75000"/>
                  </a:srgbClr>
                </a:solidFill>
                <a:latin typeface="Calibri"/>
              </a:rPr>
              <a:t>35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 per year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A0800D0-9E91-3059-3C0B-C6735132ACC3}"/>
              </a:ext>
            </a:extLst>
          </p:cNvPr>
          <p:cNvSpPr/>
          <p:nvPr/>
        </p:nvSpPr>
        <p:spPr>
          <a:xfrm>
            <a:off x="4298157" y="5372082"/>
            <a:ext cx="695325" cy="38816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124CCC4-DFAD-6B69-261C-B5F4E31C9F6B}"/>
              </a:ext>
            </a:extLst>
          </p:cNvPr>
          <p:cNvSpPr/>
          <p:nvPr/>
        </p:nvSpPr>
        <p:spPr>
          <a:xfrm>
            <a:off x="6151441" y="5403444"/>
            <a:ext cx="695325" cy="38816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3737D7F-4E4E-7E7A-04A4-B7856EB05FCD}"/>
              </a:ext>
            </a:extLst>
          </p:cNvPr>
          <p:cNvSpPr/>
          <p:nvPr/>
        </p:nvSpPr>
        <p:spPr>
          <a:xfrm>
            <a:off x="6713305" y="2034345"/>
            <a:ext cx="695325" cy="38816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DC59D2-9845-AC6B-E0EB-EE788D4CEF95}"/>
              </a:ext>
            </a:extLst>
          </p:cNvPr>
          <p:cNvCxnSpPr>
            <a:cxnSpLocks/>
          </p:cNvCxnSpPr>
          <p:nvPr/>
        </p:nvCxnSpPr>
        <p:spPr bwMode="auto">
          <a:xfrm>
            <a:off x="7335788" y="3630628"/>
            <a:ext cx="3271252" cy="1898739"/>
          </a:xfrm>
          <a:prstGeom prst="line">
            <a:avLst/>
          </a:prstGeom>
          <a:solidFill>
            <a:srgbClr val="44546A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B3127BA-67C7-469D-8780-D4DCF40D0A16}"/>
              </a:ext>
            </a:extLst>
          </p:cNvPr>
          <p:cNvCxnSpPr>
            <a:cxnSpLocks/>
          </p:cNvCxnSpPr>
          <p:nvPr/>
        </p:nvCxnSpPr>
        <p:spPr bwMode="auto">
          <a:xfrm flipV="1">
            <a:off x="7465963" y="3571876"/>
            <a:ext cx="2919176" cy="1895475"/>
          </a:xfrm>
          <a:prstGeom prst="line">
            <a:avLst/>
          </a:prstGeom>
          <a:solidFill>
            <a:srgbClr val="44546A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70322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47" grpId="0"/>
      <p:bldP spid="48" grpId="0"/>
      <p:bldP spid="55" grpId="0"/>
      <p:bldP spid="56" grpId="0"/>
      <p:bldP spid="57" grpId="0"/>
      <p:bldP spid="58" grpId="0" animBg="1"/>
      <p:bldP spid="59" grpId="0"/>
      <p:bldP spid="60" grpId="0" animBg="1"/>
      <p:bldP spid="61" grpId="0"/>
      <p:bldP spid="62" grpId="0"/>
      <p:bldP spid="63" grpId="0"/>
      <p:bldP spid="2" grpId="0" animBg="1"/>
      <p:bldP spid="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0904E-A556-F643-616D-94E5F8D34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9F54-77F8-8D5A-59CC-B3BE1F285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In-class problem: New Information</a:t>
            </a:r>
          </a:p>
        </p:txBody>
      </p:sp>
    </p:spTree>
    <p:extLst>
      <p:ext uri="{BB962C8B-B14F-4D97-AF65-F5344CB8AC3E}">
        <p14:creationId xmlns:p14="http://schemas.microsoft.com/office/powerpoint/2010/main" val="2835139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7119E-269A-A7CE-DCE3-03962EE06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41F7405-978D-7C27-27AA-56118A384D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1095" y="284430"/>
            <a:ext cx="8796337" cy="1143000"/>
          </a:xfrm>
        </p:spPr>
        <p:txBody>
          <a:bodyPr>
            <a:normAutofit/>
          </a:bodyPr>
          <a:lstStyle/>
          <a:p>
            <a:r>
              <a:rPr lang="en-US" altLang="en-US" sz="4000">
                <a:latin typeface="Arial Black" panose="020B0A04020102020204" pitchFamily="34" charset="0"/>
                <a:cs typeface="Calibri Light" panose="020F0302020204030204" pitchFamily="34" charset="0"/>
              </a:rPr>
              <a:t>PP&amp;E Life Cycle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DE5253-3BC7-7AF2-8046-50A814C3A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1507"/>
            <a:ext cx="12192000" cy="34674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4487B8B-420E-78F4-F536-164C13C4C292}"/>
              </a:ext>
            </a:extLst>
          </p:cNvPr>
          <p:cNvSpPr/>
          <p:nvPr/>
        </p:nvSpPr>
        <p:spPr>
          <a:xfrm>
            <a:off x="7876291" y="3561610"/>
            <a:ext cx="2785010" cy="7758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243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093CC-249C-447D-8684-F413E98E6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768" y="782925"/>
            <a:ext cx="10515600" cy="2852737"/>
          </a:xfrm>
        </p:spPr>
        <p:txBody>
          <a:bodyPr/>
          <a:lstStyle/>
          <a:p>
            <a:pPr algn="ctr"/>
            <a:r>
              <a:rPr lang="en-US"/>
              <a:t>Asset Retirement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119CA0-B797-45E1-9762-FD44319F0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85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Assets Retirements</a:t>
            </a:r>
          </a:p>
        </p:txBody>
      </p:sp>
      <p:sp>
        <p:nvSpPr>
          <p:cNvPr id="39939" name="Content Placeholder 1"/>
          <p:cNvSpPr>
            <a:spLocks noGrp="1"/>
          </p:cNvSpPr>
          <p:nvPr>
            <p:ph idx="1"/>
          </p:nvPr>
        </p:nvSpPr>
        <p:spPr>
          <a:xfrm>
            <a:off x="838200" y="1447801"/>
            <a:ext cx="10325100" cy="4731618"/>
          </a:xfrm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When a long-term tangible asset is disposed, the financial statements need to reflect this event</a:t>
            </a:r>
          </a:p>
          <a:p>
            <a:pPr marL="0" indent="0">
              <a:spcBef>
                <a:spcPct val="0"/>
              </a:spcBef>
              <a:buNone/>
            </a:pP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914400" lvl="1" indent="-457200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Remove asset (original cost and accumulated depreciation)</a:t>
            </a:r>
          </a:p>
          <a:p>
            <a:pPr marL="914400" lvl="1" indent="-457200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Record consideration received (if any)</a:t>
            </a:r>
          </a:p>
          <a:p>
            <a:pPr marL="914400" lvl="1" indent="-457200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Record a gain or loss if consideration received </a:t>
            </a:r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book value</a:t>
            </a: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677400" y="6248400"/>
            <a:ext cx="990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CD8AF2-95B4-47C6-8BEF-05D7AA5C9367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9E1BAA-3F25-494A-A837-2A994BC02345}"/>
              </a:ext>
            </a:extLst>
          </p:cNvPr>
          <p:cNvSpPr txBox="1"/>
          <p:nvPr/>
        </p:nvSpPr>
        <p:spPr>
          <a:xfrm>
            <a:off x="3835400" y="4889500"/>
            <a:ext cx="3670300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Gain if proceeds &gt; Book Value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Loss if proceeds &lt; Book Value</a:t>
            </a:r>
          </a:p>
        </p:txBody>
      </p:sp>
    </p:spTree>
    <p:extLst>
      <p:ext uri="{BB962C8B-B14F-4D97-AF65-F5344CB8AC3E}">
        <p14:creationId xmlns:p14="http://schemas.microsoft.com/office/powerpoint/2010/main" val="267393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Assets Retirements</a:t>
            </a:r>
          </a:p>
        </p:txBody>
      </p:sp>
      <p:sp>
        <p:nvSpPr>
          <p:cNvPr id="44035" name="Content Placeholder 1"/>
          <p:cNvSpPr>
            <a:spLocks noGrp="1"/>
          </p:cNvSpPr>
          <p:nvPr>
            <p:ph idx="1"/>
          </p:nvPr>
        </p:nvSpPr>
        <p:spPr>
          <a:xfrm>
            <a:off x="838200" y="1447801"/>
            <a:ext cx="9918700" cy="5058877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en-US" u="sng">
                <a:solidFill>
                  <a:srgbClr val="0070C0"/>
                </a:solidFill>
                <a:latin typeface="Times New Roman" panose="02020603050405020304" pitchFamily="18" charset="0"/>
              </a:rPr>
              <a:t>Standard sale</a:t>
            </a:r>
            <a:r>
              <a:rPr lang="en-US" altLang="en-US">
                <a:solidFill>
                  <a:srgbClr val="0070C0"/>
                </a:solidFill>
                <a:latin typeface="Times New Roman" panose="02020603050405020304" pitchFamily="18" charset="0"/>
              </a:rPr>
              <a:t>: </a:t>
            </a:r>
            <a:r>
              <a:rPr lang="en-US" altLang="en-US" i="1">
                <a:solidFill>
                  <a:srgbClr val="0070C0"/>
                </a:solidFill>
                <a:latin typeface="Times New Roman" panose="02020603050405020304" pitchFamily="18" charset="0"/>
              </a:rPr>
              <a:t>Regular Co. sells a machine that cost $100,000 and has $20,000 of accumulated depreciation for $70,000 in cash.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endParaRPr lang="en-US" altLang="en-US" i="1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endParaRPr lang="en-US" altLang="en-US" i="1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endParaRPr lang="en-US" altLang="en-US" i="1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914400" lvl="1" indent="-457200">
              <a:spcBef>
                <a:spcPct val="0"/>
              </a:spcBef>
              <a:buSzPct val="50000"/>
              <a:buNone/>
              <a:defRPr/>
            </a:pP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914400" lvl="1" indent="-457200">
              <a:spcBef>
                <a:spcPct val="0"/>
              </a:spcBef>
              <a:buSzPct val="50000"/>
              <a:buNone/>
              <a:defRPr/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Cash (B-A) 				70,000 (consideration received)</a:t>
            </a:r>
          </a:p>
          <a:p>
            <a:pPr marL="914400" lvl="1" indent="-457200">
              <a:spcBef>
                <a:spcPct val="0"/>
              </a:spcBef>
              <a:buSzPct val="50000"/>
              <a:buNone/>
              <a:defRPr/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Accumulated Depreciation (B-XA) 	20,000 (remove in full) </a:t>
            </a:r>
          </a:p>
          <a:p>
            <a:pPr marL="914400" lvl="1" indent="-457200">
              <a:spcBef>
                <a:spcPct val="0"/>
              </a:spcBef>
              <a:buSzPct val="50000"/>
              <a:buNone/>
              <a:defRPr/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	 					  </a:t>
            </a:r>
          </a:p>
          <a:p>
            <a:pPr marL="914400" lvl="1" indent="-457200">
              <a:spcBef>
                <a:spcPct val="0"/>
              </a:spcBef>
              <a:buSzPct val="50000"/>
              <a:buNone/>
              <a:defRPr/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	Asset (B-A)					100,000 (remove in full)</a:t>
            </a:r>
          </a:p>
          <a:p>
            <a:pPr>
              <a:defRPr/>
            </a:pPr>
            <a:endParaRPr lang="en-US" altLang="en-US" sz="400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677400" y="6248400"/>
            <a:ext cx="990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34746C-150B-4BC8-85AA-8998FF37E1AF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73346A-18A2-47DA-B9F6-DE38B12E533C}"/>
              </a:ext>
            </a:extLst>
          </p:cNvPr>
          <p:cNvSpPr/>
          <p:nvPr/>
        </p:nvSpPr>
        <p:spPr>
          <a:xfrm>
            <a:off x="1282700" y="4202753"/>
            <a:ext cx="9194800" cy="4284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91471A-0204-48F3-A95C-D184A0A9D2A6}"/>
              </a:ext>
            </a:extLst>
          </p:cNvPr>
          <p:cNvSpPr/>
          <p:nvPr/>
        </p:nvSpPr>
        <p:spPr>
          <a:xfrm>
            <a:off x="1282700" y="4587963"/>
            <a:ext cx="9194800" cy="4284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300208-093E-4B11-B92E-9E5A03AF465B}"/>
              </a:ext>
            </a:extLst>
          </p:cNvPr>
          <p:cNvSpPr/>
          <p:nvPr/>
        </p:nvSpPr>
        <p:spPr>
          <a:xfrm>
            <a:off x="1435100" y="5257800"/>
            <a:ext cx="9194800" cy="4284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F27480-AF10-6F0E-7CF3-CD8F0312097A}"/>
              </a:ext>
            </a:extLst>
          </p:cNvPr>
          <p:cNvSpPr txBox="1"/>
          <p:nvPr/>
        </p:nvSpPr>
        <p:spPr>
          <a:xfrm>
            <a:off x="4363422" y="2609568"/>
            <a:ext cx="1858201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Cash = </a:t>
            </a:r>
            <a:r>
              <a:rPr lang="en-US">
                <a:solidFill>
                  <a:prstClr val="black"/>
                </a:solidFill>
                <a:latin typeface="Arial" panose="020B0604020202020204"/>
              </a:rPr>
              <a:t>7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-NBV = 80,000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Loss  = (10,000)</a:t>
            </a:r>
          </a:p>
        </p:txBody>
      </p:sp>
    </p:spTree>
    <p:extLst>
      <p:ext uri="{BB962C8B-B14F-4D97-AF65-F5344CB8AC3E}">
        <p14:creationId xmlns:p14="http://schemas.microsoft.com/office/powerpoint/2010/main" val="338685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Assets Retirements</a:t>
            </a:r>
          </a:p>
        </p:txBody>
      </p:sp>
      <p:sp>
        <p:nvSpPr>
          <p:cNvPr id="44035" name="Content Placeholder 1"/>
          <p:cNvSpPr>
            <a:spLocks noGrp="1"/>
          </p:cNvSpPr>
          <p:nvPr>
            <p:ph idx="1"/>
          </p:nvPr>
        </p:nvSpPr>
        <p:spPr>
          <a:xfrm>
            <a:off x="838200" y="1447801"/>
            <a:ext cx="9918700" cy="5058877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en-US" u="sng">
                <a:solidFill>
                  <a:srgbClr val="0070C0"/>
                </a:solidFill>
                <a:latin typeface="Times New Roman" panose="02020603050405020304" pitchFamily="18" charset="0"/>
              </a:rPr>
              <a:t>Standard sale</a:t>
            </a:r>
            <a:r>
              <a:rPr lang="en-US" altLang="en-US">
                <a:solidFill>
                  <a:srgbClr val="0070C0"/>
                </a:solidFill>
                <a:latin typeface="Times New Roman" panose="02020603050405020304" pitchFamily="18" charset="0"/>
              </a:rPr>
              <a:t>: </a:t>
            </a:r>
            <a:r>
              <a:rPr lang="en-US" altLang="en-US" i="1">
                <a:solidFill>
                  <a:srgbClr val="0070C0"/>
                </a:solidFill>
                <a:latin typeface="Times New Roman" panose="02020603050405020304" pitchFamily="18" charset="0"/>
              </a:rPr>
              <a:t>Regular Co. sells a machine that cost $100,000 and has $20,000 of accumulated depreciation for $70,000 in cash.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endParaRPr lang="en-US" altLang="en-US" i="1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endParaRPr lang="en-US" altLang="en-US" i="1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endParaRPr lang="en-US" altLang="en-US" i="1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914400" lvl="1" indent="-457200">
              <a:spcBef>
                <a:spcPct val="0"/>
              </a:spcBef>
              <a:buSzPct val="50000"/>
              <a:buNone/>
              <a:defRPr/>
            </a:pP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914400" lvl="1" indent="-457200">
              <a:spcBef>
                <a:spcPct val="0"/>
              </a:spcBef>
              <a:buSzPct val="50000"/>
              <a:buNone/>
              <a:defRPr/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Cash (B-A) 				70,000 (consideration received)</a:t>
            </a:r>
          </a:p>
          <a:p>
            <a:pPr marL="914400" lvl="1" indent="-457200">
              <a:spcBef>
                <a:spcPct val="0"/>
              </a:spcBef>
              <a:buSzPct val="50000"/>
              <a:buNone/>
              <a:defRPr/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Accumulated Depreciation (B-XA) 	20,000 (remove in full) </a:t>
            </a:r>
          </a:p>
          <a:p>
            <a:pPr marL="914400" lvl="1" indent="-457200">
              <a:spcBef>
                <a:spcPct val="0"/>
              </a:spcBef>
              <a:buSzPct val="50000"/>
              <a:buNone/>
              <a:defRPr/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Loss (I-X)					10,000 </a:t>
            </a:r>
          </a:p>
          <a:p>
            <a:pPr marL="914400" lvl="1" indent="-457200">
              <a:spcBef>
                <a:spcPct val="0"/>
              </a:spcBef>
              <a:buSzPct val="50000"/>
              <a:buNone/>
              <a:defRPr/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	Asset (B-A)					100,000 (remove in full)</a:t>
            </a:r>
          </a:p>
          <a:p>
            <a:pPr>
              <a:defRPr/>
            </a:pPr>
            <a:endParaRPr lang="en-US" altLang="en-US" sz="400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677400" y="6248400"/>
            <a:ext cx="990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34746C-150B-4BC8-85AA-8998FF37E1AF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364255" y="2612799"/>
            <a:ext cx="1858201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Cash = </a:t>
            </a:r>
            <a:r>
              <a:rPr lang="en-US">
                <a:solidFill>
                  <a:prstClr val="black"/>
                </a:solidFill>
                <a:latin typeface="Arial" panose="020B0604020202020204"/>
              </a:rPr>
              <a:t>7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-NBV = 80,000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Loss  = (10,000)</a:t>
            </a:r>
          </a:p>
        </p:txBody>
      </p:sp>
    </p:spTree>
    <p:extLst>
      <p:ext uri="{BB962C8B-B14F-4D97-AF65-F5344CB8AC3E}">
        <p14:creationId xmlns:p14="http://schemas.microsoft.com/office/powerpoint/2010/main" val="2147407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093CC-249C-447D-8684-F413E98E6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276043"/>
            <a:ext cx="10515600" cy="1992492"/>
          </a:xfrm>
        </p:spPr>
        <p:txBody>
          <a:bodyPr/>
          <a:lstStyle/>
          <a:p>
            <a:pPr algn="ctr"/>
            <a:r>
              <a:rPr lang="en-US"/>
              <a:t>Non-Monetary Exchanges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119CA0-B797-45E1-9762-FD44319F0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13E422-F72F-DD6A-19FB-2C05135EA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306" y="2391113"/>
            <a:ext cx="4139244" cy="403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24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C82015-A669-4C65-92CA-57C038627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problem…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3B71FC-9868-4D03-8985-9EFB0695B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70"/>
            <a:ext cx="10515600" cy="4811670"/>
          </a:xfrm>
        </p:spPr>
        <p:txBody>
          <a:bodyPr>
            <a:normAutofit/>
          </a:bodyPr>
          <a:lstStyle/>
          <a:p>
            <a:r>
              <a:rPr lang="en-US" u="sng"/>
              <a:t>Setting:</a:t>
            </a:r>
            <a:r>
              <a:rPr lang="en-US"/>
              <a:t> Digger Corp. is going to miss its earnings target by just a little bit and is looking for additional ways to increase net income.</a:t>
            </a:r>
          </a:p>
          <a:p>
            <a:pPr>
              <a:spcBef>
                <a:spcPts val="1800"/>
              </a:spcBef>
            </a:pPr>
            <a:r>
              <a:rPr lang="en-US" u="sng"/>
              <a:t>Potential Solution</a:t>
            </a:r>
            <a:r>
              <a:rPr lang="en-US"/>
              <a:t>: Digger Corp. has a truck for operations</a:t>
            </a:r>
          </a:p>
          <a:p>
            <a:pPr marL="698500" indent="-457200">
              <a:buClr>
                <a:srgbClr val="CEB87C"/>
              </a:buClr>
              <a:buFont typeface="Wingdings" panose="05000000000000000000" pitchFamily="2" charset="2"/>
              <a:buChar char="ü"/>
              <a:tabLst>
                <a:tab pos="3200400" algn="l"/>
                <a:tab pos="3492500" algn="l"/>
              </a:tabLst>
            </a:pPr>
            <a:r>
              <a:rPr lang="en-US"/>
              <a:t>Net book value 	= $10,000 (historic cost $40,000 less 				accumulated depreciation $30,000) </a:t>
            </a:r>
          </a:p>
          <a:p>
            <a:pPr marL="698500" indent="-457200">
              <a:buClr>
                <a:srgbClr val="CEB87C"/>
              </a:buClr>
              <a:buFont typeface="Wingdings" panose="05000000000000000000" pitchFamily="2" charset="2"/>
              <a:buChar char="ü"/>
              <a:tabLst>
                <a:tab pos="3200400" algn="l"/>
              </a:tabLst>
            </a:pPr>
            <a:r>
              <a:rPr lang="en-US"/>
              <a:t>Fair value 	= $15,000 </a:t>
            </a:r>
          </a:p>
          <a:p>
            <a:pPr marL="698500" indent="-457200">
              <a:buClr>
                <a:srgbClr val="CEB87C"/>
              </a:buClr>
              <a:buFont typeface="Wingdings" panose="05000000000000000000" pitchFamily="2" charset="2"/>
              <a:buChar char="ü"/>
              <a:tabLst>
                <a:tab pos="3200400" algn="l"/>
              </a:tabLst>
            </a:pPr>
            <a:r>
              <a:rPr lang="en-US"/>
              <a:t>If Digger sells the truck, it will recognize a $5,000 gain, but then it won’t have a truck (and it needs one)…</a:t>
            </a:r>
          </a:p>
        </p:txBody>
      </p:sp>
    </p:spTree>
    <p:extLst>
      <p:ext uri="{BB962C8B-B14F-4D97-AF65-F5344CB8AC3E}">
        <p14:creationId xmlns:p14="http://schemas.microsoft.com/office/powerpoint/2010/main" val="1688101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C82015-A669-4C65-92CA-57C038627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problem…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3B71FC-9868-4D03-8985-9EFB0695B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71"/>
            <a:ext cx="10515600" cy="24512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/>
              <a:t>Alternative solution:</a:t>
            </a:r>
            <a:r>
              <a:rPr lang="en-US"/>
              <a:t> Digger could trade its truck to a used car dealer for an </a:t>
            </a:r>
            <a:r>
              <a:rPr lang="en-US" i="1"/>
              <a:t>identical truck</a:t>
            </a:r>
            <a:r>
              <a:rPr lang="en-US"/>
              <a:t>.</a:t>
            </a:r>
          </a:p>
          <a:p>
            <a:pPr marL="914389" lvl="1" indent="-4572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/>
              <a:t>Remove the old asset</a:t>
            </a:r>
          </a:p>
          <a:p>
            <a:pPr marL="914389" lvl="1" indent="-4572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/>
              <a:t>Record the new asset</a:t>
            </a:r>
          </a:p>
          <a:p>
            <a:pPr marL="914389" lvl="1" indent="-4572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/>
              <a:t>Record any gain or loss(?)</a:t>
            </a:r>
          </a:p>
          <a:p>
            <a:pPr marL="0" indent="0">
              <a:buNone/>
            </a:pPr>
            <a:endParaRPr lang="en-US">
              <a:solidFill>
                <a:srgbClr val="C00000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8A1D148C-4378-451C-80B8-F77B4EA704A4}"/>
              </a:ext>
            </a:extLst>
          </p:cNvPr>
          <p:cNvSpPr txBox="1">
            <a:spLocks/>
          </p:cNvSpPr>
          <p:nvPr/>
        </p:nvSpPr>
        <p:spPr>
          <a:xfrm>
            <a:off x="838200" y="2829633"/>
            <a:ext cx="10515600" cy="1671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BD715C57-53A4-4833-A590-5EEC41073833}"/>
              </a:ext>
            </a:extLst>
          </p:cNvPr>
          <p:cNvSpPr txBox="1">
            <a:spLocks/>
          </p:cNvSpPr>
          <p:nvPr/>
        </p:nvSpPr>
        <p:spPr>
          <a:xfrm>
            <a:off x="1704622" y="4257765"/>
            <a:ext cx="9883094" cy="2052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New Truck (B-A)			$15,000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Accum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Depreciation (B-XA)		$30,000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	</a:t>
            </a:r>
            <a:r>
              <a:rPr kumimoji="0" lang="en-US" sz="2000" b="0" i="1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Gain? (I-R)				$5,000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	Old Truck (B-A)				$40,000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26E83B-2512-46EA-B2DD-EBA684A5447A}"/>
              </a:ext>
            </a:extLst>
          </p:cNvPr>
          <p:cNvSpPr txBox="1"/>
          <p:nvPr/>
        </p:nvSpPr>
        <p:spPr>
          <a:xfrm>
            <a:off x="7479217" y="2558591"/>
            <a:ext cx="42499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sng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Key assumption</a:t>
            </a: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The fair value of both sides of an arms-length transaction are equal (e.g., if the FV of what we give is $15k, then the FV of what we get must be $15k). Note this includes all assets in the exchange (PP&amp;E, cash, etc.)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27745BF3-E669-4672-9915-B3DD3A531D34}"/>
              </a:ext>
            </a:extLst>
          </p:cNvPr>
          <p:cNvSpPr/>
          <p:nvPr/>
        </p:nvSpPr>
        <p:spPr>
          <a:xfrm>
            <a:off x="7405511" y="2569880"/>
            <a:ext cx="4249939" cy="1754326"/>
          </a:xfrm>
          <a:prstGeom prst="wedgeRoundRectCallout">
            <a:avLst>
              <a:gd name="adj1" fmla="val -57827"/>
              <a:gd name="adj2" fmla="val 42642"/>
              <a:gd name="adj3" fmla="val 16667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2207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C82015-A669-4C65-92CA-57C038627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problem…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3B71FC-9868-4D03-8985-9EFB0695B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71"/>
            <a:ext cx="10515600" cy="11121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Was there an actual economic gain in this case?</a:t>
            </a:r>
          </a:p>
          <a:p>
            <a:pPr marL="0" indent="0">
              <a:buNone/>
            </a:pPr>
            <a:r>
              <a:rPr lang="en-US"/>
              <a:t>GAAP says no…the transaction lacked “commercial substance”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AFA1CE-E7FC-40CC-971C-0357559B10D8}"/>
              </a:ext>
            </a:extLst>
          </p:cNvPr>
          <p:cNvSpPr txBox="1"/>
          <p:nvPr/>
        </p:nvSpPr>
        <p:spPr>
          <a:xfrm>
            <a:off x="939800" y="3175687"/>
            <a:ext cx="10515600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Commercial Substance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– A transaction that has an economic purpose and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changes the cash flow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of the transacting company.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94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Non-monetary asset exchanges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576389"/>
            <a:ext cx="10382956" cy="5036167"/>
          </a:xfrm>
        </p:spPr>
        <p:txBody>
          <a:bodyPr/>
          <a:lstStyle/>
          <a:p>
            <a:pPr marL="1252538" indent="-1252538">
              <a:spcAft>
                <a:spcPts val="1200"/>
              </a:spcAft>
              <a:buNone/>
              <a:defRPr/>
            </a:pPr>
            <a:r>
              <a:rPr lang="en-US" sz="2000" b="1"/>
              <a:t>Scenario: </a:t>
            </a:r>
            <a:r>
              <a:rPr lang="en-US" sz="2000"/>
              <a:t>Acquire a new asset by exchanging an existing asset with the other firm.</a:t>
            </a:r>
          </a:p>
          <a:p>
            <a:pPr marL="1252538" indent="-1252538">
              <a:buNone/>
              <a:defRPr/>
            </a:pPr>
            <a:r>
              <a:rPr lang="en-US" sz="2000" b="1"/>
              <a:t>Question</a:t>
            </a:r>
            <a:r>
              <a:rPr lang="en-US" sz="2000"/>
              <a:t>: What is the </a:t>
            </a:r>
            <a:r>
              <a:rPr lang="en-US" sz="2000" u="sng"/>
              <a:t>book value for the new asset</a:t>
            </a:r>
            <a:r>
              <a:rPr lang="en-US" sz="2000"/>
              <a:t> and </a:t>
            </a:r>
            <a:r>
              <a:rPr lang="en-US" sz="2000" u="sng"/>
              <a:t>how much gain or loss</a:t>
            </a:r>
            <a:r>
              <a:rPr lang="en-US" sz="2000"/>
              <a:t> is recorded from the exchange?</a:t>
            </a:r>
          </a:p>
          <a:p>
            <a:pPr marL="0" indent="0">
              <a:buNone/>
              <a:defRPr/>
            </a:pPr>
            <a:endParaRPr lang="en-US" sz="2000"/>
          </a:p>
          <a:p>
            <a:pPr marL="0" indent="0">
              <a:buNone/>
              <a:defRPr/>
            </a:pPr>
            <a:r>
              <a:rPr lang="en-US" sz="2000"/>
              <a:t>It depends…</a:t>
            </a:r>
          </a:p>
          <a:p>
            <a:pPr marL="801688">
              <a:spcBef>
                <a:spcPts val="1800"/>
              </a:spcBef>
              <a:defRPr/>
            </a:pPr>
            <a:r>
              <a:rPr lang="en-US" sz="2000"/>
              <a:t>Does the transaction have </a:t>
            </a:r>
            <a:r>
              <a:rPr lang="en-US" sz="2000" u="sng"/>
              <a:t>commercial substance</a:t>
            </a:r>
            <a:r>
              <a:rPr lang="en-US" sz="2000"/>
              <a:t>?</a:t>
            </a:r>
          </a:p>
          <a:p>
            <a:pPr marL="801688">
              <a:spcBef>
                <a:spcPts val="1800"/>
              </a:spcBef>
              <a:defRPr/>
            </a:pPr>
            <a:r>
              <a:rPr lang="en-US" sz="2000"/>
              <a:t>Did the transaction result in a theoretical </a:t>
            </a:r>
            <a:r>
              <a:rPr lang="en-US" sz="2000" u="sng"/>
              <a:t>gain or loss</a:t>
            </a:r>
            <a:r>
              <a:rPr lang="en-US" sz="2000"/>
              <a:t>?</a:t>
            </a:r>
          </a:p>
          <a:p>
            <a:pPr marL="801688">
              <a:spcBef>
                <a:spcPts val="1800"/>
              </a:spcBef>
              <a:defRPr/>
            </a:pPr>
            <a:r>
              <a:rPr lang="en-US" sz="2000"/>
              <a:t>Was cash </a:t>
            </a:r>
            <a:r>
              <a:rPr lang="en-US" sz="2000" u="sng"/>
              <a:t>received</a:t>
            </a:r>
            <a:r>
              <a:rPr lang="en-US" sz="2000"/>
              <a:t> in the exchange?</a:t>
            </a:r>
          </a:p>
          <a:p>
            <a:pPr marL="0" indent="0">
              <a:buNone/>
              <a:defRPr/>
            </a:pPr>
            <a:endParaRPr lang="en-US" sz="2000"/>
          </a:p>
        </p:txBody>
      </p:sp>
      <p:sp>
        <p:nvSpPr>
          <p:cNvPr id="5" name="TextBox 4"/>
          <p:cNvSpPr txBox="1"/>
          <p:nvPr/>
        </p:nvSpPr>
        <p:spPr>
          <a:xfrm>
            <a:off x="7369176" y="3082925"/>
            <a:ext cx="327525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Did future cash flows change?</a:t>
            </a:r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 bwMode="auto">
          <a:xfrm flipH="1">
            <a:off x="7484533" y="3421064"/>
            <a:ext cx="492657" cy="340958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780213" y="4802189"/>
            <a:ext cx="4660250" cy="36933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Fair value vs. book value of </a:t>
            </a:r>
            <a:r>
              <a:rPr kumimoji="0" lang="en-US" altLang="en-US" sz="1800" b="1" i="1" u="sng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asset given up</a:t>
            </a:r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 bwMode="auto">
          <a:xfrm flipH="1" flipV="1">
            <a:off x="7687734" y="4603046"/>
            <a:ext cx="575733" cy="293510"/>
          </a:xfrm>
          <a:prstGeom prst="straightConnector1">
            <a:avLst/>
          </a:prstGeom>
          <a:ln w="19050">
            <a:solidFill>
              <a:srgbClr val="00B050"/>
            </a:solidFill>
            <a:headEnd type="none" w="med" len="med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556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1"/>
          <p:cNvSpPr txBox="1">
            <a:spLocks noChangeArrowheads="1"/>
          </p:cNvSpPr>
          <p:nvPr/>
        </p:nvSpPr>
        <p:spPr bwMode="auto">
          <a:xfrm>
            <a:off x="1668463" y="1524000"/>
            <a:ext cx="4959350" cy="400050"/>
          </a:xfrm>
          <a:prstGeom prst="rect">
            <a:avLst/>
          </a:prstGeom>
          <a:solidFill>
            <a:schemeClr val="accent1"/>
          </a:solidFill>
          <a:ln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Does exchange have </a:t>
            </a:r>
            <a:r>
              <a:rPr kumimoji="0" lang="en-US" altLang="en-US" sz="2000" b="0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commercial substance</a:t>
            </a: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?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3060700" y="1958976"/>
            <a:ext cx="685800" cy="6524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695450" y="2641600"/>
            <a:ext cx="2274888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Recognize </a:t>
            </a:r>
            <a:r>
              <a:rPr kumimoji="0" lang="en-US" altLang="en-US" sz="1400" b="0" i="1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full</a:t>
            </a:r>
            <a:r>
              <a:rPr kumimoji="0" lang="en-US" altLang="en-US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gain or loss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New asset: </a:t>
            </a:r>
          </a:p>
          <a:p>
            <a:pPr marL="406400" marR="0" lvl="1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en-US" sz="11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FMV of asset given up </a:t>
            </a:r>
          </a:p>
          <a:p>
            <a:pPr marL="406400" marR="0" lvl="1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en-US" sz="11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+ cash paid out or</a:t>
            </a:r>
          </a:p>
          <a:p>
            <a:pPr marL="406400" marR="0" lvl="1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en-US" sz="11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– cash received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14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6085" name="TextBox 6"/>
          <p:cNvSpPr txBox="1">
            <a:spLocks noChangeArrowheads="1"/>
          </p:cNvSpPr>
          <p:nvPr/>
        </p:nvSpPr>
        <p:spPr bwMode="auto">
          <a:xfrm>
            <a:off x="2840038" y="1989138"/>
            <a:ext cx="5261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yes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746500" y="1958975"/>
            <a:ext cx="673100" cy="6746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87" name="TextBox 14"/>
          <p:cNvSpPr txBox="1">
            <a:spLocks noChangeArrowheads="1"/>
          </p:cNvSpPr>
          <p:nvPr/>
        </p:nvSpPr>
        <p:spPr bwMode="auto">
          <a:xfrm>
            <a:off x="4105275" y="1989138"/>
            <a:ext cx="4539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no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351339" y="2667000"/>
            <a:ext cx="3870325" cy="400050"/>
          </a:xfrm>
          <a:prstGeom prst="rect">
            <a:avLst/>
          </a:prstGeom>
          <a:solidFill>
            <a:srgbClr val="00B050"/>
          </a:solidFill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Does exchange generate a </a:t>
            </a:r>
            <a:r>
              <a:rPr kumimoji="0" lang="en-US" altLang="en-US" sz="2000" b="0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gain</a:t>
            </a: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?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4295775" y="3067051"/>
            <a:ext cx="827088" cy="7842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4216400" y="3201988"/>
            <a:ext cx="4539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no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122863" y="3067051"/>
            <a:ext cx="812800" cy="8239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5580063" y="3201988"/>
            <a:ext cx="5261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38087" y="3928783"/>
            <a:ext cx="3986196" cy="369332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Does exchange involve </a:t>
            </a:r>
            <a:r>
              <a:rPr kumimoji="0" lang="en-US" sz="1800" b="0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receiving cash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?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4254503" y="4335934"/>
            <a:ext cx="868360" cy="105839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4054479" y="4809437"/>
            <a:ext cx="4539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no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5122863" y="4335934"/>
            <a:ext cx="927101" cy="105839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5728138" y="4655447"/>
            <a:ext cx="5261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yes</a:t>
            </a:r>
          </a:p>
        </p:txBody>
      </p:sp>
      <p:sp>
        <p:nvSpPr>
          <p:cNvPr id="14" name="TextBox 1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310320" y="5326348"/>
            <a:ext cx="3025518" cy="857799"/>
          </a:xfrm>
          <a:prstGeom prst="rect">
            <a:avLst/>
          </a:prstGeom>
          <a:blipFill rotWithShape="0">
            <a:blip r:embed="rId3"/>
            <a:stretch>
              <a:fillRect l="-200" b="-5556"/>
            </a:stretch>
          </a:blip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 </a:t>
            </a:r>
          </a:p>
        </p:txBody>
      </p:sp>
      <p:sp>
        <p:nvSpPr>
          <p:cNvPr id="460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Non-monetary exchange decision tree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2760313" y="3862389"/>
            <a:ext cx="223520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Recognize </a:t>
            </a:r>
            <a:r>
              <a:rPr kumimoji="0" lang="en-US" altLang="en-US" sz="1400" b="0" i="1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full</a:t>
            </a:r>
            <a:r>
              <a:rPr kumimoji="0" lang="en-US" altLang="en-US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loss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New asset: </a:t>
            </a:r>
          </a:p>
          <a:p>
            <a:pPr marL="406400" marR="0" lvl="1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en-US" sz="11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FMV of asset given up </a:t>
            </a:r>
          </a:p>
          <a:p>
            <a:pPr marL="406400" marR="0" lvl="1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en-US" sz="11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+ cash paid out or</a:t>
            </a:r>
          </a:p>
          <a:p>
            <a:pPr marL="406400" marR="0" lvl="1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en-US" sz="11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– cash received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14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2452688" y="5353050"/>
            <a:ext cx="2227262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Recognize </a:t>
            </a:r>
            <a:r>
              <a:rPr kumimoji="0" lang="en-US" altLang="en-US" sz="1400" b="0" i="1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zero</a:t>
            </a:r>
            <a:r>
              <a:rPr kumimoji="0" lang="en-US" altLang="en-US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gain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New asset: </a:t>
            </a:r>
          </a:p>
          <a:p>
            <a:pPr marL="406400" marR="0" lvl="1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en-US" sz="11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FMV of asset </a:t>
            </a:r>
            <a:r>
              <a:rPr kumimoji="0" lang="en-US" altLang="en-US" sz="1100" b="0" i="1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received</a:t>
            </a:r>
          </a:p>
          <a:p>
            <a:pPr marL="406400" marR="0" lvl="1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en-US" sz="11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– deferred gain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4724400" y="5351464"/>
            <a:ext cx="24447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Recognize part or all of gain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New asset: </a:t>
            </a:r>
          </a:p>
          <a:p>
            <a:pPr marL="406400" marR="0" lvl="1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FMV of asset </a:t>
            </a:r>
            <a:r>
              <a:rPr kumimoji="0" lang="en-US" altLang="en-US" sz="1000" b="0" i="1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received</a:t>
            </a:r>
          </a:p>
          <a:p>
            <a:pPr marL="406400" marR="0" lvl="1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– deferred gain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>
            <a:off x="7083426" y="5478463"/>
            <a:ext cx="227013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09DDF2E-D0B5-2EBA-339C-25B990980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276" y="2349769"/>
            <a:ext cx="2512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en-US" sz="1400" b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“Lacks</a:t>
            </a:r>
            <a:r>
              <a:rPr kumimoji="0" lang="en-US" altLang="en-US" sz="1400" b="1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Commercial Substance”</a:t>
            </a:r>
            <a:endParaRPr kumimoji="0" lang="en-US" altLang="en-US" sz="1400" b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4632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 animBg="1"/>
      <p:bldP spid="18" grpId="0"/>
      <p:bldP spid="20" grpId="0"/>
      <p:bldP spid="23" grpId="0" animBg="1"/>
      <p:bldP spid="25" grpId="0"/>
      <p:bldP spid="27" grpId="0"/>
      <p:bldP spid="30" grpId="0"/>
      <p:bldP spid="33" grpId="0"/>
      <p:bldP spid="34" grpId="0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Non-monetary exchange Simple Process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57E3A8-696E-F2C2-6082-626AF185C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709" y="1427019"/>
            <a:ext cx="11378643" cy="5368636"/>
          </a:xfrm>
        </p:spPr>
        <p:txBody>
          <a:bodyPr>
            <a:normAutofit lnSpcReduction="10000"/>
          </a:bodyPr>
          <a:lstStyle/>
          <a:p>
            <a:pPr marL="1252538" indent="-1252538">
              <a:spcAft>
                <a:spcPts val="1200"/>
              </a:spcAft>
              <a:buNone/>
              <a:defRPr/>
            </a:pPr>
            <a:r>
              <a:rPr lang="en-US" sz="2200" b="1"/>
              <a:t>Know Your Journal Entries:</a:t>
            </a:r>
          </a:p>
          <a:p>
            <a:pPr>
              <a:spcAft>
                <a:spcPts val="1200"/>
              </a:spcAft>
              <a:defRPr/>
            </a:pPr>
            <a:r>
              <a:rPr lang="en-US" sz="2200"/>
              <a:t>Always record new asset at FV (</a:t>
            </a:r>
            <a:r>
              <a:rPr lang="en-US" sz="2200" b="1">
                <a:solidFill>
                  <a:srgbClr val="FF0000"/>
                </a:solidFill>
              </a:rPr>
              <a:t>Adjust </a:t>
            </a:r>
            <a:r>
              <a:rPr lang="en-US" sz="2200">
                <a:solidFill>
                  <a:srgbClr val="FF0000"/>
                </a:solidFill>
              </a:rPr>
              <a:t>asset if lacks comm. substance &amp; gain</a:t>
            </a:r>
            <a:r>
              <a:rPr lang="en-US" sz="2200"/>
              <a:t>)</a:t>
            </a:r>
          </a:p>
          <a:p>
            <a:pPr>
              <a:spcAft>
                <a:spcPts val="1200"/>
              </a:spcAft>
              <a:defRPr/>
            </a:pPr>
            <a:r>
              <a:rPr lang="en-US" sz="2200"/>
              <a:t>Always write off old asset (Cost and Accumulated Depreciation)</a:t>
            </a:r>
          </a:p>
          <a:p>
            <a:pPr>
              <a:spcAft>
                <a:spcPts val="1200"/>
              </a:spcAft>
              <a:defRPr/>
            </a:pPr>
            <a:r>
              <a:rPr lang="en-US" sz="2200"/>
              <a:t>Always record cash (paid or received)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200"/>
              <a:t>If transaction </a:t>
            </a:r>
            <a:r>
              <a:rPr lang="en-US" sz="2200" b="1"/>
              <a:t>has</a:t>
            </a:r>
            <a:r>
              <a:rPr lang="en-US" sz="2200"/>
              <a:t> commercial substance, </a:t>
            </a:r>
            <a:r>
              <a:rPr lang="en-US" sz="2200" b="1"/>
              <a:t>record full gain or loss </a:t>
            </a:r>
            <a:r>
              <a:rPr lang="en-US" sz="2200"/>
              <a:t>(use new FV)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200"/>
              <a:t>If transaction </a:t>
            </a:r>
            <a:r>
              <a:rPr lang="en-US" sz="2200" b="1"/>
              <a:t>lacks</a:t>
            </a:r>
            <a:r>
              <a:rPr lang="en-US" sz="2200"/>
              <a:t> commercial substance, then </a:t>
            </a:r>
            <a:r>
              <a:rPr lang="en-US" sz="2200" b="1"/>
              <a:t>record loss</a:t>
            </a:r>
            <a:r>
              <a:rPr lang="en-US" sz="2200"/>
              <a:t>, or, </a:t>
            </a:r>
            <a:r>
              <a:rPr lang="en-US" sz="2200" b="1"/>
              <a:t>if gain</a:t>
            </a:r>
            <a:r>
              <a:rPr lang="en-US" sz="2200"/>
              <a:t>, then:</a:t>
            </a:r>
          </a:p>
          <a:p>
            <a:pPr lvl="2">
              <a:spcAft>
                <a:spcPts val="1200"/>
              </a:spcAft>
              <a:defRPr/>
            </a:pPr>
            <a:r>
              <a:rPr lang="en-US" sz="2200"/>
              <a:t>If cash received test is &gt; 25%, recognize full gain, otherwise recognize % of gain, (New Asset is then “plugged” </a:t>
            </a:r>
            <a:r>
              <a:rPr lang="en-US" sz="2200">
                <a:sym typeface="Wingdings" panose="05000000000000000000" pitchFamily="2" charset="2"/>
              </a:rPr>
              <a:t> </a:t>
            </a:r>
            <a:r>
              <a:rPr lang="en-US" sz="2200" b="1">
                <a:solidFill>
                  <a:srgbClr val="FF0000"/>
                </a:solidFill>
                <a:sym typeface="Wingdings" panose="05000000000000000000" pitchFamily="2" charset="2"/>
              </a:rPr>
              <a:t>Adjusted</a:t>
            </a:r>
            <a:r>
              <a:rPr lang="en-US" sz="2200"/>
              <a:t>)</a:t>
            </a:r>
          </a:p>
          <a:p>
            <a:pPr lvl="2">
              <a:spcAft>
                <a:spcPts val="1200"/>
              </a:spcAft>
              <a:defRPr/>
            </a:pPr>
            <a:r>
              <a:rPr lang="en-US" sz="2200"/>
              <a:t>No gain recognized if no cash is received (</a:t>
            </a:r>
            <a:r>
              <a:rPr lang="en-US" sz="2200" b="1">
                <a:solidFill>
                  <a:srgbClr val="FF0000"/>
                </a:solidFill>
              </a:rPr>
              <a:t>Adjust Asset</a:t>
            </a:r>
            <a:r>
              <a:rPr lang="en-US" sz="2200"/>
              <a:t>)</a:t>
            </a:r>
          </a:p>
          <a:p>
            <a:pPr lvl="2">
              <a:spcAft>
                <a:spcPts val="1200"/>
              </a:spcAft>
              <a:defRPr/>
            </a:pPr>
            <a:endParaRPr lang="en-US" sz="1200"/>
          </a:p>
          <a:p>
            <a:pPr>
              <a:spcAft>
                <a:spcPts val="1200"/>
              </a:spcAft>
              <a:defRPr/>
            </a:pPr>
            <a:r>
              <a:rPr lang="en-US" sz="2200"/>
              <a:t>% Gain to recognize: Cash Received Test: </a:t>
            </a:r>
          </a:p>
          <a:p>
            <a:pPr>
              <a:spcAft>
                <a:spcPts val="1200"/>
              </a:spcAft>
              <a:defRPr/>
            </a:pPr>
            <a:endParaRPr lang="en-US" sz="2200"/>
          </a:p>
          <a:p>
            <a:pPr marL="0" indent="0">
              <a:buNone/>
              <a:defRPr/>
            </a:pPr>
            <a:endParaRPr lang="en-US" sz="2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ED9F6F-B435-B320-DDD8-BC09FD3B5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767" y="5943598"/>
            <a:ext cx="4885434" cy="6689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09657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AC9CA-A9FA-433D-918D-539F9005D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In-class problem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70FF8D58-C57E-4BF4-AF4B-6FE992228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024"/>
            <a:ext cx="10515600" cy="3979952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Rex Company exchanged equipment used in its manufacturing operations for equipment used in the operations of Slinky Inc. Rex also received $3,000 in cash consideration from Slinky. The following information pertains to the equipment given up by each company.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lphaLcParenBoth"/>
            </a:pP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Prepare the journal entries to record the exchange on the books for both companies assuming the exchange has </a:t>
            </a:r>
            <a:r>
              <a:rPr lang="en-US" sz="1800" u="sng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commercial substance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lphaLcParenBoth"/>
            </a:pP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Prepare the journal entries to record the exchange on the books for both companies assuming the exchange </a:t>
            </a:r>
            <a:r>
              <a:rPr lang="en-US" sz="1800" u="sng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lacks commercial substance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76FF8F8-1D0B-4BEE-A535-BD2A57DCEC38}"/>
              </a:ext>
            </a:extLst>
          </p:cNvPr>
          <p:cNvGraphicFramePr>
            <a:graphicFrameLocks noGrp="1"/>
          </p:cNvGraphicFramePr>
          <p:nvPr/>
        </p:nvGraphicFramePr>
        <p:xfrm>
          <a:off x="2501900" y="2565400"/>
          <a:ext cx="6642100" cy="109099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52916">
                  <a:extLst>
                    <a:ext uri="{9D8B030D-6E8A-4147-A177-3AD203B41FA5}">
                      <a16:colId xmlns:a16="http://schemas.microsoft.com/office/drawing/2014/main" val="3706460149"/>
                    </a:ext>
                  </a:extLst>
                </a:gridCol>
                <a:gridCol w="1494592">
                  <a:extLst>
                    <a:ext uri="{9D8B030D-6E8A-4147-A177-3AD203B41FA5}">
                      <a16:colId xmlns:a16="http://schemas.microsoft.com/office/drawing/2014/main" val="578479273"/>
                    </a:ext>
                  </a:extLst>
                </a:gridCol>
                <a:gridCol w="1494592">
                  <a:extLst>
                    <a:ext uri="{9D8B030D-6E8A-4147-A177-3AD203B41FA5}">
                      <a16:colId xmlns:a16="http://schemas.microsoft.com/office/drawing/2014/main" val="30933420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8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Slinky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Rex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9660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Equipment (original cost)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$28,000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$28,000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381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Acc. Depreciation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$10,000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$19,000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8007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Fair value of equipment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$12,500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$15,500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31716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7825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791095" y="284430"/>
            <a:ext cx="8796337" cy="1143000"/>
          </a:xfrm>
        </p:spPr>
        <p:txBody>
          <a:bodyPr>
            <a:normAutofit/>
          </a:bodyPr>
          <a:lstStyle/>
          <a:p>
            <a:r>
              <a:rPr lang="en-US" altLang="en-US" sz="4000">
                <a:latin typeface="Arial Black" panose="020B0A04020102020204" pitchFamily="34" charset="0"/>
                <a:cs typeface="Calibri Light" panose="020F0302020204030204" pitchFamily="34" charset="0"/>
              </a:rPr>
              <a:t>PP&amp;E Life Cycle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4E814E-CD2A-4693-8F98-473AC7A62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1507"/>
            <a:ext cx="12192000" cy="34674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60D56CA-623A-4810-9C18-DD78789CA775}"/>
              </a:ext>
            </a:extLst>
          </p:cNvPr>
          <p:cNvSpPr/>
          <p:nvPr/>
        </p:nvSpPr>
        <p:spPr>
          <a:xfrm>
            <a:off x="4412655" y="4753101"/>
            <a:ext cx="2785010" cy="7758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049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093CC-249C-447D-8684-F413E98E6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768" y="782925"/>
            <a:ext cx="10515600" cy="2852737"/>
          </a:xfrm>
        </p:spPr>
        <p:txBody>
          <a:bodyPr/>
          <a:lstStyle/>
          <a:p>
            <a:pPr algn="ctr"/>
            <a:r>
              <a:rPr lang="en-US"/>
              <a:t>Change In Market Value</a:t>
            </a:r>
            <a:br>
              <a:rPr lang="en-US"/>
            </a:br>
            <a:r>
              <a:rPr lang="en-US"/>
              <a:t>(Impairments)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119CA0-B797-45E1-9762-FD44319F0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60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Changes in Market Value of Assets</a:t>
            </a:r>
          </a:p>
        </p:txBody>
      </p:sp>
      <p:sp>
        <p:nvSpPr>
          <p:cNvPr id="111619" name="Content Placeholder 1"/>
          <p:cNvSpPr>
            <a:spLocks noGrp="1"/>
          </p:cNvSpPr>
          <p:nvPr>
            <p:ph idx="1"/>
          </p:nvPr>
        </p:nvSpPr>
        <p:spPr>
          <a:xfrm>
            <a:off x="838200" y="1478281"/>
            <a:ext cx="9829800" cy="4800599"/>
          </a:xfrm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spcAft>
                <a:spcPct val="40000"/>
              </a:spcAft>
              <a:buNone/>
              <a:defRPr/>
            </a:pPr>
            <a:r>
              <a:rPr lang="en-US" altLang="en-US" sz="2400" b="1"/>
              <a:t>Asset impairment</a:t>
            </a:r>
            <a:r>
              <a:rPr lang="en-US" altLang="en-US" sz="2400"/>
              <a:t> occurs when future economic value of the asset (ability to generate future cash flow) decreases significantly</a:t>
            </a:r>
          </a:p>
          <a:p>
            <a:pPr marL="0" indent="0">
              <a:spcBef>
                <a:spcPct val="0"/>
              </a:spcBef>
              <a:spcAft>
                <a:spcPct val="40000"/>
              </a:spcAft>
              <a:buNone/>
              <a:defRPr/>
            </a:pPr>
            <a:endParaRPr lang="en-US" altLang="en-US" sz="2400" u="sng">
              <a:solidFill>
                <a:srgbClr val="000000"/>
              </a:solidFill>
            </a:endParaRP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982200" y="6248400"/>
            <a:ext cx="685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A20D33-F628-43C4-941A-E2EADBE136D7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11193D-39D7-47DF-AE0E-7766E1F1C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53219"/>
            <a:ext cx="10668000" cy="41123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F725CF-2C3E-B006-8997-EA46E08F0493}"/>
              </a:ext>
            </a:extLst>
          </p:cNvPr>
          <p:cNvSpPr txBox="1"/>
          <p:nvPr/>
        </p:nvSpPr>
        <p:spPr>
          <a:xfrm>
            <a:off x="9105900" y="2022386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Test Two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446E14-5803-A276-ABAE-930AF91E5BC3}"/>
              </a:ext>
            </a:extLst>
          </p:cNvPr>
          <p:cNvSpPr txBox="1"/>
          <p:nvPr/>
        </p:nvSpPr>
        <p:spPr>
          <a:xfrm>
            <a:off x="5070763" y="2342179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Test One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D3F9F2-8677-0114-D71F-F8D2408D936E}"/>
              </a:ext>
            </a:extLst>
          </p:cNvPr>
          <p:cNvSpPr txBox="1"/>
          <p:nvPr/>
        </p:nvSpPr>
        <p:spPr>
          <a:xfrm>
            <a:off x="1149927" y="2484051"/>
            <a:ext cx="2000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Do we Test?</a:t>
            </a:r>
          </a:p>
        </p:txBody>
      </p:sp>
    </p:spTree>
    <p:extLst>
      <p:ext uri="{BB962C8B-B14F-4D97-AF65-F5344CB8AC3E}">
        <p14:creationId xmlns:p14="http://schemas.microsoft.com/office/powerpoint/2010/main" val="25184811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95148" y="183131"/>
            <a:ext cx="9620452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/>
              <a:t>Impairment Example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895148" y="1524001"/>
            <a:ext cx="10019900" cy="488642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80000"/>
              </a:lnSpc>
              <a:buNone/>
              <a:defRPr/>
            </a:pPr>
            <a:r>
              <a:rPr lang="en-US" sz="2400"/>
              <a:t>Happy Inc. owns an Ice Cream Machine. Facts: </a:t>
            </a:r>
          </a:p>
          <a:p>
            <a:pPr marL="0" indent="0">
              <a:lnSpc>
                <a:spcPct val="80000"/>
              </a:lnSpc>
              <a:buNone/>
              <a:defRPr/>
            </a:pPr>
            <a:endParaRPr lang="en-US" sz="2000"/>
          </a:p>
          <a:p>
            <a:pPr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000"/>
              <a:t>At 12/31/2022, </a:t>
            </a:r>
            <a:r>
              <a:rPr lang="en-US" sz="2000" u="sng"/>
              <a:t>cost basis</a:t>
            </a:r>
            <a:r>
              <a:rPr lang="en-US" sz="2000"/>
              <a:t> is $24,000 and </a:t>
            </a:r>
            <a:r>
              <a:rPr lang="en-US" sz="2000" u="sng"/>
              <a:t>acc </a:t>
            </a:r>
            <a:r>
              <a:rPr lang="en-US" sz="2000" u="sng" err="1"/>
              <a:t>depr</a:t>
            </a:r>
            <a:r>
              <a:rPr lang="en-US" sz="2000"/>
              <a:t> is $6,000  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sz="2000"/>
              <a:t>		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sz="2000"/>
              <a:t>	</a:t>
            </a:r>
            <a:r>
              <a:rPr lang="en-US" sz="2000">
                <a:solidFill>
                  <a:srgbClr val="0070C0"/>
                </a:solidFill>
              </a:rPr>
              <a:t>Net Book Value = 24,000 – 6,000 = $18,000</a:t>
            </a:r>
          </a:p>
          <a:p>
            <a:pPr marL="0" indent="0">
              <a:lnSpc>
                <a:spcPct val="80000"/>
              </a:lnSpc>
              <a:buNone/>
              <a:defRPr/>
            </a:pPr>
            <a:endParaRPr lang="en-US" sz="2000"/>
          </a:p>
          <a:p>
            <a:pPr eaLnBrk="1" hangingPunct="1">
              <a:lnSpc>
                <a:spcPct val="80000"/>
              </a:lnSpc>
              <a:buFont typeface="+mj-lt"/>
              <a:buAutoNum type="arabicPeriod" startAt="2"/>
              <a:defRPr/>
            </a:pPr>
            <a:r>
              <a:rPr lang="en-US" sz="2000"/>
              <a:t>The </a:t>
            </a:r>
            <a:r>
              <a:rPr lang="en-US" sz="2000" u="sng"/>
              <a:t>“best” estimate of expected cash flows</a:t>
            </a:r>
            <a:r>
              <a:rPr lang="en-US" sz="2000"/>
              <a:t> over the next four years (undiscounted) related to the oven are: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sz="2000"/>
              <a:t>	2023:		$3,000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sz="2000"/>
              <a:t>	2024:		$4,500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sz="2000"/>
              <a:t>	2025:		$3,000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sz="2000"/>
              <a:t>	2026:		</a:t>
            </a:r>
            <a:r>
              <a:rPr lang="en-US" sz="2000" u="sng"/>
              <a:t>$2,500</a:t>
            </a:r>
            <a:endParaRPr lang="en-US" sz="2000"/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sz="2000"/>
              <a:t>	Total		</a:t>
            </a:r>
            <a:r>
              <a:rPr lang="en-US" sz="2000">
                <a:solidFill>
                  <a:srgbClr val="0070C0"/>
                </a:solidFill>
              </a:rPr>
              <a:t>$13,000</a:t>
            </a:r>
          </a:p>
          <a:p>
            <a:pPr marL="0" indent="0">
              <a:lnSpc>
                <a:spcPct val="80000"/>
              </a:lnSpc>
              <a:buNone/>
              <a:defRPr/>
            </a:pPr>
            <a:endParaRPr lang="en-US" sz="2000"/>
          </a:p>
          <a:p>
            <a:pPr eaLnBrk="1" hangingPunct="1">
              <a:lnSpc>
                <a:spcPct val="80000"/>
              </a:lnSpc>
              <a:buFont typeface="+mj-lt"/>
              <a:buAutoNum type="arabicPeriod" startAt="3"/>
              <a:defRPr/>
            </a:pPr>
            <a:r>
              <a:rPr lang="en-US" sz="2000"/>
              <a:t>The </a:t>
            </a:r>
            <a:r>
              <a:rPr lang="en-US" sz="2000" u="sng"/>
              <a:t>fair value</a:t>
            </a:r>
            <a:r>
              <a:rPr lang="en-US" sz="2000"/>
              <a:t> of the Ice Cream Machine at December 31, 2022 is </a:t>
            </a:r>
            <a:r>
              <a:rPr lang="en-US" sz="2000">
                <a:solidFill>
                  <a:srgbClr val="0070C0"/>
                </a:solidFill>
              </a:rPr>
              <a:t>$10,500</a:t>
            </a:r>
            <a:r>
              <a:rPr lang="en-US" sz="2000"/>
              <a:t>.</a:t>
            </a:r>
          </a:p>
          <a:p>
            <a:pPr marL="0" indent="0">
              <a:lnSpc>
                <a:spcPct val="80000"/>
              </a:lnSpc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96998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47826" y="387417"/>
            <a:ext cx="8763000" cy="762000"/>
          </a:xfrm>
        </p:spPr>
        <p:txBody>
          <a:bodyPr>
            <a:normAutofit/>
          </a:bodyPr>
          <a:lstStyle/>
          <a:p>
            <a:r>
              <a:rPr lang="en-US" altLang="en-US"/>
              <a:t>Impairment Example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847826" y="1470026"/>
            <a:ext cx="9515374" cy="5113654"/>
          </a:xfrm>
        </p:spPr>
        <p:txBody>
          <a:bodyPr>
            <a:normAutofit/>
          </a:bodyPr>
          <a:lstStyle/>
          <a:p>
            <a:pPr marL="457200" indent="-457200">
              <a:spcBef>
                <a:spcPts val="1200"/>
              </a:spcBef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altLang="en-US" sz="2000">
                <a:solidFill>
                  <a:srgbClr val="0070C0"/>
                </a:solidFill>
              </a:rPr>
              <a:t>When</a:t>
            </a:r>
            <a:r>
              <a:rPr lang="en-US" altLang="en-US" sz="2000">
                <a:solidFill>
                  <a:srgbClr val="000000"/>
                </a:solidFill>
              </a:rPr>
              <a:t>: Assume “events and changes in circumstances” indicate possible impairment</a:t>
            </a:r>
            <a:endParaRPr lang="en-US" sz="2000">
              <a:solidFill>
                <a:srgbClr val="0070C0"/>
              </a:solidFill>
            </a:endParaRPr>
          </a:p>
          <a:p>
            <a:pPr marL="457200" indent="-457200">
              <a:spcBef>
                <a:spcPts val="1200"/>
              </a:spcBef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2000">
                <a:solidFill>
                  <a:srgbClr val="0070C0"/>
                </a:solidFill>
              </a:rPr>
              <a:t>Recoverability test:</a:t>
            </a:r>
            <a:r>
              <a:rPr lang="en-US" sz="2000"/>
              <a:t>  </a:t>
            </a:r>
          </a:p>
          <a:p>
            <a:pPr marL="457200" lvl="1" indent="0">
              <a:buClr>
                <a:schemeClr val="tx2"/>
              </a:buClr>
              <a:buNone/>
              <a:defRPr/>
            </a:pPr>
            <a:r>
              <a:rPr lang="en-US" sz="1800"/>
              <a:t>	 $13,000 (Est. cash flow) &lt; $18,000 (Net Book Value) </a:t>
            </a:r>
          </a:p>
          <a:p>
            <a:pPr marL="457200" lvl="1" indent="0">
              <a:buClr>
                <a:schemeClr val="tx2"/>
              </a:buClr>
              <a:buNone/>
              <a:defRPr/>
            </a:pPr>
            <a:r>
              <a:rPr lang="en-US" sz="1800"/>
              <a:t>	→ Need impairment</a:t>
            </a:r>
          </a:p>
          <a:p>
            <a:pPr lvl="1">
              <a:buClr>
                <a:schemeClr val="tx2"/>
              </a:buClr>
              <a:buFont typeface="Arial" charset="0"/>
              <a:buChar char="•"/>
              <a:defRPr/>
            </a:pPr>
            <a:endParaRPr lang="en-US" sz="700"/>
          </a:p>
          <a:p>
            <a:pPr marL="457200" indent="-457200"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2000">
                <a:solidFill>
                  <a:srgbClr val="0070C0"/>
                </a:solidFill>
              </a:rPr>
              <a:t>Write down </a:t>
            </a:r>
            <a:r>
              <a:rPr lang="en-US" sz="2000"/>
              <a:t>to fair value (~ market price)</a:t>
            </a:r>
          </a:p>
          <a:p>
            <a:pPr marL="803275" lvl="2" indent="-285750"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en-US" sz="1800"/>
              <a:t>Notes on fair value: </a:t>
            </a:r>
          </a:p>
          <a:p>
            <a:pPr marL="1487488" lvl="4" indent="-342900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/>
              <a:t>Value the “market” would place on the asset given how market participants (not the firm) would use it.</a:t>
            </a:r>
          </a:p>
          <a:p>
            <a:pPr marL="803275" lvl="2" indent="-290513"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en-US" sz="1800"/>
              <a:t>Write-down from NBV ($18,000) to FV ($10,500)</a:t>
            </a:r>
          </a:p>
          <a:p>
            <a:pPr marL="230188" lvl="2" indent="0">
              <a:spcBef>
                <a:spcPts val="600"/>
              </a:spcBef>
              <a:buNone/>
              <a:tabLst>
                <a:tab pos="1377950" algn="l"/>
                <a:tab pos="4572000" algn="l"/>
              </a:tabLst>
              <a:defRPr/>
            </a:pPr>
            <a:r>
              <a:rPr lang="en-US" sz="1800"/>
              <a:t>	Loss (I-E)	$7,500</a:t>
            </a:r>
          </a:p>
          <a:p>
            <a:pPr marL="230188" lvl="2" indent="0">
              <a:spcBef>
                <a:spcPts val="600"/>
              </a:spcBef>
              <a:buNone/>
              <a:defRPr/>
            </a:pPr>
            <a:r>
              <a:rPr lang="en-US" sz="1800"/>
              <a:t>		Accumulated </a:t>
            </a:r>
            <a:r>
              <a:rPr lang="en-US" sz="1800" err="1"/>
              <a:t>Depr</a:t>
            </a:r>
            <a:r>
              <a:rPr lang="en-US" sz="1800"/>
              <a:t> (B-XA)		$7,500</a:t>
            </a:r>
          </a:p>
          <a:p>
            <a:pPr marL="230188" lvl="2" indent="0">
              <a:spcBef>
                <a:spcPts val="600"/>
              </a:spcBef>
              <a:buNone/>
              <a:defRPr/>
            </a:pPr>
            <a:r>
              <a:rPr lang="en-US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507252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952ABA-48AD-41C4-B6D5-52DBF7B1B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790489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CA8F881-7542-4CB3-829A-6BB5356BE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5257800"/>
            <a:ext cx="9864091" cy="16002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200" b="1" i="1">
                <a:solidFill>
                  <a:prstClr val="white"/>
                </a:solidFill>
                <a:latin typeface="Arial" panose="020B0604020202020204"/>
              </a:rPr>
              <a:t>Property, Plant &amp; Equipment</a:t>
            </a:r>
            <a:r>
              <a:rPr kumimoji="0" lang="en-US" altLang="en-US" sz="32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Part 2 – In-Class</a:t>
            </a:r>
          </a:p>
        </p:txBody>
      </p:sp>
    </p:spTree>
    <p:extLst>
      <p:ext uri="{BB962C8B-B14F-4D97-AF65-F5344CB8AC3E}">
        <p14:creationId xmlns:p14="http://schemas.microsoft.com/office/powerpoint/2010/main" val="19564191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27</Slides>
  <Notes>15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1_Office Theme</vt:lpstr>
      <vt:lpstr>2_Office Theme</vt:lpstr>
      <vt:lpstr>3_Office Theme</vt:lpstr>
      <vt:lpstr>PowerPoint Presentation</vt:lpstr>
      <vt:lpstr>Today’s Plan</vt:lpstr>
      <vt:lpstr>PP&amp;E Life Cycle</vt:lpstr>
      <vt:lpstr>New Information</vt:lpstr>
      <vt:lpstr>Impact of New Information</vt:lpstr>
      <vt:lpstr>Jeremiah’s Couch</vt:lpstr>
      <vt:lpstr>Jeremiah’s Couch</vt:lpstr>
      <vt:lpstr>In-class problem: New Information</vt:lpstr>
      <vt:lpstr>PP&amp;E Life Cycle</vt:lpstr>
      <vt:lpstr>Asset Retirement</vt:lpstr>
      <vt:lpstr>Assets Retirements</vt:lpstr>
      <vt:lpstr>Assets Retirements</vt:lpstr>
      <vt:lpstr>Assets Retirements</vt:lpstr>
      <vt:lpstr>Non-Monetary Exchanges</vt:lpstr>
      <vt:lpstr>The problem…</vt:lpstr>
      <vt:lpstr>The problem…</vt:lpstr>
      <vt:lpstr>The problem…</vt:lpstr>
      <vt:lpstr>Non-monetary asset exchanges</vt:lpstr>
      <vt:lpstr>Non-monetary exchange decision tree</vt:lpstr>
      <vt:lpstr>Non-monetary exchange Simple Process</vt:lpstr>
      <vt:lpstr>In-class problem</vt:lpstr>
      <vt:lpstr>PP&amp;E Life Cycle</vt:lpstr>
      <vt:lpstr>Change In Market Value (Impairments)</vt:lpstr>
      <vt:lpstr>Changes in Market Value of Assets</vt:lpstr>
      <vt:lpstr>Impairment Example</vt:lpstr>
      <vt:lpstr>Impairment 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Susan McMahon</dc:creator>
  <cp:revision>1</cp:revision>
  <dcterms:created xsi:type="dcterms:W3CDTF">2020-09-07T22:49:11Z</dcterms:created>
  <dcterms:modified xsi:type="dcterms:W3CDTF">2025-10-29T15:18:19Z</dcterms:modified>
</cp:coreProperties>
</file>