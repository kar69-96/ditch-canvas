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90" r:id="rId2"/>
    <p:sldId id="359" r:id="rId3"/>
    <p:sldId id="386" r:id="rId4"/>
    <p:sldId id="387" r:id="rId5"/>
    <p:sldId id="390" r:id="rId6"/>
    <p:sldId id="391" r:id="rId7"/>
    <p:sldId id="392" r:id="rId8"/>
    <p:sldId id="393" r:id="rId9"/>
    <p:sldId id="394" r:id="rId10"/>
    <p:sldId id="395" r:id="rId11"/>
    <p:sldId id="396" r:id="rId12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w Stephan" initials="AS" lastIdx="1" clrIdx="0">
    <p:extLst>
      <p:ext uri="{19B8F6BF-5375-455C-9EA6-DF929625EA0E}">
        <p15:presenceInfo xmlns:p15="http://schemas.microsoft.com/office/powerpoint/2012/main" userId="643069494b899e4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87C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37" autoAdjust="0"/>
    <p:restoredTop sz="87065" autoAdjust="0"/>
  </p:normalViewPr>
  <p:slideViewPr>
    <p:cSldViewPr snapToGrid="0" snapToObjects="1">
      <p:cViewPr varScale="1">
        <p:scale>
          <a:sx n="73" d="100"/>
          <a:sy n="73" d="100"/>
        </p:scale>
        <p:origin x="483" y="2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7aaf88c5-f86c-46d8-a0d4-f1ec65ded07c" providerId="ADAL" clId="{C528F9B6-D74A-4635-BEBB-C70CFD091F34}"/>
    <pc:docChg chg="undo custSel addSld delSld modSld sldOrd">
      <pc:chgData name="Jeremiah Contreras" userId="7aaf88c5-f86c-46d8-a0d4-f1ec65ded07c" providerId="ADAL" clId="{C528F9B6-D74A-4635-BEBB-C70CFD091F34}" dt="2025-08-27T02:35:53.728" v="27" actId="47"/>
      <pc:docMkLst>
        <pc:docMk/>
      </pc:docMkLst>
      <pc:sldChg chg="modSp mod">
        <pc:chgData name="Jeremiah Contreras" userId="7aaf88c5-f86c-46d8-a0d4-f1ec65ded07c" providerId="ADAL" clId="{C528F9B6-D74A-4635-BEBB-C70CFD091F34}" dt="2025-08-27T02:33:23.811" v="12" actId="20577"/>
        <pc:sldMkLst>
          <pc:docMk/>
          <pc:sldMk cId="3424155278" sldId="359"/>
        </pc:sldMkLst>
        <pc:spChg chg="mod">
          <ac:chgData name="Jeremiah Contreras" userId="7aaf88c5-f86c-46d8-a0d4-f1ec65ded07c" providerId="ADAL" clId="{C528F9B6-D74A-4635-BEBB-C70CFD091F34}" dt="2025-08-27T02:33:23.811" v="12" actId="20577"/>
          <ac:spMkLst>
            <pc:docMk/>
            <pc:sldMk cId="3424155278" sldId="359"/>
            <ac:spMk id="37890" creationId="{00000000-0000-0000-0000-000000000000}"/>
          </ac:spMkLst>
        </pc:spChg>
      </pc:sldChg>
      <pc:sldChg chg="del">
        <pc:chgData name="Jeremiah Contreras" userId="7aaf88c5-f86c-46d8-a0d4-f1ec65ded07c" providerId="ADAL" clId="{C528F9B6-D74A-4635-BEBB-C70CFD091F34}" dt="2025-08-27T02:33:52.306" v="13" actId="47"/>
        <pc:sldMkLst>
          <pc:docMk/>
          <pc:sldMk cId="723545867" sldId="360"/>
        </pc:sldMkLst>
      </pc:sldChg>
      <pc:sldChg chg="del">
        <pc:chgData name="Jeremiah Contreras" userId="7aaf88c5-f86c-46d8-a0d4-f1ec65ded07c" providerId="ADAL" clId="{C528F9B6-D74A-4635-BEBB-C70CFD091F34}" dt="2025-08-27T02:33:52.306" v="13" actId="47"/>
        <pc:sldMkLst>
          <pc:docMk/>
          <pc:sldMk cId="2813144886" sldId="361"/>
        </pc:sldMkLst>
      </pc:sldChg>
      <pc:sldChg chg="del">
        <pc:chgData name="Jeremiah Contreras" userId="7aaf88c5-f86c-46d8-a0d4-f1ec65ded07c" providerId="ADAL" clId="{C528F9B6-D74A-4635-BEBB-C70CFD091F34}" dt="2025-08-27T02:33:52.306" v="13" actId="47"/>
        <pc:sldMkLst>
          <pc:docMk/>
          <pc:sldMk cId="3860444630" sldId="376"/>
        </pc:sldMkLst>
      </pc:sldChg>
      <pc:sldChg chg="del">
        <pc:chgData name="Jeremiah Contreras" userId="7aaf88c5-f86c-46d8-a0d4-f1ec65ded07c" providerId="ADAL" clId="{C528F9B6-D74A-4635-BEBB-C70CFD091F34}" dt="2025-08-27T02:34:07.890" v="14" actId="47"/>
        <pc:sldMkLst>
          <pc:docMk/>
          <pc:sldMk cId="2445013801" sldId="385"/>
        </pc:sldMkLst>
      </pc:sldChg>
      <pc:sldChg chg="del">
        <pc:chgData name="Jeremiah Contreras" userId="7aaf88c5-f86c-46d8-a0d4-f1ec65ded07c" providerId="ADAL" clId="{C528F9B6-D74A-4635-BEBB-C70CFD091F34}" dt="2025-08-27T02:34:33.480" v="15" actId="47"/>
        <pc:sldMkLst>
          <pc:docMk/>
          <pc:sldMk cId="2812761517" sldId="388"/>
        </pc:sldMkLst>
      </pc:sldChg>
      <pc:sldChg chg="del ord">
        <pc:chgData name="Jeremiah Contreras" userId="7aaf88c5-f86c-46d8-a0d4-f1ec65ded07c" providerId="ADAL" clId="{C528F9B6-D74A-4635-BEBB-C70CFD091F34}" dt="2025-08-27T02:35:45.070" v="26" actId="47"/>
        <pc:sldMkLst>
          <pc:docMk/>
          <pc:sldMk cId="3701233793" sldId="389"/>
        </pc:sldMkLst>
      </pc:sldChg>
      <pc:sldChg chg="ord">
        <pc:chgData name="Jeremiah Contreras" userId="7aaf88c5-f86c-46d8-a0d4-f1ec65ded07c" providerId="ADAL" clId="{C528F9B6-D74A-4635-BEBB-C70CFD091F34}" dt="2025-08-27T02:34:49.031" v="17"/>
        <pc:sldMkLst>
          <pc:docMk/>
          <pc:sldMk cId="2672761652" sldId="390"/>
        </pc:sldMkLst>
      </pc:sldChg>
      <pc:sldChg chg="ord">
        <pc:chgData name="Jeremiah Contreras" userId="7aaf88c5-f86c-46d8-a0d4-f1ec65ded07c" providerId="ADAL" clId="{C528F9B6-D74A-4635-BEBB-C70CFD091F34}" dt="2025-08-27T02:34:53.716" v="19"/>
        <pc:sldMkLst>
          <pc:docMk/>
          <pc:sldMk cId="1163108327" sldId="391"/>
        </pc:sldMkLst>
      </pc:sldChg>
      <pc:sldChg chg="add del">
        <pc:chgData name="Jeremiah Contreras" userId="7aaf88c5-f86c-46d8-a0d4-f1ec65ded07c" providerId="ADAL" clId="{C528F9B6-D74A-4635-BEBB-C70CFD091F34}" dt="2025-08-27T02:35:06.031" v="21" actId="47"/>
        <pc:sldMkLst>
          <pc:docMk/>
          <pc:sldMk cId="2013051194" sldId="392"/>
        </pc:sldMkLst>
      </pc:sldChg>
      <pc:sldChg chg="del">
        <pc:chgData name="Jeremiah Contreras" userId="7aaf88c5-f86c-46d8-a0d4-f1ec65ded07c" providerId="ADAL" clId="{C528F9B6-D74A-4635-BEBB-C70CFD091F34}" dt="2025-08-27T02:35:53.728" v="27" actId="47"/>
        <pc:sldMkLst>
          <pc:docMk/>
          <pc:sldMk cId="2114377056" sldId="398"/>
        </pc:sldMkLst>
      </pc:sldChg>
    </pc:docChg>
  </pc:docChgLst>
  <pc:docChgLst>
    <pc:chgData name="Jeremiah Contreras" userId="9ea49ee18badb19e" providerId="LiveId" clId="{26B94E50-BD79-4D4E-836E-49F9124D6DD5}"/>
    <pc:docChg chg="custSel delSld modSld">
      <pc:chgData name="Jeremiah Contreras" userId="9ea49ee18badb19e" providerId="LiveId" clId="{26B94E50-BD79-4D4E-836E-49F9124D6DD5}" dt="2022-08-24T22:17:54.262" v="17" actId="20577"/>
      <pc:docMkLst>
        <pc:docMk/>
      </pc:docMkLst>
      <pc:sldChg chg="del">
        <pc:chgData name="Jeremiah Contreras" userId="9ea49ee18badb19e" providerId="LiveId" clId="{26B94E50-BD79-4D4E-836E-49F9124D6DD5}" dt="2022-08-24T22:17:38.120" v="2" actId="47"/>
        <pc:sldMkLst>
          <pc:docMk/>
          <pc:sldMk cId="2384781183" sldId="258"/>
        </pc:sldMkLst>
      </pc:sldChg>
      <pc:sldChg chg="del">
        <pc:chgData name="Jeremiah Contreras" userId="9ea49ee18badb19e" providerId="LiveId" clId="{26B94E50-BD79-4D4E-836E-49F9124D6DD5}" dt="2022-08-24T22:17:38.120" v="2" actId="47"/>
        <pc:sldMkLst>
          <pc:docMk/>
          <pc:sldMk cId="1736794172" sldId="259"/>
        </pc:sldMkLst>
      </pc:sldChg>
      <pc:sldChg chg="del">
        <pc:chgData name="Jeremiah Contreras" userId="9ea49ee18badb19e" providerId="LiveId" clId="{26B94E50-BD79-4D4E-836E-49F9124D6DD5}" dt="2022-08-24T22:17:38.120" v="2" actId="47"/>
        <pc:sldMkLst>
          <pc:docMk/>
          <pc:sldMk cId="3077921154" sldId="261"/>
        </pc:sldMkLst>
      </pc:sldChg>
      <pc:sldChg chg="del">
        <pc:chgData name="Jeremiah Contreras" userId="9ea49ee18badb19e" providerId="LiveId" clId="{26B94E50-BD79-4D4E-836E-49F9124D6DD5}" dt="2022-08-24T22:17:38.120" v="2" actId="47"/>
        <pc:sldMkLst>
          <pc:docMk/>
          <pc:sldMk cId="1059011254" sldId="263"/>
        </pc:sldMkLst>
      </pc:sldChg>
      <pc:sldChg chg="del">
        <pc:chgData name="Jeremiah Contreras" userId="9ea49ee18badb19e" providerId="LiveId" clId="{26B94E50-BD79-4D4E-836E-49F9124D6DD5}" dt="2022-08-24T22:17:38.120" v="2" actId="47"/>
        <pc:sldMkLst>
          <pc:docMk/>
          <pc:sldMk cId="1440559426" sldId="264"/>
        </pc:sldMkLst>
      </pc:sldChg>
      <pc:sldChg chg="del">
        <pc:chgData name="Jeremiah Contreras" userId="9ea49ee18badb19e" providerId="LiveId" clId="{26B94E50-BD79-4D4E-836E-49F9124D6DD5}" dt="2022-08-24T22:17:38.120" v="2" actId="47"/>
        <pc:sldMkLst>
          <pc:docMk/>
          <pc:sldMk cId="3863368819" sldId="265"/>
        </pc:sldMkLst>
      </pc:sldChg>
      <pc:sldChg chg="del">
        <pc:chgData name="Jeremiah Contreras" userId="9ea49ee18badb19e" providerId="LiveId" clId="{26B94E50-BD79-4D4E-836E-49F9124D6DD5}" dt="2022-08-24T22:17:38.120" v="2" actId="47"/>
        <pc:sldMkLst>
          <pc:docMk/>
          <pc:sldMk cId="2019128248" sldId="266"/>
        </pc:sldMkLst>
      </pc:sldChg>
      <pc:sldChg chg="del">
        <pc:chgData name="Jeremiah Contreras" userId="9ea49ee18badb19e" providerId="LiveId" clId="{26B94E50-BD79-4D4E-836E-49F9124D6DD5}" dt="2022-08-24T22:17:38.120" v="2" actId="47"/>
        <pc:sldMkLst>
          <pc:docMk/>
          <pc:sldMk cId="3651734110" sldId="267"/>
        </pc:sldMkLst>
      </pc:sldChg>
      <pc:sldChg chg="del">
        <pc:chgData name="Jeremiah Contreras" userId="9ea49ee18badb19e" providerId="LiveId" clId="{26B94E50-BD79-4D4E-836E-49F9124D6DD5}" dt="2022-08-24T22:17:38.120" v="2" actId="47"/>
        <pc:sldMkLst>
          <pc:docMk/>
          <pc:sldMk cId="2090027877" sldId="289"/>
        </pc:sldMkLst>
      </pc:sldChg>
      <pc:sldChg chg="delSp modSp mod delAnim">
        <pc:chgData name="Jeremiah Contreras" userId="9ea49ee18badb19e" providerId="LiveId" clId="{26B94E50-BD79-4D4E-836E-49F9124D6DD5}" dt="2022-08-24T22:17:54.262" v="17" actId="20577"/>
        <pc:sldMkLst>
          <pc:docMk/>
          <pc:sldMk cId="3070260068" sldId="290"/>
        </pc:sldMkLst>
      </pc:sldChg>
      <pc:sldChg chg="del">
        <pc:chgData name="Jeremiah Contreras" userId="9ea49ee18badb19e" providerId="LiveId" clId="{26B94E50-BD79-4D4E-836E-49F9124D6DD5}" dt="2022-08-24T22:17:16.583" v="0" actId="47"/>
        <pc:sldMkLst>
          <pc:docMk/>
          <pc:sldMk cId="3306842329" sldId="355"/>
        </pc:sldMkLst>
      </pc:sldChg>
      <pc:sldChg chg="del">
        <pc:chgData name="Jeremiah Contreras" userId="9ea49ee18badb19e" providerId="LiveId" clId="{26B94E50-BD79-4D4E-836E-49F9124D6DD5}" dt="2022-08-24T22:17:16.583" v="0" actId="47"/>
        <pc:sldMkLst>
          <pc:docMk/>
          <pc:sldMk cId="3877315486" sldId="372"/>
        </pc:sldMkLst>
      </pc:sldChg>
      <pc:sldChg chg="del">
        <pc:chgData name="Jeremiah Contreras" userId="9ea49ee18badb19e" providerId="LiveId" clId="{26B94E50-BD79-4D4E-836E-49F9124D6DD5}" dt="2022-08-24T22:17:38.120" v="2" actId="47"/>
        <pc:sldMkLst>
          <pc:docMk/>
          <pc:sldMk cId="150961028" sldId="374"/>
        </pc:sldMkLst>
      </pc:sldChg>
      <pc:sldChg chg="del">
        <pc:chgData name="Jeremiah Contreras" userId="9ea49ee18badb19e" providerId="LiveId" clId="{26B94E50-BD79-4D4E-836E-49F9124D6DD5}" dt="2022-08-24T22:17:16.583" v="0" actId="47"/>
        <pc:sldMkLst>
          <pc:docMk/>
          <pc:sldMk cId="1834001453" sldId="377"/>
        </pc:sldMkLst>
      </pc:sldChg>
      <pc:sldChg chg="del">
        <pc:chgData name="Jeremiah Contreras" userId="9ea49ee18badb19e" providerId="LiveId" clId="{26B94E50-BD79-4D4E-836E-49F9124D6DD5}" dt="2022-08-24T22:17:38.120" v="2" actId="47"/>
        <pc:sldMkLst>
          <pc:docMk/>
          <pc:sldMk cId="539031462" sldId="378"/>
        </pc:sldMkLst>
      </pc:sldChg>
      <pc:sldChg chg="del">
        <pc:chgData name="Jeremiah Contreras" userId="9ea49ee18badb19e" providerId="LiveId" clId="{26B94E50-BD79-4D4E-836E-49F9124D6DD5}" dt="2022-08-24T22:17:38.120" v="2" actId="47"/>
        <pc:sldMkLst>
          <pc:docMk/>
          <pc:sldMk cId="2058489965" sldId="379"/>
        </pc:sldMkLst>
      </pc:sldChg>
      <pc:sldChg chg="del">
        <pc:chgData name="Jeremiah Contreras" userId="9ea49ee18badb19e" providerId="LiveId" clId="{26B94E50-BD79-4D4E-836E-49F9124D6DD5}" dt="2022-08-24T22:17:38.120" v="2" actId="47"/>
        <pc:sldMkLst>
          <pc:docMk/>
          <pc:sldMk cId="2466302029" sldId="380"/>
        </pc:sldMkLst>
      </pc:sldChg>
      <pc:sldChg chg="del">
        <pc:chgData name="Jeremiah Contreras" userId="9ea49ee18badb19e" providerId="LiveId" clId="{26B94E50-BD79-4D4E-836E-49F9124D6DD5}" dt="2022-08-24T22:17:38.120" v="2" actId="47"/>
        <pc:sldMkLst>
          <pc:docMk/>
          <pc:sldMk cId="812412072" sldId="381"/>
        </pc:sldMkLst>
      </pc:sldChg>
      <pc:sldChg chg="del">
        <pc:chgData name="Jeremiah Contreras" userId="9ea49ee18badb19e" providerId="LiveId" clId="{26B94E50-BD79-4D4E-836E-49F9124D6DD5}" dt="2022-08-24T22:17:38.120" v="2" actId="47"/>
        <pc:sldMkLst>
          <pc:docMk/>
          <pc:sldMk cId="691193949" sldId="383"/>
        </pc:sldMkLst>
      </pc:sldChg>
      <pc:sldChg chg="del">
        <pc:chgData name="Jeremiah Contreras" userId="9ea49ee18badb19e" providerId="LiveId" clId="{26B94E50-BD79-4D4E-836E-49F9124D6DD5}" dt="2022-08-24T22:17:38.120" v="2" actId="47"/>
        <pc:sldMkLst>
          <pc:docMk/>
          <pc:sldMk cId="3543528742" sldId="384"/>
        </pc:sldMkLst>
      </pc:sldChg>
      <pc:sldChg chg="del">
        <pc:chgData name="Jeremiah Contreras" userId="9ea49ee18badb19e" providerId="LiveId" clId="{26B94E50-BD79-4D4E-836E-49F9124D6DD5}" dt="2022-08-24T22:17:30.067" v="1" actId="47"/>
        <pc:sldMkLst>
          <pc:docMk/>
          <pc:sldMk cId="3857617571" sldId="397"/>
        </pc:sldMkLst>
      </pc:sldChg>
      <pc:sldChg chg="del">
        <pc:chgData name="Jeremiah Contreras" userId="9ea49ee18badb19e" providerId="LiveId" clId="{26B94E50-BD79-4D4E-836E-49F9124D6DD5}" dt="2022-08-24T22:17:38.120" v="2" actId="47"/>
        <pc:sldMkLst>
          <pc:docMk/>
          <pc:sldMk cId="387857050" sldId="399"/>
        </pc:sldMkLst>
      </pc:sldChg>
      <pc:sldChg chg="del">
        <pc:chgData name="Jeremiah Contreras" userId="9ea49ee18badb19e" providerId="LiveId" clId="{26B94E50-BD79-4D4E-836E-49F9124D6DD5}" dt="2022-08-24T22:17:16.583" v="0" actId="47"/>
        <pc:sldMkLst>
          <pc:docMk/>
          <pc:sldMk cId="4208824629" sldId="4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802AF6DA-881C-4C79-B7BB-AE39812FEEB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FF1D006A-6F4D-4501-8E73-99D0EC5E5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36563" y="711200"/>
            <a:ext cx="6318250" cy="3554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18567" y="4341015"/>
            <a:ext cx="5755040" cy="472889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22" tIns="47160" rIns="94322" bIns="47160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4963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52475" y="1184275"/>
            <a:ext cx="5688013" cy="31988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18567" y="4560813"/>
            <a:ext cx="5755040" cy="3731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47" tIns="47172" rIns="94347" bIns="47172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6996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074048" y="9002029"/>
            <a:ext cx="3116501" cy="47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47" tIns="47172" rIns="94347" bIns="47172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2332" indent="-2786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9282" indent="-2235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1318" indent="-2235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3355" indent="-2235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99973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66591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210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9828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019C116-64D4-4F82-9496-DA67BE6F14B8}" type="slidenum">
              <a:rPr lang="en-US" altLang="en-US" sz="1100"/>
              <a:pPr/>
              <a:t>3</a:t>
            </a:fld>
            <a:endParaRPr lang="en-US" altLang="en-US" sz="11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36563" y="711200"/>
            <a:ext cx="6318250" cy="3554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8567" y="4501015"/>
            <a:ext cx="5755040" cy="426505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47" tIns="47172" rIns="94347" bIns="47172"/>
          <a:lstStyle/>
          <a:p>
            <a:endParaRPr lang="en-US" altLang="en-US" dirty="0"/>
          </a:p>
          <a:p>
            <a:r>
              <a:rPr lang="en-US" altLang="en-US" dirty="0"/>
              <a:t>Big question:  Has anything changed between now and the period end?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Note some examples:</a:t>
            </a:r>
          </a:p>
          <a:p>
            <a:endParaRPr lang="en-US" altLang="en-US" dirty="0"/>
          </a:p>
          <a:p>
            <a:r>
              <a:rPr lang="en-US" altLang="en-US" dirty="0"/>
              <a:t>3) Advances/unearned revenue (cash advance so owe goods/services)</a:t>
            </a:r>
          </a:p>
          <a:p>
            <a:r>
              <a:rPr lang="en-US" altLang="en-US" dirty="0"/>
              <a:t>4) </a:t>
            </a:r>
            <a:r>
              <a:rPr lang="en-US" altLang="en-US" dirty="0" err="1"/>
              <a:t>prepaids</a:t>
            </a:r>
            <a:r>
              <a:rPr lang="en-US" altLang="en-US" dirty="0"/>
              <a:t> (insurance, magazine subscriptions)</a:t>
            </a:r>
          </a:p>
        </p:txBody>
      </p:sp>
    </p:spTree>
    <p:extLst>
      <p:ext uri="{BB962C8B-B14F-4D97-AF65-F5344CB8AC3E}">
        <p14:creationId xmlns:p14="http://schemas.microsoft.com/office/powerpoint/2010/main" val="1275288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074048" y="9002029"/>
            <a:ext cx="3116501" cy="47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47" tIns="47172" rIns="94347" bIns="47172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2332" indent="-2786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9282" indent="-2235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1318" indent="-2235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3355" indent="-2235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99973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66591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210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9828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019C116-64D4-4F82-9496-DA67BE6F14B8}" type="slidenum">
              <a:rPr lang="en-US" altLang="en-US" sz="1100"/>
              <a:pPr/>
              <a:t>4</a:t>
            </a:fld>
            <a:endParaRPr lang="en-US" altLang="en-US" sz="11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36563" y="711200"/>
            <a:ext cx="6318250" cy="3554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8567" y="4501015"/>
            <a:ext cx="5755040" cy="426505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47" tIns="47172" rIns="94347" bIns="47172"/>
          <a:lstStyle/>
          <a:p>
            <a:endParaRPr lang="en-US" altLang="en-US" dirty="0"/>
          </a:p>
          <a:p>
            <a:r>
              <a:rPr lang="en-US" altLang="en-US" dirty="0"/>
              <a:t>Big question:  Has anything changed between now and the period end?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Note some examples:</a:t>
            </a:r>
          </a:p>
          <a:p>
            <a:endParaRPr lang="en-US" altLang="en-US" dirty="0"/>
          </a:p>
          <a:p>
            <a:r>
              <a:rPr lang="en-US" altLang="en-US" dirty="0"/>
              <a:t>3) Advances/unearned revenue (cash advance so owe goods/services)</a:t>
            </a:r>
          </a:p>
          <a:p>
            <a:r>
              <a:rPr lang="en-US" altLang="en-US" dirty="0"/>
              <a:t>4) </a:t>
            </a:r>
            <a:r>
              <a:rPr lang="en-US" altLang="en-US" dirty="0" err="1"/>
              <a:t>prepaids</a:t>
            </a:r>
            <a:r>
              <a:rPr lang="en-US" altLang="en-US" dirty="0"/>
              <a:t> (insurance, magazine subscriptions)</a:t>
            </a:r>
          </a:p>
        </p:txBody>
      </p:sp>
    </p:spTree>
    <p:extLst>
      <p:ext uri="{BB962C8B-B14F-4D97-AF65-F5344CB8AC3E}">
        <p14:creationId xmlns:p14="http://schemas.microsoft.com/office/powerpoint/2010/main" val="1712720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0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7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0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8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0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4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5494" y="1393693"/>
            <a:ext cx="261161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chemeClr val="bg1"/>
                </a:solidFill>
              </a:rPr>
              <a:t>Andrew Stephan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8B50B8-BE2C-497A-A0DD-8C15108F9B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7E69AA46-C81D-442C-9F01-C88B71E81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dirty="0">
                <a:solidFill>
                  <a:schemeClr val="bg1"/>
                </a:solidFill>
              </a:rPr>
              <a:t>ACCT 3220</a:t>
            </a:r>
          </a:p>
          <a:p>
            <a:pPr>
              <a:defRPr/>
            </a:pPr>
            <a:r>
              <a:rPr lang="en-US" altLang="en-US" sz="3200" b="1" i="1" dirty="0">
                <a:solidFill>
                  <a:schemeClr val="bg1"/>
                </a:solidFill>
              </a:rPr>
              <a:t>Mechanics: Adjusting </a:t>
            </a:r>
            <a:r>
              <a:rPr lang="en-US" altLang="en-US" sz="3200" b="1" i="1">
                <a:solidFill>
                  <a:schemeClr val="bg1"/>
                </a:solidFill>
              </a:rPr>
              <a:t>Entries Practice</a:t>
            </a:r>
            <a:endParaRPr lang="en-US" altLang="en-US" sz="32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26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Additional</a:t>
            </a:r>
            <a:br>
              <a:rPr lang="en-US" altLang="en-US" dirty="0"/>
            </a:br>
            <a:r>
              <a:rPr lang="en-US" altLang="en-US" dirty="0"/>
              <a:t>Adjusting Entries</a:t>
            </a:r>
          </a:p>
        </p:txBody>
      </p:sp>
    </p:spTree>
    <p:extLst>
      <p:ext uri="{BB962C8B-B14F-4D97-AF65-F5344CB8AC3E}">
        <p14:creationId xmlns:p14="http://schemas.microsoft.com/office/powerpoint/2010/main" val="3424155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726614" y="6248400"/>
            <a:ext cx="94138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893DBB-54D7-4CBE-9550-BF2012D49BC4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pic>
        <p:nvPicPr>
          <p:cNvPr id="3" name="Picture 2" descr="Letter&#10;&#10;Description automatically generated">
            <a:extLst>
              <a:ext uri="{FF2B5EF4-FFF2-40B4-BE49-F238E27FC236}">
                <a16:creationId xmlns:a16="http://schemas.microsoft.com/office/drawing/2014/main" id="{C563EC0D-FD87-4F07-AF8D-2DB36CB27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87" y="689635"/>
            <a:ext cx="11656240" cy="54787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D65B100-06DC-4B9C-92D0-FF08E9A8885F}"/>
              </a:ext>
            </a:extLst>
          </p:cNvPr>
          <p:cNvSpPr/>
          <p:nvPr/>
        </p:nvSpPr>
        <p:spPr>
          <a:xfrm>
            <a:off x="6190735" y="2273643"/>
            <a:ext cx="5412260" cy="2199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214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726614" y="6248400"/>
            <a:ext cx="94138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893DBB-54D7-4CBE-9550-BF2012D49BC4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pic>
        <p:nvPicPr>
          <p:cNvPr id="3" name="Picture 2" descr="A picture containing letter&#10;&#10;Description automatically generated">
            <a:extLst>
              <a:ext uri="{FF2B5EF4-FFF2-40B4-BE49-F238E27FC236}">
                <a16:creationId xmlns:a16="http://schemas.microsoft.com/office/drawing/2014/main" id="{1B1E19D7-B3A9-48CD-9010-4508F1342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89" y="948293"/>
            <a:ext cx="11500022" cy="46798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B81F7B5-9813-4223-B4CF-6F6AABFA1DCF}"/>
              </a:ext>
            </a:extLst>
          </p:cNvPr>
          <p:cNvSpPr/>
          <p:nvPr/>
        </p:nvSpPr>
        <p:spPr>
          <a:xfrm>
            <a:off x="6190734" y="2273643"/>
            <a:ext cx="5795319" cy="2199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4BEB7D5-41EF-1239-5A9D-E6A5D3A7C323}"/>
              </a:ext>
            </a:extLst>
          </p:cNvPr>
          <p:cNvSpPr/>
          <p:nvPr/>
        </p:nvSpPr>
        <p:spPr>
          <a:xfrm>
            <a:off x="471948" y="4092677"/>
            <a:ext cx="5095568" cy="109138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261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06E27-DAF1-499A-AD6E-85F39CEF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EF04B-97AA-4D67-BF06-5B0DB01B3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0819BA82-F012-43F6-8221-97F809347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883174"/>
            <a:ext cx="11353800" cy="509165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ACF6DF-FA47-47DB-934F-0604AD4C7EF2}"/>
              </a:ext>
            </a:extLst>
          </p:cNvPr>
          <p:cNvSpPr/>
          <p:nvPr/>
        </p:nvSpPr>
        <p:spPr>
          <a:xfrm>
            <a:off x="6190734" y="1825627"/>
            <a:ext cx="5795319" cy="2199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61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FCEE6-DCE1-40F8-925D-C7582D533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08302-0F12-4F27-A907-BE37B8F99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445EB464-B681-4A2F-8137-0A1E2DFE6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78" y="723625"/>
            <a:ext cx="11537092" cy="5410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AEA1F8A-1559-4651-99C2-3A80DC084343}"/>
              </a:ext>
            </a:extLst>
          </p:cNvPr>
          <p:cNvSpPr/>
          <p:nvPr/>
        </p:nvSpPr>
        <p:spPr>
          <a:xfrm>
            <a:off x="5976551" y="1504070"/>
            <a:ext cx="5795319" cy="2199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723AA2-6B86-4C49-A2E5-C5525B50C101}"/>
              </a:ext>
            </a:extLst>
          </p:cNvPr>
          <p:cNvSpPr/>
          <p:nvPr/>
        </p:nvSpPr>
        <p:spPr>
          <a:xfrm>
            <a:off x="6003324" y="3934872"/>
            <a:ext cx="5795319" cy="2199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0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51820-BE08-4538-9EB8-C5A8D698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7DAC4-B654-42CC-B0C1-D4C62A3CF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80088DD1-A85E-4715-BE11-BF0233FCF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69" y="178507"/>
            <a:ext cx="8391460" cy="629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051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8A9C-7733-4948-8F65-61AE0F485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A210C-39AF-4388-97CC-9A97BFA39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id="{73A7719F-BABC-46C3-8E7D-D220E8B54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08" y="784675"/>
            <a:ext cx="11796584" cy="528864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3FB14E-4778-4167-B4E2-AD18FEB2B0E0}"/>
              </a:ext>
            </a:extLst>
          </p:cNvPr>
          <p:cNvSpPr/>
          <p:nvPr/>
        </p:nvSpPr>
        <p:spPr>
          <a:xfrm>
            <a:off x="6096000" y="3221659"/>
            <a:ext cx="5795319" cy="2199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4A51EA-88FA-4D74-96A0-5B759B404DB6}"/>
              </a:ext>
            </a:extLst>
          </p:cNvPr>
          <p:cNvSpPr/>
          <p:nvPr/>
        </p:nvSpPr>
        <p:spPr>
          <a:xfrm>
            <a:off x="6095999" y="784675"/>
            <a:ext cx="5795319" cy="2199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40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809CB-922D-4F4C-883E-A76B814F4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49E59-9E79-43FE-81C2-22803008C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0B24B614-47EE-4B16-A8D5-1F3B86044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85" y="373923"/>
            <a:ext cx="8674442" cy="622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09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90DA6-A437-442C-B3AD-C606B1974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2B35B-4151-4E73-803A-E8E23CF25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Graphical user interface, application&#10;&#10;Description automatically generated with medium confidence">
            <a:extLst>
              <a:ext uri="{FF2B5EF4-FFF2-40B4-BE49-F238E27FC236}">
                <a16:creationId xmlns:a16="http://schemas.microsoft.com/office/drawing/2014/main" id="{D58F30DA-F794-4E70-896B-152DAA41A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76" y="1075036"/>
            <a:ext cx="11870724" cy="44335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D64523F-0E7F-4F5A-B230-A0F75CA350BC}"/>
              </a:ext>
            </a:extLst>
          </p:cNvPr>
          <p:cNvSpPr/>
          <p:nvPr/>
        </p:nvSpPr>
        <p:spPr>
          <a:xfrm>
            <a:off x="6096000" y="1504070"/>
            <a:ext cx="5795319" cy="2199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9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6FE1E-8D9D-4E59-B231-FB5E817B8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53AD3-1FE1-4EA0-A7E1-6B4A4B313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Letter&#10;&#10;Description automatically generated with medium confidence">
            <a:extLst>
              <a:ext uri="{FF2B5EF4-FFF2-40B4-BE49-F238E27FC236}">
                <a16:creationId xmlns:a16="http://schemas.microsoft.com/office/drawing/2014/main" id="{7C675F0B-EA4F-4F0E-893D-F4E9C620B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66" y="1075036"/>
            <a:ext cx="11685373" cy="43051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DCB299-0ADD-4FE0-9F27-FE9E39CC9072}"/>
              </a:ext>
            </a:extLst>
          </p:cNvPr>
          <p:cNvSpPr/>
          <p:nvPr/>
        </p:nvSpPr>
        <p:spPr>
          <a:xfrm>
            <a:off x="6013620" y="1714135"/>
            <a:ext cx="5795319" cy="2199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485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1411</TotalTime>
  <Words>99</Words>
  <Application>Microsoft Office PowerPoint</Application>
  <PresentationFormat>Widescreen</PresentationFormat>
  <Paragraphs>24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Times New Roman</vt:lpstr>
      <vt:lpstr>Office Theme</vt:lpstr>
      <vt:lpstr>PowerPoint Presentation</vt:lpstr>
      <vt:lpstr>Additional Adjusting Entries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Kubie</dc:creator>
  <cp:lastModifiedBy>Jeremiah Contreras</cp:lastModifiedBy>
  <cp:revision>61</cp:revision>
  <cp:lastPrinted>2018-08-29T18:02:53Z</cp:lastPrinted>
  <dcterms:created xsi:type="dcterms:W3CDTF">2016-01-26T18:12:20Z</dcterms:created>
  <dcterms:modified xsi:type="dcterms:W3CDTF">2025-08-27T02:35:55Z</dcterms:modified>
</cp:coreProperties>
</file>