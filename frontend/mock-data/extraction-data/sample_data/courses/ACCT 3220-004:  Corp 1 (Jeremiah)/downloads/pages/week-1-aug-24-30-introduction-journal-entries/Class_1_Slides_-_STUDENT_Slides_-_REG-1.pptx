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7" r:id="rId3"/>
  </p:sldMasterIdLst>
  <p:notesMasterIdLst>
    <p:notesMasterId r:id="rId30"/>
  </p:notesMasterIdLst>
  <p:sldIdLst>
    <p:sldId id="294" r:id="rId4"/>
    <p:sldId id="561" r:id="rId5"/>
    <p:sldId id="552" r:id="rId6"/>
    <p:sldId id="560" r:id="rId7"/>
    <p:sldId id="558" r:id="rId8"/>
    <p:sldId id="383" r:id="rId9"/>
    <p:sldId id="384" r:id="rId10"/>
    <p:sldId id="385" r:id="rId11"/>
    <p:sldId id="399" r:id="rId12"/>
    <p:sldId id="387" r:id="rId13"/>
    <p:sldId id="388" r:id="rId14"/>
    <p:sldId id="400" r:id="rId15"/>
    <p:sldId id="371" r:id="rId16"/>
    <p:sldId id="373" r:id="rId17"/>
    <p:sldId id="402" r:id="rId18"/>
    <p:sldId id="367" r:id="rId19"/>
    <p:sldId id="390" r:id="rId20"/>
    <p:sldId id="277" r:id="rId21"/>
    <p:sldId id="278" r:id="rId22"/>
    <p:sldId id="374" r:id="rId23"/>
    <p:sldId id="382" r:id="rId24"/>
    <p:sldId id="556" r:id="rId25"/>
    <p:sldId id="557" r:id="rId26"/>
    <p:sldId id="555" r:id="rId27"/>
    <p:sldId id="542" r:id="rId28"/>
    <p:sldId id="356" r:id="rId29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B2D2BC-436C-421D-BD53-53936A306085}" v="4570" dt="2025-08-24T11:47:59.8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11" autoAdjust="0"/>
    <p:restoredTop sz="76446" autoAdjust="0"/>
  </p:normalViewPr>
  <p:slideViewPr>
    <p:cSldViewPr snapToGrid="0" snapToObjects="1">
      <p:cViewPr varScale="1">
        <p:scale>
          <a:sx n="63" d="100"/>
          <a:sy n="63" d="100"/>
        </p:scale>
        <p:origin x="1059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9ea49ee18badb19e" providerId="LiveId" clId="{74696FB4-5E49-4E98-8AC4-48B63C12E238}"/>
    <pc:docChg chg="undo custSel addSld delSld modSld">
      <pc:chgData name="Jeremiah Contreras" userId="9ea49ee18badb19e" providerId="LiveId" clId="{74696FB4-5E49-4E98-8AC4-48B63C12E238}" dt="2022-08-22T15:29:04.348" v="412" actId="14100"/>
      <pc:docMkLst>
        <pc:docMk/>
      </pc:docMkLst>
      <pc:sldChg chg="delSp modSp mod">
        <pc:chgData name="Jeremiah Contreras" userId="9ea49ee18badb19e" providerId="LiveId" clId="{74696FB4-5E49-4E98-8AC4-48B63C12E238}" dt="2022-08-22T12:56:39.497" v="380" actId="1076"/>
        <pc:sldMkLst>
          <pc:docMk/>
          <pc:sldMk cId="1002397016" sldId="278"/>
        </pc:sldMkLst>
      </pc:sldChg>
      <pc:sldChg chg="addSp modSp mod modAnim">
        <pc:chgData name="Jeremiah Contreras" userId="9ea49ee18badb19e" providerId="LiveId" clId="{74696FB4-5E49-4E98-8AC4-48B63C12E238}" dt="2022-08-22T12:21:35.385" v="360" actId="20577"/>
        <pc:sldMkLst>
          <pc:docMk/>
          <pc:sldMk cId="3955044594" sldId="283"/>
        </pc:sldMkLst>
      </pc:sldChg>
      <pc:sldChg chg="modSp del mod">
        <pc:chgData name="Jeremiah Contreras" userId="9ea49ee18badb19e" providerId="LiveId" clId="{74696FB4-5E49-4E98-8AC4-48B63C12E238}" dt="2022-08-19T16:53:59.869" v="72" actId="47"/>
        <pc:sldMkLst>
          <pc:docMk/>
          <pc:sldMk cId="4015866461" sldId="284"/>
        </pc:sldMkLst>
      </pc:sldChg>
      <pc:sldChg chg="modSp mod">
        <pc:chgData name="Jeremiah Contreras" userId="9ea49ee18badb19e" providerId="LiveId" clId="{74696FB4-5E49-4E98-8AC4-48B63C12E238}" dt="2022-08-22T11:50:31.612" v="160" actId="207"/>
        <pc:sldMkLst>
          <pc:docMk/>
          <pc:sldMk cId="1624808550" sldId="294"/>
        </pc:sldMkLst>
      </pc:sldChg>
      <pc:sldChg chg="modSp mod">
        <pc:chgData name="Jeremiah Contreras" userId="9ea49ee18badb19e" providerId="LiveId" clId="{74696FB4-5E49-4E98-8AC4-48B63C12E238}" dt="2022-08-21T13:41:40.805" v="147" actId="20577"/>
        <pc:sldMkLst>
          <pc:docMk/>
          <pc:sldMk cId="2703861665" sldId="357"/>
        </pc:sldMkLst>
      </pc:sldChg>
      <pc:sldChg chg="del">
        <pc:chgData name="Jeremiah Contreras" userId="9ea49ee18badb19e" providerId="LiveId" clId="{74696FB4-5E49-4E98-8AC4-48B63C12E238}" dt="2022-08-22T12:14:26.409" v="321" actId="47"/>
        <pc:sldMkLst>
          <pc:docMk/>
          <pc:sldMk cId="3638487872" sldId="370"/>
        </pc:sldMkLst>
      </pc:sldChg>
      <pc:sldChg chg="addSp delSp modSp add del mod setBg delDesignElem">
        <pc:chgData name="Jeremiah Contreras" userId="9ea49ee18badb19e" providerId="LiveId" clId="{74696FB4-5E49-4E98-8AC4-48B63C12E238}" dt="2022-08-22T12:55:58.789" v="376"/>
        <pc:sldMkLst>
          <pc:docMk/>
          <pc:sldMk cId="3827491504" sldId="371"/>
        </pc:sldMkLst>
      </pc:sldChg>
      <pc:sldChg chg="del modAnim">
        <pc:chgData name="Jeremiah Contreras" userId="9ea49ee18badb19e" providerId="LiveId" clId="{74696FB4-5E49-4E98-8AC4-48B63C12E238}" dt="2022-08-22T12:55:44.912" v="366" actId="2696"/>
        <pc:sldMkLst>
          <pc:docMk/>
          <pc:sldMk cId="4095638512" sldId="371"/>
        </pc:sldMkLst>
      </pc:sldChg>
      <pc:sldChg chg="addSp delSp modSp add del mod setBg delDesignElem">
        <pc:chgData name="Jeremiah Contreras" userId="9ea49ee18badb19e" providerId="LiveId" clId="{74696FB4-5E49-4E98-8AC4-48B63C12E238}" dt="2022-08-22T12:55:58.789" v="376"/>
        <pc:sldMkLst>
          <pc:docMk/>
          <pc:sldMk cId="143886799" sldId="372"/>
        </pc:sldMkLst>
      </pc:sldChg>
      <pc:sldChg chg="modSp del mod modAnim">
        <pc:chgData name="Jeremiah Contreras" userId="9ea49ee18badb19e" providerId="LiveId" clId="{74696FB4-5E49-4E98-8AC4-48B63C12E238}" dt="2022-08-22T12:55:44.912" v="366" actId="2696"/>
        <pc:sldMkLst>
          <pc:docMk/>
          <pc:sldMk cId="2744248281" sldId="372"/>
        </pc:sldMkLst>
      </pc:sldChg>
      <pc:sldChg chg="addSp delSp add del setBg delDesignElem">
        <pc:chgData name="Jeremiah Contreras" userId="9ea49ee18badb19e" providerId="LiveId" clId="{74696FB4-5E49-4E98-8AC4-48B63C12E238}" dt="2022-08-22T12:55:58.789" v="376"/>
        <pc:sldMkLst>
          <pc:docMk/>
          <pc:sldMk cId="3177324819" sldId="373"/>
        </pc:sldMkLst>
      </pc:sldChg>
      <pc:sldChg chg="modSp del">
        <pc:chgData name="Jeremiah Contreras" userId="9ea49ee18badb19e" providerId="LiveId" clId="{74696FB4-5E49-4E98-8AC4-48B63C12E238}" dt="2022-08-22T12:55:44.912" v="366" actId="2696"/>
        <pc:sldMkLst>
          <pc:docMk/>
          <pc:sldMk cId="3702551631" sldId="373"/>
        </pc:sldMkLst>
      </pc:sldChg>
      <pc:sldChg chg="modSp del mod modAnim">
        <pc:chgData name="Jeremiah Contreras" userId="9ea49ee18badb19e" providerId="LiveId" clId="{74696FB4-5E49-4E98-8AC4-48B63C12E238}" dt="2022-08-22T12:55:44.912" v="366" actId="2696"/>
        <pc:sldMkLst>
          <pc:docMk/>
          <pc:sldMk cId="1758197779" sldId="374"/>
        </pc:sldMkLst>
      </pc:sldChg>
      <pc:sldChg chg="add del">
        <pc:chgData name="Jeremiah Contreras" userId="9ea49ee18badb19e" providerId="LiveId" clId="{74696FB4-5E49-4E98-8AC4-48B63C12E238}" dt="2022-08-22T12:55:58.789" v="376"/>
        <pc:sldMkLst>
          <pc:docMk/>
          <pc:sldMk cId="1940193689" sldId="374"/>
        </pc:sldMkLst>
      </pc:sldChg>
      <pc:sldChg chg="modSp del mod">
        <pc:chgData name="Jeremiah Contreras" userId="9ea49ee18badb19e" providerId="LiveId" clId="{74696FB4-5E49-4E98-8AC4-48B63C12E238}" dt="2022-08-19T16:49:40.145" v="41" actId="47"/>
        <pc:sldMkLst>
          <pc:docMk/>
          <pc:sldMk cId="1659574518" sldId="375"/>
        </pc:sldMkLst>
      </pc:sldChg>
      <pc:sldChg chg="addSp delSp add del setBg delDesignElem">
        <pc:chgData name="Jeremiah Contreras" userId="9ea49ee18badb19e" providerId="LiveId" clId="{74696FB4-5E49-4E98-8AC4-48B63C12E238}" dt="2022-08-22T12:55:58.789" v="376"/>
        <pc:sldMkLst>
          <pc:docMk/>
          <pc:sldMk cId="221424677" sldId="376"/>
        </pc:sldMkLst>
      </pc:sldChg>
      <pc:sldChg chg="del">
        <pc:chgData name="Jeremiah Contreras" userId="9ea49ee18badb19e" providerId="LiveId" clId="{74696FB4-5E49-4E98-8AC4-48B63C12E238}" dt="2022-08-22T12:55:44.912" v="366" actId="2696"/>
        <pc:sldMkLst>
          <pc:docMk/>
          <pc:sldMk cId="3010745972" sldId="376"/>
        </pc:sldMkLst>
      </pc:sldChg>
      <pc:sldChg chg="modSp mod">
        <pc:chgData name="Jeremiah Contreras" userId="9ea49ee18badb19e" providerId="LiveId" clId="{74696FB4-5E49-4E98-8AC4-48B63C12E238}" dt="2022-08-22T12:57:23.194" v="382" actId="255"/>
        <pc:sldMkLst>
          <pc:docMk/>
          <pc:sldMk cId="605013605" sldId="379"/>
        </pc:sldMkLst>
      </pc:sldChg>
      <pc:sldChg chg="modSp mod modAnim">
        <pc:chgData name="Jeremiah Contreras" userId="9ea49ee18badb19e" providerId="LiveId" clId="{74696FB4-5E49-4E98-8AC4-48B63C12E238}" dt="2022-08-19T16:54:30.662" v="74" actId="27636"/>
        <pc:sldMkLst>
          <pc:docMk/>
          <pc:sldMk cId="1734888086" sldId="381"/>
        </pc:sldMkLst>
      </pc:sldChg>
      <pc:sldChg chg="modSp mod">
        <pc:chgData name="Jeremiah Contreras" userId="9ea49ee18badb19e" providerId="LiveId" clId="{74696FB4-5E49-4E98-8AC4-48B63C12E238}" dt="2022-08-22T11:52:40.721" v="178" actId="1076"/>
        <pc:sldMkLst>
          <pc:docMk/>
          <pc:sldMk cId="893020714" sldId="383"/>
        </pc:sldMkLst>
      </pc:sldChg>
      <pc:sldChg chg="modSp mod modAnim">
        <pc:chgData name="Jeremiah Contreras" userId="9ea49ee18badb19e" providerId="LiveId" clId="{74696FB4-5E49-4E98-8AC4-48B63C12E238}" dt="2022-08-22T12:52:30.002" v="362"/>
        <pc:sldMkLst>
          <pc:docMk/>
          <pc:sldMk cId="1246906116" sldId="384"/>
        </pc:sldMkLst>
      </pc:sldChg>
      <pc:sldChg chg="addSp modSp mod">
        <pc:chgData name="Jeremiah Contreras" userId="9ea49ee18badb19e" providerId="LiveId" clId="{74696FB4-5E49-4E98-8AC4-48B63C12E238}" dt="2022-08-22T11:54:05.786" v="222" actId="1037"/>
        <pc:sldMkLst>
          <pc:docMk/>
          <pc:sldMk cId="3278853014" sldId="385"/>
        </pc:sldMkLst>
      </pc:sldChg>
      <pc:sldChg chg="addSp modSp mod">
        <pc:chgData name="Jeremiah Contreras" userId="9ea49ee18badb19e" providerId="LiveId" clId="{74696FB4-5E49-4E98-8AC4-48B63C12E238}" dt="2022-08-22T11:55:02.259" v="288" actId="14100"/>
        <pc:sldMkLst>
          <pc:docMk/>
          <pc:sldMk cId="964309182" sldId="387"/>
        </pc:sldMkLst>
      </pc:sldChg>
      <pc:sldChg chg="addSp delSp modSp mod modAnim">
        <pc:chgData name="Jeremiah Contreras" userId="9ea49ee18badb19e" providerId="LiveId" clId="{74696FB4-5E49-4E98-8AC4-48B63C12E238}" dt="2022-08-22T12:54:24.058" v="365"/>
        <pc:sldMkLst>
          <pc:docMk/>
          <pc:sldMk cId="2705070905" sldId="388"/>
        </pc:sldMkLst>
      </pc:sldChg>
      <pc:sldChg chg="addSp modSp mod">
        <pc:chgData name="Jeremiah Contreras" userId="9ea49ee18badb19e" providerId="LiveId" clId="{74696FB4-5E49-4E98-8AC4-48B63C12E238}" dt="2022-08-22T12:51:39.345" v="361" actId="1076"/>
        <pc:sldMkLst>
          <pc:docMk/>
          <pc:sldMk cId="712182327" sldId="399"/>
        </pc:sldMkLst>
      </pc:sldChg>
      <pc:sldChg chg="add del">
        <pc:chgData name="Jeremiah Contreras" userId="9ea49ee18badb19e" providerId="LiveId" clId="{74696FB4-5E49-4E98-8AC4-48B63C12E238}" dt="2022-08-22T12:55:58.789" v="376"/>
        <pc:sldMkLst>
          <pc:docMk/>
          <pc:sldMk cId="2077534797" sldId="400"/>
        </pc:sldMkLst>
      </pc:sldChg>
      <pc:sldChg chg="del">
        <pc:chgData name="Jeremiah Contreras" userId="9ea49ee18badb19e" providerId="LiveId" clId="{74696FB4-5E49-4E98-8AC4-48B63C12E238}" dt="2022-08-22T12:55:44.912" v="366" actId="2696"/>
        <pc:sldMkLst>
          <pc:docMk/>
          <pc:sldMk cId="2501203799" sldId="400"/>
        </pc:sldMkLst>
      </pc:sldChg>
      <pc:sldChg chg="addSp delSp modSp add mod setBg delAnim modAnim delDesignElem">
        <pc:chgData name="Jeremiah Contreras" userId="9ea49ee18badb19e" providerId="LiveId" clId="{74696FB4-5E49-4E98-8AC4-48B63C12E238}" dt="2022-08-22T15:29:04.348" v="412" actId="14100"/>
        <pc:sldMkLst>
          <pc:docMk/>
          <pc:sldMk cId="4021851730" sldId="401"/>
        </pc:sldMkLst>
      </pc:sldChg>
    </pc:docChg>
  </pc:docChgLst>
  <pc:docChgLst>
    <pc:chgData name="Jeremiah Contreras" userId="7aaf88c5-f86c-46d8-a0d4-f1ec65ded07c" providerId="ADAL" clId="{BAB2D2BC-436C-421D-BD53-53936A306085}"/>
    <pc:docChg chg="undo custSel addSld delSld modSld sldOrd">
      <pc:chgData name="Jeremiah Contreras" userId="7aaf88c5-f86c-46d8-a0d4-f1ec65ded07c" providerId="ADAL" clId="{BAB2D2BC-436C-421D-BD53-53936A306085}" dt="2025-08-24T11:48:25.683" v="5726" actId="20577"/>
      <pc:docMkLst>
        <pc:docMk/>
      </pc:docMkLst>
      <pc:sldChg chg="addSp delSp modSp mod delAnim modAnim">
        <pc:chgData name="Jeremiah Contreras" userId="7aaf88c5-f86c-46d8-a0d4-f1ec65ded07c" providerId="ADAL" clId="{BAB2D2BC-436C-421D-BD53-53936A306085}" dt="2025-08-24T11:35:57.527" v="5563"/>
        <pc:sldMkLst>
          <pc:docMk/>
          <pc:sldMk cId="1079953391" sldId="277"/>
        </pc:sldMkLst>
        <pc:spChg chg="del mod">
          <ac:chgData name="Jeremiah Contreras" userId="7aaf88c5-f86c-46d8-a0d4-f1ec65ded07c" providerId="ADAL" clId="{BAB2D2BC-436C-421D-BD53-53936A306085}" dt="2025-08-24T11:33:20.613" v="5555" actId="478"/>
          <ac:spMkLst>
            <pc:docMk/>
            <pc:sldMk cId="1079953391" sldId="277"/>
            <ac:spMk id="16" creationId="{00000000-0000-0000-0000-000000000000}"/>
          </ac:spMkLst>
        </pc:spChg>
        <pc:spChg chg="add mod">
          <ac:chgData name="Jeremiah Contreras" userId="7aaf88c5-f86c-46d8-a0d4-f1ec65ded07c" providerId="ADAL" clId="{BAB2D2BC-436C-421D-BD53-53936A306085}" dt="2025-08-24T11:33:26.292" v="5556" actId="1076"/>
          <ac:spMkLst>
            <pc:docMk/>
            <pc:sldMk cId="1079953391" sldId="277"/>
            <ac:spMk id="18" creationId="{ECB9FC77-A0F1-6DCD-04B5-E78198D33F83}"/>
          </ac:spMkLst>
        </pc:spChg>
        <pc:spChg chg="add mod">
          <ac:chgData name="Jeremiah Contreras" userId="7aaf88c5-f86c-46d8-a0d4-f1ec65ded07c" providerId="ADAL" clId="{BAB2D2BC-436C-421D-BD53-53936A306085}" dt="2025-08-24T11:34:10.502" v="5559" actId="1582"/>
          <ac:spMkLst>
            <pc:docMk/>
            <pc:sldMk cId="1079953391" sldId="277"/>
            <ac:spMk id="19" creationId="{C5F6FA23-150C-01FA-298D-CB25027E104C}"/>
          </ac:spMkLst>
        </pc:spChg>
      </pc:sldChg>
      <pc:sldChg chg="addSp modSp mod modAnim">
        <pc:chgData name="Jeremiah Contreras" userId="7aaf88c5-f86c-46d8-a0d4-f1ec65ded07c" providerId="ADAL" clId="{BAB2D2BC-436C-421D-BD53-53936A306085}" dt="2025-08-17T10:24:28.272" v="3614" actId="14100"/>
        <pc:sldMkLst>
          <pc:docMk/>
          <pc:sldMk cId="1002397016" sldId="278"/>
        </pc:sldMkLst>
        <pc:spChg chg="add mod">
          <ac:chgData name="Jeremiah Contreras" userId="7aaf88c5-f86c-46d8-a0d4-f1ec65ded07c" providerId="ADAL" clId="{BAB2D2BC-436C-421D-BD53-53936A306085}" dt="2025-08-17T10:24:28.272" v="3614" actId="14100"/>
          <ac:spMkLst>
            <pc:docMk/>
            <pc:sldMk cId="1002397016" sldId="278"/>
            <ac:spMk id="2" creationId="{9718B9BF-DACF-BE04-92B3-BD348154C8DC}"/>
          </ac:spMkLst>
        </pc:spChg>
      </pc:sldChg>
      <pc:sldChg chg="modSp mod">
        <pc:chgData name="Jeremiah Contreras" userId="7aaf88c5-f86c-46d8-a0d4-f1ec65ded07c" providerId="ADAL" clId="{BAB2D2BC-436C-421D-BD53-53936A306085}" dt="2025-08-24T11:48:25.683" v="5726" actId="20577"/>
        <pc:sldMkLst>
          <pc:docMk/>
          <pc:sldMk cId="1624808550" sldId="294"/>
        </pc:sldMkLst>
        <pc:spChg chg="mod">
          <ac:chgData name="Jeremiah Contreras" userId="7aaf88c5-f86c-46d8-a0d4-f1ec65ded07c" providerId="ADAL" clId="{BAB2D2BC-436C-421D-BD53-53936A306085}" dt="2025-08-24T11:48:25.683" v="5726" actId="20577"/>
          <ac:spMkLst>
            <pc:docMk/>
            <pc:sldMk cId="1624808550" sldId="294"/>
            <ac:spMk id="3" creationId="{D5C9D701-2A9A-4A64-91C7-DA82640125E6}"/>
          </ac:spMkLst>
        </pc:spChg>
      </pc:sldChg>
      <pc:sldChg chg="modSp mod">
        <pc:chgData name="Jeremiah Contreras" userId="7aaf88c5-f86c-46d8-a0d4-f1ec65ded07c" providerId="ADAL" clId="{BAB2D2BC-436C-421D-BD53-53936A306085}" dt="2025-08-24T11:27:12.038" v="5418" actId="20577"/>
        <pc:sldMkLst>
          <pc:docMk/>
          <pc:sldMk cId="2224593332" sldId="371"/>
        </pc:sldMkLst>
        <pc:spChg chg="mod">
          <ac:chgData name="Jeremiah Contreras" userId="7aaf88c5-f86c-46d8-a0d4-f1ec65ded07c" providerId="ADAL" clId="{BAB2D2BC-436C-421D-BD53-53936A306085}" dt="2025-08-24T11:24:13.041" v="5332" actId="115"/>
          <ac:spMkLst>
            <pc:docMk/>
            <pc:sldMk cId="2224593332" sldId="371"/>
            <ac:spMk id="2" creationId="{B04246F3-ADF7-4636-8D89-5A975143C669}"/>
          </ac:spMkLst>
        </pc:spChg>
        <pc:spChg chg="mod">
          <ac:chgData name="Jeremiah Contreras" userId="7aaf88c5-f86c-46d8-a0d4-f1ec65ded07c" providerId="ADAL" clId="{BAB2D2BC-436C-421D-BD53-53936A306085}" dt="2025-08-24T11:27:12.038" v="5418" actId="20577"/>
          <ac:spMkLst>
            <pc:docMk/>
            <pc:sldMk cId="2224593332" sldId="371"/>
            <ac:spMk id="3" creationId="{ED79D4DF-A28D-45C5-9EAD-5E0BC34B35A9}"/>
          </ac:spMkLst>
        </pc:spChg>
      </pc:sldChg>
      <pc:sldChg chg="del">
        <pc:chgData name="Jeremiah Contreras" userId="7aaf88c5-f86c-46d8-a0d4-f1ec65ded07c" providerId="ADAL" clId="{BAB2D2BC-436C-421D-BD53-53936A306085}" dt="2025-08-10T04:53:50.879" v="2407" actId="47"/>
        <pc:sldMkLst>
          <pc:docMk/>
          <pc:sldMk cId="2908075743" sldId="372"/>
        </pc:sldMkLst>
      </pc:sldChg>
      <pc:sldChg chg="modSp mod modAnim">
        <pc:chgData name="Jeremiah Contreras" userId="7aaf88c5-f86c-46d8-a0d4-f1ec65ded07c" providerId="ADAL" clId="{BAB2D2BC-436C-421D-BD53-53936A306085}" dt="2025-08-24T11:30:12.933" v="5522" actId="20577"/>
        <pc:sldMkLst>
          <pc:docMk/>
          <pc:sldMk cId="2914273178" sldId="373"/>
        </pc:sldMkLst>
        <pc:spChg chg="mod">
          <ac:chgData name="Jeremiah Contreras" userId="7aaf88c5-f86c-46d8-a0d4-f1ec65ded07c" providerId="ADAL" clId="{BAB2D2BC-436C-421D-BD53-53936A306085}" dt="2025-08-24T11:30:12.933" v="5522" actId="20577"/>
          <ac:spMkLst>
            <pc:docMk/>
            <pc:sldMk cId="2914273178" sldId="373"/>
            <ac:spMk id="3" creationId="{ED79D4DF-A28D-45C5-9EAD-5E0BC34B35A9}"/>
          </ac:spMkLst>
        </pc:spChg>
      </pc:sldChg>
      <pc:sldChg chg="modSp add">
        <pc:chgData name="Jeremiah Contreras" userId="7aaf88c5-f86c-46d8-a0d4-f1ec65ded07c" providerId="ADAL" clId="{BAB2D2BC-436C-421D-BD53-53936A306085}" dt="2025-08-24T11:40:27.222" v="5618" actId="1076"/>
        <pc:sldMkLst>
          <pc:docMk/>
          <pc:sldMk cId="3411578283" sldId="374"/>
        </pc:sldMkLst>
        <pc:spChg chg="mod">
          <ac:chgData name="Jeremiah Contreras" userId="7aaf88c5-f86c-46d8-a0d4-f1ec65ded07c" providerId="ADAL" clId="{BAB2D2BC-436C-421D-BD53-53936A306085}" dt="2025-08-24T11:40:13.806" v="5615" actId="255"/>
          <ac:spMkLst>
            <pc:docMk/>
            <pc:sldMk cId="3411578283" sldId="374"/>
            <ac:spMk id="15364" creationId="{00000000-0000-0000-0000-000000000000}"/>
          </ac:spMkLst>
        </pc:spChg>
        <pc:spChg chg="mod">
          <ac:chgData name="Jeremiah Contreras" userId="7aaf88c5-f86c-46d8-a0d4-f1ec65ded07c" providerId="ADAL" clId="{BAB2D2BC-436C-421D-BD53-53936A306085}" dt="2025-08-24T11:40:27.222" v="5618" actId="1076"/>
          <ac:spMkLst>
            <pc:docMk/>
            <pc:sldMk cId="3411578283" sldId="374"/>
            <ac:spMk id="15366" creationId="{00000000-0000-0000-0000-000000000000}"/>
          </ac:spMkLst>
        </pc:spChg>
        <pc:picChg chg="mod">
          <ac:chgData name="Jeremiah Contreras" userId="7aaf88c5-f86c-46d8-a0d4-f1ec65ded07c" providerId="ADAL" clId="{BAB2D2BC-436C-421D-BD53-53936A306085}" dt="2025-08-24T11:40:19.766" v="5616" actId="1076"/>
          <ac:picMkLst>
            <pc:docMk/>
            <pc:sldMk cId="3411578283" sldId="374"/>
            <ac:picMk id="15363" creationId="{00000000-0000-0000-0000-000000000000}"/>
          </ac:picMkLst>
        </pc:picChg>
        <pc:picChg chg="mod">
          <ac:chgData name="Jeremiah Contreras" userId="7aaf88c5-f86c-46d8-a0d4-f1ec65ded07c" providerId="ADAL" clId="{BAB2D2BC-436C-421D-BD53-53936A306085}" dt="2025-08-24T11:40:23.237" v="5617" actId="1076"/>
          <ac:picMkLst>
            <pc:docMk/>
            <pc:sldMk cId="3411578283" sldId="374"/>
            <ac:picMk id="15365" creationId="{00000000-0000-0000-0000-000000000000}"/>
          </ac:picMkLst>
        </pc:picChg>
      </pc:sldChg>
      <pc:sldChg chg="del">
        <pc:chgData name="Jeremiah Contreras" userId="7aaf88c5-f86c-46d8-a0d4-f1ec65ded07c" providerId="ADAL" clId="{BAB2D2BC-436C-421D-BD53-53936A306085}" dt="2025-08-03T13:18:01.213" v="285" actId="2696"/>
        <pc:sldMkLst>
          <pc:docMk/>
          <pc:sldMk cId="3844320177" sldId="374"/>
        </pc:sldMkLst>
      </pc:sldChg>
      <pc:sldChg chg="addSp delSp modSp mod ord delAnim">
        <pc:chgData name="Jeremiah Contreras" userId="7aaf88c5-f86c-46d8-a0d4-f1ec65ded07c" providerId="ADAL" clId="{BAB2D2BC-436C-421D-BD53-53936A306085}" dt="2025-08-03T13:16:27.536" v="283" actId="12385"/>
        <pc:sldMkLst>
          <pc:docMk/>
          <pc:sldMk cId="3805891020" sldId="382"/>
        </pc:sldMkLst>
        <pc:spChg chg="mod">
          <ac:chgData name="Jeremiah Contreras" userId="7aaf88c5-f86c-46d8-a0d4-f1ec65ded07c" providerId="ADAL" clId="{BAB2D2BC-436C-421D-BD53-53936A306085}" dt="2025-08-03T13:14:31.686" v="248" actId="20577"/>
          <ac:spMkLst>
            <pc:docMk/>
            <pc:sldMk cId="3805891020" sldId="382"/>
            <ac:spMk id="2" creationId="{E1C72440-0AB4-4F4C-B81C-C3A2EB731080}"/>
          </ac:spMkLst>
        </pc:spChg>
        <pc:graphicFrameChg chg="add mod modGraphic">
          <ac:chgData name="Jeremiah Contreras" userId="7aaf88c5-f86c-46d8-a0d4-f1ec65ded07c" providerId="ADAL" clId="{BAB2D2BC-436C-421D-BD53-53936A306085}" dt="2025-08-03T13:16:27.536" v="283" actId="12385"/>
          <ac:graphicFrameMkLst>
            <pc:docMk/>
            <pc:sldMk cId="3805891020" sldId="382"/>
            <ac:graphicFrameMk id="6" creationId="{D1EA707F-AE88-2C5B-6379-F3F9F17EE3FE}"/>
          </ac:graphicFrameMkLst>
        </pc:graphicFrameChg>
      </pc:sldChg>
      <pc:sldChg chg="delSp modSp mod">
        <pc:chgData name="Jeremiah Contreras" userId="7aaf88c5-f86c-46d8-a0d4-f1ec65ded07c" providerId="ADAL" clId="{BAB2D2BC-436C-421D-BD53-53936A306085}" dt="2025-08-24T11:16:27.580" v="5124" actId="1035"/>
        <pc:sldMkLst>
          <pc:docMk/>
          <pc:sldMk cId="893020714" sldId="383"/>
        </pc:sldMkLst>
        <pc:spChg chg="mod">
          <ac:chgData name="Jeremiah Contreras" userId="7aaf88c5-f86c-46d8-a0d4-f1ec65ded07c" providerId="ADAL" clId="{BAB2D2BC-436C-421D-BD53-53936A306085}" dt="2025-08-24T11:16:27.580" v="5124" actId="1035"/>
          <ac:spMkLst>
            <pc:docMk/>
            <pc:sldMk cId="893020714" sldId="383"/>
            <ac:spMk id="3" creationId="{F051FFF2-416D-41BB-A630-1783D7A6E3EF}"/>
          </ac:spMkLst>
        </pc:spChg>
      </pc:sldChg>
      <pc:sldChg chg="delSp modSp mod modAnim">
        <pc:chgData name="Jeremiah Contreras" userId="7aaf88c5-f86c-46d8-a0d4-f1ec65ded07c" providerId="ADAL" clId="{BAB2D2BC-436C-421D-BD53-53936A306085}" dt="2025-08-24T11:41:48.934" v="5621" actId="20577"/>
        <pc:sldMkLst>
          <pc:docMk/>
          <pc:sldMk cId="1246906116" sldId="384"/>
        </pc:sldMkLst>
        <pc:spChg chg="mod">
          <ac:chgData name="Jeremiah Contreras" userId="7aaf88c5-f86c-46d8-a0d4-f1ec65ded07c" providerId="ADAL" clId="{BAB2D2BC-436C-421D-BD53-53936A306085}" dt="2025-08-24T11:41:48.934" v="5621" actId="20577"/>
          <ac:spMkLst>
            <pc:docMk/>
            <pc:sldMk cId="1246906116" sldId="384"/>
            <ac:spMk id="3" creationId="{F051FFF2-416D-41BB-A630-1783D7A6E3EF}"/>
          </ac:spMkLst>
        </pc:spChg>
      </pc:sldChg>
      <pc:sldChg chg="addSp delSp modSp mod modAnim">
        <pc:chgData name="Jeremiah Contreras" userId="7aaf88c5-f86c-46d8-a0d4-f1ec65ded07c" providerId="ADAL" clId="{BAB2D2BC-436C-421D-BD53-53936A306085}" dt="2025-08-24T11:23:03.690" v="5316" actId="20577"/>
        <pc:sldMkLst>
          <pc:docMk/>
          <pc:sldMk cId="3278853014" sldId="385"/>
        </pc:sldMkLst>
        <pc:spChg chg="mod">
          <ac:chgData name="Jeremiah Contreras" userId="7aaf88c5-f86c-46d8-a0d4-f1ec65ded07c" providerId="ADAL" clId="{BAB2D2BC-436C-421D-BD53-53936A306085}" dt="2025-08-24T11:22:25.489" v="5305" actId="20577"/>
          <ac:spMkLst>
            <pc:docMk/>
            <pc:sldMk cId="3278853014" sldId="385"/>
            <ac:spMk id="3" creationId="{F051FFF2-416D-41BB-A630-1783D7A6E3EF}"/>
          </ac:spMkLst>
        </pc:spChg>
        <pc:spChg chg="mod">
          <ac:chgData name="Jeremiah Contreras" userId="7aaf88c5-f86c-46d8-a0d4-f1ec65ded07c" providerId="ADAL" clId="{BAB2D2BC-436C-421D-BD53-53936A306085}" dt="2025-08-17T09:21:05.247" v="2737" actId="14100"/>
          <ac:spMkLst>
            <pc:docMk/>
            <pc:sldMk cId="3278853014" sldId="385"/>
            <ac:spMk id="4" creationId="{AD68E962-EF0C-2938-FDBE-76DBA8B9393C}"/>
          </ac:spMkLst>
        </pc:spChg>
      </pc:sldChg>
      <pc:sldChg chg="addSp delSp modSp mod modAnim">
        <pc:chgData name="Jeremiah Contreras" userId="7aaf88c5-f86c-46d8-a0d4-f1ec65ded07c" providerId="ADAL" clId="{BAB2D2BC-436C-421D-BD53-53936A306085}" dt="2025-08-17T10:23:20.421" v="3608" actId="20577"/>
        <pc:sldMkLst>
          <pc:docMk/>
          <pc:sldMk cId="964309182" sldId="387"/>
        </pc:sldMkLst>
        <pc:spChg chg="mod">
          <ac:chgData name="Jeremiah Contreras" userId="7aaf88c5-f86c-46d8-a0d4-f1ec65ded07c" providerId="ADAL" clId="{BAB2D2BC-436C-421D-BD53-53936A306085}" dt="2025-08-17T10:23:20.421" v="3608" actId="20577"/>
          <ac:spMkLst>
            <pc:docMk/>
            <pc:sldMk cId="964309182" sldId="387"/>
            <ac:spMk id="3" creationId="{F051FFF2-416D-41BB-A630-1783D7A6E3EF}"/>
          </ac:spMkLst>
        </pc:spChg>
      </pc:sldChg>
      <pc:sldChg chg="modSp mod">
        <pc:chgData name="Jeremiah Contreras" userId="7aaf88c5-f86c-46d8-a0d4-f1ec65ded07c" providerId="ADAL" clId="{BAB2D2BC-436C-421D-BD53-53936A306085}" dt="2025-08-17T09:21:36.146" v="2738" actId="255"/>
        <pc:sldMkLst>
          <pc:docMk/>
          <pc:sldMk cId="2705070905" sldId="388"/>
        </pc:sldMkLst>
        <pc:spChg chg="mod">
          <ac:chgData name="Jeremiah Contreras" userId="7aaf88c5-f86c-46d8-a0d4-f1ec65ded07c" providerId="ADAL" clId="{BAB2D2BC-436C-421D-BD53-53936A306085}" dt="2025-08-17T09:21:36.146" v="2738" actId="255"/>
          <ac:spMkLst>
            <pc:docMk/>
            <pc:sldMk cId="2705070905" sldId="388"/>
            <ac:spMk id="3" creationId="{F051FFF2-416D-41BB-A630-1783D7A6E3EF}"/>
          </ac:spMkLst>
        </pc:spChg>
      </pc:sldChg>
      <pc:sldChg chg="del">
        <pc:chgData name="Jeremiah Contreras" userId="7aaf88c5-f86c-46d8-a0d4-f1ec65ded07c" providerId="ADAL" clId="{BAB2D2BC-436C-421D-BD53-53936A306085}" dt="2025-08-08T13:28:53.747" v="2229" actId="47"/>
        <pc:sldMkLst>
          <pc:docMk/>
          <pc:sldMk cId="3449888944" sldId="389"/>
        </pc:sldMkLst>
      </pc:sldChg>
      <pc:sldChg chg="modSp mod">
        <pc:chgData name="Jeremiah Contreras" userId="7aaf88c5-f86c-46d8-a0d4-f1ec65ded07c" providerId="ADAL" clId="{BAB2D2BC-436C-421D-BD53-53936A306085}" dt="2025-08-24T11:44:25.418" v="5634" actId="20577"/>
        <pc:sldMkLst>
          <pc:docMk/>
          <pc:sldMk cId="682614230" sldId="390"/>
        </pc:sldMkLst>
        <pc:spChg chg="mod">
          <ac:chgData name="Jeremiah Contreras" userId="7aaf88c5-f86c-46d8-a0d4-f1ec65ded07c" providerId="ADAL" clId="{BAB2D2BC-436C-421D-BD53-53936A306085}" dt="2025-08-24T11:44:25.418" v="5634" actId="20577"/>
          <ac:spMkLst>
            <pc:docMk/>
            <pc:sldMk cId="682614230" sldId="390"/>
            <ac:spMk id="2" creationId="{543E19D9-14EA-42EF-A3C9-FC27EF28A490}"/>
          </ac:spMkLst>
        </pc:spChg>
      </pc:sldChg>
      <pc:sldChg chg="addSp delSp modSp mod modAnim">
        <pc:chgData name="Jeremiah Contreras" userId="7aaf88c5-f86c-46d8-a0d4-f1ec65ded07c" providerId="ADAL" clId="{BAB2D2BC-436C-421D-BD53-53936A306085}" dt="2025-08-24T11:23:02.035" v="5314" actId="20577"/>
        <pc:sldMkLst>
          <pc:docMk/>
          <pc:sldMk cId="712182327" sldId="399"/>
        </pc:sldMkLst>
        <pc:spChg chg="mod">
          <ac:chgData name="Jeremiah Contreras" userId="7aaf88c5-f86c-46d8-a0d4-f1ec65ded07c" providerId="ADAL" clId="{BAB2D2BC-436C-421D-BD53-53936A306085}" dt="2025-08-08T13:24:51.991" v="2156" actId="20577"/>
          <ac:spMkLst>
            <pc:docMk/>
            <pc:sldMk cId="712182327" sldId="399"/>
            <ac:spMk id="3" creationId="{F051FFF2-416D-41BB-A630-1783D7A6E3EF}"/>
          </ac:spMkLst>
        </pc:spChg>
        <pc:spChg chg="mod">
          <ac:chgData name="Jeremiah Contreras" userId="7aaf88c5-f86c-46d8-a0d4-f1ec65ded07c" providerId="ADAL" clId="{BAB2D2BC-436C-421D-BD53-53936A306085}" dt="2025-08-24T11:23:02.035" v="5314" actId="20577"/>
          <ac:spMkLst>
            <pc:docMk/>
            <pc:sldMk cId="712182327" sldId="399"/>
            <ac:spMk id="4" creationId="{4ACE3E31-2F9F-0CFC-9304-D1E809DC4552}"/>
          </ac:spMkLst>
        </pc:spChg>
        <pc:spChg chg="add mod">
          <ac:chgData name="Jeremiah Contreras" userId="7aaf88c5-f86c-46d8-a0d4-f1ec65ded07c" providerId="ADAL" clId="{BAB2D2BC-436C-421D-BD53-53936A306085}" dt="2025-08-17T09:20:02.806" v="2705" actId="20577"/>
          <ac:spMkLst>
            <pc:docMk/>
            <pc:sldMk cId="712182327" sldId="399"/>
            <ac:spMk id="5" creationId="{B331BB0A-7ECE-6319-6DBD-A4410A98BB80}"/>
          </ac:spMkLst>
        </pc:spChg>
      </pc:sldChg>
      <pc:sldChg chg="modSp modAnim">
        <pc:chgData name="Jeremiah Contreras" userId="7aaf88c5-f86c-46d8-a0d4-f1ec65ded07c" providerId="ADAL" clId="{BAB2D2BC-436C-421D-BD53-53936A306085}" dt="2025-08-08T13:25:42.517" v="2189" actId="20577"/>
        <pc:sldMkLst>
          <pc:docMk/>
          <pc:sldMk cId="3353497798" sldId="400"/>
        </pc:sldMkLst>
        <pc:spChg chg="mod">
          <ac:chgData name="Jeremiah Contreras" userId="7aaf88c5-f86c-46d8-a0d4-f1ec65ded07c" providerId="ADAL" clId="{BAB2D2BC-436C-421D-BD53-53936A306085}" dt="2025-08-08T13:25:42.517" v="2189" actId="20577"/>
          <ac:spMkLst>
            <pc:docMk/>
            <pc:sldMk cId="3353497798" sldId="400"/>
            <ac:spMk id="3" creationId="{ED79D4DF-A28D-45C5-9EAD-5E0BC34B35A9}"/>
          </ac:spMkLst>
        </pc:spChg>
      </pc:sldChg>
      <pc:sldChg chg="modSp mod modAnim">
        <pc:chgData name="Jeremiah Contreras" userId="7aaf88c5-f86c-46d8-a0d4-f1ec65ded07c" providerId="ADAL" clId="{BAB2D2BC-436C-421D-BD53-53936A306085}" dt="2025-08-24T11:31:41.687" v="5542" actId="20577"/>
        <pc:sldMkLst>
          <pc:docMk/>
          <pc:sldMk cId="821494790" sldId="402"/>
        </pc:sldMkLst>
        <pc:spChg chg="mod">
          <ac:chgData name="Jeremiah Contreras" userId="7aaf88c5-f86c-46d8-a0d4-f1ec65ded07c" providerId="ADAL" clId="{BAB2D2BC-436C-421D-BD53-53936A306085}" dt="2025-08-24T11:31:41.687" v="5542" actId="20577"/>
          <ac:spMkLst>
            <pc:docMk/>
            <pc:sldMk cId="821494790" sldId="402"/>
            <ac:spMk id="21507" creationId="{00000000-0000-0000-0000-000000000000}"/>
          </ac:spMkLst>
        </pc:spChg>
      </pc:sldChg>
      <pc:sldChg chg="addSp delSp modSp del mod modAnim">
        <pc:chgData name="Jeremiah Contreras" userId="7aaf88c5-f86c-46d8-a0d4-f1ec65ded07c" providerId="ADAL" clId="{BAB2D2BC-436C-421D-BD53-53936A306085}" dt="2025-08-03T13:14:37.847" v="249" actId="47"/>
        <pc:sldMkLst>
          <pc:docMk/>
          <pc:sldMk cId="360910746" sldId="405"/>
        </pc:sldMkLst>
      </pc:sldChg>
      <pc:sldChg chg="del">
        <pc:chgData name="Jeremiah Contreras" userId="7aaf88c5-f86c-46d8-a0d4-f1ec65ded07c" providerId="ADAL" clId="{BAB2D2BC-436C-421D-BD53-53936A306085}" dt="2025-08-03T13:11:04.921" v="144" actId="47"/>
        <pc:sldMkLst>
          <pc:docMk/>
          <pc:sldMk cId="2332177144" sldId="406"/>
        </pc:sldMkLst>
      </pc:sldChg>
      <pc:sldChg chg="del">
        <pc:chgData name="Jeremiah Contreras" userId="7aaf88c5-f86c-46d8-a0d4-f1ec65ded07c" providerId="ADAL" clId="{BAB2D2BC-436C-421D-BD53-53936A306085}" dt="2025-08-03T13:11:04.921" v="144" actId="47"/>
        <pc:sldMkLst>
          <pc:docMk/>
          <pc:sldMk cId="2004848697" sldId="407"/>
        </pc:sldMkLst>
      </pc:sldChg>
      <pc:sldChg chg="del">
        <pc:chgData name="Jeremiah Contreras" userId="7aaf88c5-f86c-46d8-a0d4-f1ec65ded07c" providerId="ADAL" clId="{BAB2D2BC-436C-421D-BD53-53936A306085}" dt="2025-08-03T13:11:04.921" v="144" actId="47"/>
        <pc:sldMkLst>
          <pc:docMk/>
          <pc:sldMk cId="2849153122" sldId="408"/>
        </pc:sldMkLst>
      </pc:sldChg>
      <pc:sldChg chg="del">
        <pc:chgData name="Jeremiah Contreras" userId="7aaf88c5-f86c-46d8-a0d4-f1ec65ded07c" providerId="ADAL" clId="{BAB2D2BC-436C-421D-BD53-53936A306085}" dt="2025-08-03T13:11:04.921" v="144" actId="47"/>
        <pc:sldMkLst>
          <pc:docMk/>
          <pc:sldMk cId="506742337" sldId="409"/>
        </pc:sldMkLst>
      </pc:sldChg>
      <pc:sldChg chg="del">
        <pc:chgData name="Jeremiah Contreras" userId="7aaf88c5-f86c-46d8-a0d4-f1ec65ded07c" providerId="ADAL" clId="{BAB2D2BC-436C-421D-BD53-53936A306085}" dt="2025-08-03T13:11:04.921" v="144" actId="47"/>
        <pc:sldMkLst>
          <pc:docMk/>
          <pc:sldMk cId="669688816" sldId="410"/>
        </pc:sldMkLst>
      </pc:sldChg>
      <pc:sldChg chg="modSp mod">
        <pc:chgData name="Jeremiah Contreras" userId="7aaf88c5-f86c-46d8-a0d4-f1ec65ded07c" providerId="ADAL" clId="{BAB2D2BC-436C-421D-BD53-53936A306085}" dt="2025-08-24T11:46:13.499" v="5695" actId="20577"/>
        <pc:sldMkLst>
          <pc:docMk/>
          <pc:sldMk cId="819516943" sldId="542"/>
        </pc:sldMkLst>
        <pc:spChg chg="mod">
          <ac:chgData name="Jeremiah Contreras" userId="7aaf88c5-f86c-46d8-a0d4-f1ec65ded07c" providerId="ADAL" clId="{BAB2D2BC-436C-421D-BD53-53936A306085}" dt="2025-08-24T11:46:13.499" v="5695" actId="20577"/>
          <ac:spMkLst>
            <pc:docMk/>
            <pc:sldMk cId="819516943" sldId="542"/>
            <ac:spMk id="3" creationId="{E7C044E5-DFAA-4B9C-B7E0-E3AC07909E43}"/>
          </ac:spMkLst>
        </pc:spChg>
      </pc:sldChg>
      <pc:sldChg chg="addSp delSp modSp mod setBg modAnim setClrOvrMap">
        <pc:chgData name="Jeremiah Contreras" userId="7aaf88c5-f86c-46d8-a0d4-f1ec65ded07c" providerId="ADAL" clId="{BAB2D2BC-436C-421D-BD53-53936A306085}" dt="2025-08-24T11:47:13.315" v="5706" actId="1076"/>
        <pc:sldMkLst>
          <pc:docMk/>
          <pc:sldMk cId="3491388186" sldId="549"/>
        </pc:sldMkLst>
        <pc:spChg chg="mod">
          <ac:chgData name="Jeremiah Contreras" userId="7aaf88c5-f86c-46d8-a0d4-f1ec65ded07c" providerId="ADAL" clId="{BAB2D2BC-436C-421D-BD53-53936A306085}" dt="2025-08-24T11:01:44.041" v="4959" actId="14100"/>
          <ac:spMkLst>
            <pc:docMk/>
            <pc:sldMk cId="3491388186" sldId="549"/>
            <ac:spMk id="2" creationId="{3ECDFB0A-3180-4AF4-A10E-F2F9952AC6A1}"/>
          </ac:spMkLst>
        </pc:spChg>
        <pc:spChg chg="mod">
          <ac:chgData name="Jeremiah Contreras" userId="7aaf88c5-f86c-46d8-a0d4-f1ec65ded07c" providerId="ADAL" clId="{BAB2D2BC-436C-421D-BD53-53936A306085}" dt="2025-08-24T11:47:13.315" v="5706" actId="1076"/>
          <ac:spMkLst>
            <pc:docMk/>
            <pc:sldMk cId="3491388186" sldId="549"/>
            <ac:spMk id="3" creationId="{4F9EA698-93F3-EBA8-C36F-95C324644603}"/>
          </ac:spMkLst>
        </pc:spChg>
        <pc:spChg chg="del">
          <ac:chgData name="Jeremiah Contreras" userId="7aaf88c5-f86c-46d8-a0d4-f1ec65ded07c" providerId="ADAL" clId="{BAB2D2BC-436C-421D-BD53-53936A306085}" dt="2025-08-24T10:58:29.898" v="4895" actId="26606"/>
          <ac:spMkLst>
            <pc:docMk/>
            <pc:sldMk cId="3491388186" sldId="549"/>
            <ac:spMk id="69" creationId="{5CB593EA-2F98-479F-B4C4-F366571FA64D}"/>
          </ac:spMkLst>
        </pc:spChg>
        <pc:spChg chg="del">
          <ac:chgData name="Jeremiah Contreras" userId="7aaf88c5-f86c-46d8-a0d4-f1ec65ded07c" providerId="ADAL" clId="{BAB2D2BC-436C-421D-BD53-53936A306085}" dt="2025-08-24T10:58:29.898" v="4895" actId="26606"/>
          <ac:spMkLst>
            <pc:docMk/>
            <pc:sldMk cId="3491388186" sldId="549"/>
            <ac:spMk id="70" creationId="{39BEB6D0-9E4E-4221-93D1-74ABECEE9EFC}"/>
          </ac:spMkLst>
        </pc:spChg>
        <pc:picChg chg="mod ord">
          <ac:chgData name="Jeremiah Contreras" userId="7aaf88c5-f86c-46d8-a0d4-f1ec65ded07c" providerId="ADAL" clId="{BAB2D2BC-436C-421D-BD53-53936A306085}" dt="2025-08-24T10:58:29.898" v="4895" actId="26606"/>
          <ac:picMkLst>
            <pc:docMk/>
            <pc:sldMk cId="3491388186" sldId="549"/>
            <ac:picMk id="4" creationId="{F1BE1B45-75EF-555C-BEC8-392D4519E65A}"/>
          </ac:picMkLst>
        </pc:picChg>
        <pc:picChg chg="del mod">
          <ac:chgData name="Jeremiah Contreras" userId="7aaf88c5-f86c-46d8-a0d4-f1ec65ded07c" providerId="ADAL" clId="{BAB2D2BC-436C-421D-BD53-53936A306085}" dt="2025-08-24T10:57:45.909" v="4864" actId="478"/>
          <ac:picMkLst>
            <pc:docMk/>
            <pc:sldMk cId="3491388186" sldId="549"/>
            <ac:picMk id="6" creationId="{FADB49EE-858C-59D8-5F00-0C6EBC47788C}"/>
          </ac:picMkLst>
        </pc:picChg>
        <pc:picChg chg="add mod modCrop">
          <ac:chgData name="Jeremiah Contreras" userId="7aaf88c5-f86c-46d8-a0d4-f1ec65ded07c" providerId="ADAL" clId="{BAB2D2BC-436C-421D-BD53-53936A306085}" dt="2025-08-24T10:58:39.082" v="4897" actId="27614"/>
          <ac:picMkLst>
            <pc:docMk/>
            <pc:sldMk cId="3491388186" sldId="549"/>
            <ac:picMk id="7" creationId="{D0D87A3C-40A9-2859-11BA-238875F91FED}"/>
          </ac:picMkLst>
        </pc:picChg>
        <pc:picChg chg="mod ord modCrop">
          <ac:chgData name="Jeremiah Contreras" userId="7aaf88c5-f86c-46d8-a0d4-f1ec65ded07c" providerId="ADAL" clId="{BAB2D2BC-436C-421D-BD53-53936A306085}" dt="2025-08-24T10:58:38.904" v="4896" actId="27614"/>
          <ac:picMkLst>
            <pc:docMk/>
            <pc:sldMk cId="3491388186" sldId="549"/>
            <ac:picMk id="8" creationId="{5E36AFA4-EC92-EF20-6951-D1482E1505D6}"/>
          </ac:picMkLst>
        </pc:picChg>
        <pc:cxnChg chg="add">
          <ac:chgData name="Jeremiah Contreras" userId="7aaf88c5-f86c-46d8-a0d4-f1ec65ded07c" providerId="ADAL" clId="{BAB2D2BC-436C-421D-BD53-53936A306085}" dt="2025-08-24T10:58:29.898" v="4895" actId="26606"/>
          <ac:cxnSpMkLst>
            <pc:docMk/>
            <pc:sldMk cId="3491388186" sldId="549"/>
            <ac:cxnSpMk id="75" creationId="{1503BFE4-729B-D9D0-C17B-501E6AF1127A}"/>
          </ac:cxnSpMkLst>
        </pc:cxnChg>
      </pc:sldChg>
      <pc:sldChg chg="addSp delSp modSp del mod delAnim modAnim">
        <pc:chgData name="Jeremiah Contreras" userId="7aaf88c5-f86c-46d8-a0d4-f1ec65ded07c" providerId="ADAL" clId="{BAB2D2BC-436C-421D-BD53-53936A306085}" dt="2025-08-24T11:46:27.019" v="5696" actId="47"/>
        <pc:sldMkLst>
          <pc:docMk/>
          <pc:sldMk cId="683976160" sldId="551"/>
        </pc:sldMkLst>
        <pc:spChg chg="add del mod">
          <ac:chgData name="Jeremiah Contreras" userId="7aaf88c5-f86c-46d8-a0d4-f1ec65ded07c" providerId="ADAL" clId="{BAB2D2BC-436C-421D-BD53-53936A306085}" dt="2025-08-24T10:03:40.851" v="4136" actId="478"/>
          <ac:spMkLst>
            <pc:docMk/>
            <pc:sldMk cId="683976160" sldId="551"/>
            <ac:spMk id="4" creationId="{8164F40E-6BC7-740B-C68D-5C8DB81D9B70}"/>
          </ac:spMkLst>
        </pc:spChg>
        <pc:spChg chg="del mod">
          <ac:chgData name="Jeremiah Contreras" userId="7aaf88c5-f86c-46d8-a0d4-f1ec65ded07c" providerId="ADAL" clId="{BAB2D2BC-436C-421D-BD53-53936A306085}" dt="2025-08-24T10:03:37.242" v="4135" actId="478"/>
          <ac:spMkLst>
            <pc:docMk/>
            <pc:sldMk cId="683976160" sldId="551"/>
            <ac:spMk id="5" creationId="{30B1228E-3180-BFE7-46F5-D967E1EAF263}"/>
          </ac:spMkLst>
        </pc:spChg>
        <pc:picChg chg="add mod">
          <ac:chgData name="Jeremiah Contreras" userId="7aaf88c5-f86c-46d8-a0d4-f1ec65ded07c" providerId="ADAL" clId="{BAB2D2BC-436C-421D-BD53-53936A306085}" dt="2025-08-24T10:03:44.710" v="4137" actId="1076"/>
          <ac:picMkLst>
            <pc:docMk/>
            <pc:sldMk cId="683976160" sldId="551"/>
            <ac:picMk id="2" creationId="{EDF2B280-51CD-A5B1-E95B-F3CEE5EBC5D5}"/>
          </ac:picMkLst>
        </pc:picChg>
      </pc:sldChg>
      <pc:sldChg chg="modSp mod modAnim">
        <pc:chgData name="Jeremiah Contreras" userId="7aaf88c5-f86c-46d8-a0d4-f1ec65ded07c" providerId="ADAL" clId="{BAB2D2BC-436C-421D-BD53-53936A306085}" dt="2025-08-24T11:13:45.596" v="5107" actId="1036"/>
        <pc:sldMkLst>
          <pc:docMk/>
          <pc:sldMk cId="669356981" sldId="552"/>
        </pc:sldMkLst>
        <pc:spChg chg="mod">
          <ac:chgData name="Jeremiah Contreras" userId="7aaf88c5-f86c-46d8-a0d4-f1ec65ded07c" providerId="ADAL" clId="{BAB2D2BC-436C-421D-BD53-53936A306085}" dt="2025-08-24T11:13:45.596" v="5107" actId="1036"/>
          <ac:spMkLst>
            <pc:docMk/>
            <pc:sldMk cId="669356981" sldId="552"/>
            <ac:spMk id="3" creationId="{F051FFF2-416D-41BB-A630-1783D7A6E3EF}"/>
          </ac:spMkLst>
        </pc:spChg>
        <pc:spChg chg="mod">
          <ac:chgData name="Jeremiah Contreras" userId="7aaf88c5-f86c-46d8-a0d4-f1ec65ded07c" providerId="ADAL" clId="{BAB2D2BC-436C-421D-BD53-53936A306085}" dt="2025-08-24T11:06:37.953" v="5042" actId="6549"/>
          <ac:spMkLst>
            <pc:docMk/>
            <pc:sldMk cId="669356981" sldId="552"/>
            <ac:spMk id="5" creationId="{30B1228E-3180-BFE7-46F5-D967E1EAF263}"/>
          </ac:spMkLst>
        </pc:spChg>
      </pc:sldChg>
      <pc:sldChg chg="add del">
        <pc:chgData name="Jeremiah Contreras" userId="7aaf88c5-f86c-46d8-a0d4-f1ec65ded07c" providerId="ADAL" clId="{BAB2D2BC-436C-421D-BD53-53936A306085}" dt="2025-08-03T13:15:42.415" v="280" actId="47"/>
        <pc:sldMkLst>
          <pc:docMk/>
          <pc:sldMk cId="2935523032" sldId="553"/>
        </pc:sldMkLst>
      </pc:sldChg>
      <pc:sldChg chg="add del">
        <pc:chgData name="Jeremiah Contreras" userId="7aaf88c5-f86c-46d8-a0d4-f1ec65ded07c" providerId="ADAL" clId="{BAB2D2BC-436C-421D-BD53-53936A306085}" dt="2025-08-03T13:17:04.923" v="284" actId="47"/>
        <pc:sldMkLst>
          <pc:docMk/>
          <pc:sldMk cId="3640509974" sldId="554"/>
        </pc:sldMkLst>
      </pc:sldChg>
      <pc:sldChg chg="addSp delSp modSp add del mod setBg delDesignElem">
        <pc:chgData name="Jeremiah Contreras" userId="7aaf88c5-f86c-46d8-a0d4-f1ec65ded07c" providerId="ADAL" clId="{BAB2D2BC-436C-421D-BD53-53936A306085}" dt="2025-08-03T13:13:32.562" v="191" actId="47"/>
        <pc:sldMkLst>
          <pc:docMk/>
          <pc:sldMk cId="85522867" sldId="555"/>
        </pc:sldMkLst>
      </pc:sldChg>
      <pc:sldChg chg="modSp add mod modAnim">
        <pc:chgData name="Jeremiah Contreras" userId="7aaf88c5-f86c-46d8-a0d4-f1ec65ded07c" providerId="ADAL" clId="{BAB2D2BC-436C-421D-BD53-53936A306085}" dt="2025-08-17T09:43:21.050" v="3090" actId="20577"/>
        <pc:sldMkLst>
          <pc:docMk/>
          <pc:sldMk cId="1977711175" sldId="555"/>
        </pc:sldMkLst>
        <pc:spChg chg="mod">
          <ac:chgData name="Jeremiah Contreras" userId="7aaf88c5-f86c-46d8-a0d4-f1ec65ded07c" providerId="ADAL" clId="{BAB2D2BC-436C-421D-BD53-53936A306085}" dt="2025-08-17T09:26:25.940" v="2779"/>
          <ac:spMkLst>
            <pc:docMk/>
            <pc:sldMk cId="1977711175" sldId="555"/>
            <ac:spMk id="2" creationId="{1A2109A1-2AF4-2A51-23CA-9461BBBD19CB}"/>
          </ac:spMkLst>
        </pc:spChg>
        <pc:spChg chg="mod">
          <ac:chgData name="Jeremiah Contreras" userId="7aaf88c5-f86c-46d8-a0d4-f1ec65ded07c" providerId="ADAL" clId="{BAB2D2BC-436C-421D-BD53-53936A306085}" dt="2025-08-17T09:43:21.050" v="3090" actId="20577"/>
          <ac:spMkLst>
            <pc:docMk/>
            <pc:sldMk cId="1977711175" sldId="555"/>
            <ac:spMk id="3" creationId="{CC6FE65F-A4F4-B8EE-BABD-D8A1235CA70E}"/>
          </ac:spMkLst>
        </pc:spChg>
      </pc:sldChg>
      <pc:sldChg chg="addSp delSp modSp add mod modAnim">
        <pc:chgData name="Jeremiah Contreras" userId="7aaf88c5-f86c-46d8-a0d4-f1ec65ded07c" providerId="ADAL" clId="{BAB2D2BC-436C-421D-BD53-53936A306085}" dt="2025-08-24T11:45:36.126" v="5672" actId="1035"/>
        <pc:sldMkLst>
          <pc:docMk/>
          <pc:sldMk cId="549374434" sldId="556"/>
        </pc:sldMkLst>
        <pc:spChg chg="mod">
          <ac:chgData name="Jeremiah Contreras" userId="7aaf88c5-f86c-46d8-a0d4-f1ec65ded07c" providerId="ADAL" clId="{BAB2D2BC-436C-421D-BD53-53936A306085}" dt="2025-08-03T13:15:21.661" v="264" actId="20577"/>
          <ac:spMkLst>
            <pc:docMk/>
            <pc:sldMk cId="549374434" sldId="556"/>
            <ac:spMk id="2" creationId="{67C6F21B-07C8-C6E8-4675-84815E8D613E}"/>
          </ac:spMkLst>
        </pc:spChg>
        <pc:spChg chg="add mod">
          <ac:chgData name="Jeremiah Contreras" userId="7aaf88c5-f86c-46d8-a0d4-f1ec65ded07c" providerId="ADAL" clId="{BAB2D2BC-436C-421D-BD53-53936A306085}" dt="2025-08-24T11:45:36.126" v="5672" actId="1035"/>
          <ac:spMkLst>
            <pc:docMk/>
            <pc:sldMk cId="549374434" sldId="556"/>
            <ac:spMk id="4" creationId="{67FA243E-E63C-E795-61B2-868259FE3EC7}"/>
          </ac:spMkLst>
        </pc:spChg>
        <pc:graphicFrameChg chg="add mod modGraphic">
          <ac:chgData name="Jeremiah Contreras" userId="7aaf88c5-f86c-46d8-a0d4-f1ec65ded07c" providerId="ADAL" clId="{BAB2D2BC-436C-421D-BD53-53936A306085}" dt="2025-08-03T13:16:12.227" v="281" actId="12385"/>
          <ac:graphicFrameMkLst>
            <pc:docMk/>
            <pc:sldMk cId="549374434" sldId="556"/>
            <ac:graphicFrameMk id="3" creationId="{F5EFBFDF-40C1-F397-CA58-D8684A366805}"/>
          </ac:graphicFrameMkLst>
        </pc:graphicFrameChg>
      </pc:sldChg>
      <pc:sldChg chg="addSp delSp modSp add mod">
        <pc:chgData name="Jeremiah Contreras" userId="7aaf88c5-f86c-46d8-a0d4-f1ec65ded07c" providerId="ADAL" clId="{BAB2D2BC-436C-421D-BD53-53936A306085}" dt="2025-08-03T13:16:19.877" v="282" actId="12385"/>
        <pc:sldMkLst>
          <pc:docMk/>
          <pc:sldMk cId="132225845" sldId="557"/>
        </pc:sldMkLst>
        <pc:spChg chg="mod">
          <ac:chgData name="Jeremiah Contreras" userId="7aaf88c5-f86c-46d8-a0d4-f1ec65ded07c" providerId="ADAL" clId="{BAB2D2BC-436C-421D-BD53-53936A306085}" dt="2025-08-03T13:15:38.477" v="279" actId="20577"/>
          <ac:spMkLst>
            <pc:docMk/>
            <pc:sldMk cId="132225845" sldId="557"/>
            <ac:spMk id="2" creationId="{FB26E711-0171-8D26-6A85-EF861891EC92}"/>
          </ac:spMkLst>
        </pc:spChg>
        <pc:graphicFrameChg chg="add mod modGraphic">
          <ac:chgData name="Jeremiah Contreras" userId="7aaf88c5-f86c-46d8-a0d4-f1ec65ded07c" providerId="ADAL" clId="{BAB2D2BC-436C-421D-BD53-53936A306085}" dt="2025-08-03T13:16:19.877" v="282" actId="12385"/>
          <ac:graphicFrameMkLst>
            <pc:docMk/>
            <pc:sldMk cId="132225845" sldId="557"/>
            <ac:graphicFrameMk id="4" creationId="{A9C0F5A5-01D9-D582-6B08-DCFCB15D76EE}"/>
          </ac:graphicFrameMkLst>
        </pc:graphicFrameChg>
      </pc:sldChg>
      <pc:sldChg chg="modSp add mod modAnim">
        <pc:chgData name="Jeremiah Contreras" userId="7aaf88c5-f86c-46d8-a0d4-f1ec65ded07c" providerId="ADAL" clId="{BAB2D2BC-436C-421D-BD53-53936A306085}" dt="2025-08-17T09:57:04.335" v="3118" actId="20577"/>
        <pc:sldMkLst>
          <pc:docMk/>
          <pc:sldMk cId="2239008616" sldId="558"/>
        </pc:sldMkLst>
        <pc:spChg chg="mod">
          <ac:chgData name="Jeremiah Contreras" userId="7aaf88c5-f86c-46d8-a0d4-f1ec65ded07c" providerId="ADAL" clId="{BAB2D2BC-436C-421D-BD53-53936A306085}" dt="2025-08-17T09:56:58.425" v="3109" actId="20577"/>
          <ac:spMkLst>
            <pc:docMk/>
            <pc:sldMk cId="2239008616" sldId="558"/>
            <ac:spMk id="3" creationId="{CFE8D945-EF43-B9E7-0710-58C180EBF4EA}"/>
          </ac:spMkLst>
        </pc:spChg>
        <pc:spChg chg="mod">
          <ac:chgData name="Jeremiah Contreras" userId="7aaf88c5-f86c-46d8-a0d4-f1ec65ded07c" providerId="ADAL" clId="{BAB2D2BC-436C-421D-BD53-53936A306085}" dt="2025-08-17T09:57:04.335" v="3118" actId="20577"/>
          <ac:spMkLst>
            <pc:docMk/>
            <pc:sldMk cId="2239008616" sldId="558"/>
            <ac:spMk id="5" creationId="{28E0570B-D398-3F76-70E0-A982E6F70FED}"/>
          </ac:spMkLst>
        </pc:spChg>
      </pc:sldChg>
      <pc:sldChg chg="addSp delSp modSp add mod modTransition modClrScheme delAnim modAnim chgLayout modNotesTx">
        <pc:chgData name="Jeremiah Contreras" userId="7aaf88c5-f86c-46d8-a0d4-f1ec65ded07c" providerId="ADAL" clId="{BAB2D2BC-436C-421D-BD53-53936A306085}" dt="2025-08-24T11:04:57.284" v="5014" actId="20577"/>
        <pc:sldMkLst>
          <pc:docMk/>
          <pc:sldMk cId="1090029133" sldId="559"/>
        </pc:sldMkLst>
        <pc:spChg chg="mod ord">
          <ac:chgData name="Jeremiah Contreras" userId="7aaf88c5-f86c-46d8-a0d4-f1ec65ded07c" providerId="ADAL" clId="{BAB2D2BC-436C-421D-BD53-53936A306085}" dt="2025-08-24T11:04:57.284" v="5014" actId="20577"/>
          <ac:spMkLst>
            <pc:docMk/>
            <pc:sldMk cId="1090029133" sldId="559"/>
            <ac:spMk id="3" creationId="{3A854E14-D55C-3BFE-2D5B-5FFE0F14A951}"/>
          </ac:spMkLst>
        </pc:spChg>
        <pc:spChg chg="mod">
          <ac:chgData name="Jeremiah Contreras" userId="7aaf88c5-f86c-46d8-a0d4-f1ec65ded07c" providerId="ADAL" clId="{BAB2D2BC-436C-421D-BD53-53936A306085}" dt="2025-08-24T10:36:35.977" v="4863" actId="14100"/>
          <ac:spMkLst>
            <pc:docMk/>
            <pc:sldMk cId="1090029133" sldId="559"/>
            <ac:spMk id="5" creationId="{97A36806-DEBC-2818-D3ED-CB88DB0AFC39}"/>
          </ac:spMkLst>
        </pc:spChg>
        <pc:picChg chg="add mod">
          <ac:chgData name="Jeremiah Contreras" userId="7aaf88c5-f86c-46d8-a0d4-f1ec65ded07c" providerId="ADAL" clId="{BAB2D2BC-436C-421D-BD53-53936A306085}" dt="2025-08-24T10:31:48.208" v="4781" actId="1076"/>
          <ac:picMkLst>
            <pc:docMk/>
            <pc:sldMk cId="1090029133" sldId="559"/>
            <ac:picMk id="4" creationId="{7098D3C0-F00F-39E3-82AA-9B3FAD530241}"/>
          </ac:picMkLst>
        </pc:picChg>
      </pc:sldChg>
      <pc:sldChg chg="modSp add mod modAnim">
        <pc:chgData name="Jeremiah Contreras" userId="7aaf88c5-f86c-46d8-a0d4-f1ec65ded07c" providerId="ADAL" clId="{BAB2D2BC-436C-421D-BD53-53936A306085}" dt="2025-08-24T11:13:52.520" v="5110" actId="1036"/>
        <pc:sldMkLst>
          <pc:docMk/>
          <pc:sldMk cId="4189899362" sldId="560"/>
        </pc:sldMkLst>
        <pc:spChg chg="mod">
          <ac:chgData name="Jeremiah Contreras" userId="7aaf88c5-f86c-46d8-a0d4-f1ec65ded07c" providerId="ADAL" clId="{BAB2D2BC-436C-421D-BD53-53936A306085}" dt="2025-08-24T11:13:52.520" v="5110" actId="1036"/>
          <ac:spMkLst>
            <pc:docMk/>
            <pc:sldMk cId="4189899362" sldId="560"/>
            <ac:spMk id="3" creationId="{05096498-86F5-BD5D-0F48-E435A5652F51}"/>
          </ac:spMkLst>
        </pc:spChg>
        <pc:spChg chg="mod">
          <ac:chgData name="Jeremiah Contreras" userId="7aaf88c5-f86c-46d8-a0d4-f1ec65ded07c" providerId="ADAL" clId="{BAB2D2BC-436C-421D-BD53-53936A306085}" dt="2025-08-24T11:08:12.448" v="5059"/>
          <ac:spMkLst>
            <pc:docMk/>
            <pc:sldMk cId="4189899362" sldId="560"/>
            <ac:spMk id="5" creationId="{7D9832E5-BF63-A448-203F-2CFF8AD48D16}"/>
          </ac:spMkLst>
        </pc:spChg>
      </pc:sldChg>
    </pc:docChg>
  </pc:docChgLst>
  <pc:docChgLst>
    <pc:chgData name="Jeremiah Contreras" userId="353e0578-c100-4b27-ab8d-040de0f2d32b" providerId="ADAL" clId="{E5D7EBC9-9B88-40B9-ADC7-79E6F6B74E76}"/>
    <pc:docChg chg="undo custSel addSld delSld modSld">
      <pc:chgData name="Jeremiah Contreras" userId="353e0578-c100-4b27-ab8d-040de0f2d32b" providerId="ADAL" clId="{E5D7EBC9-9B88-40B9-ADC7-79E6F6B74E76}" dt="2024-08-01T11:32:17.539" v="198" actId="20577"/>
      <pc:docMkLst>
        <pc:docMk/>
      </pc:docMkLst>
      <pc:sldChg chg="modSp modAnim">
        <pc:chgData name="Jeremiah Contreras" userId="353e0578-c100-4b27-ab8d-040de0f2d32b" providerId="ADAL" clId="{E5D7EBC9-9B88-40B9-ADC7-79E6F6B74E76}" dt="2024-08-01T11:27:12.177" v="86" actId="20577"/>
        <pc:sldMkLst>
          <pc:docMk/>
          <pc:sldMk cId="1246906116" sldId="384"/>
        </pc:sldMkLst>
      </pc:sldChg>
      <pc:sldChg chg="modSp">
        <pc:chgData name="Jeremiah Contreras" userId="353e0578-c100-4b27-ab8d-040de0f2d32b" providerId="ADAL" clId="{E5D7EBC9-9B88-40B9-ADC7-79E6F6B74E76}" dt="2024-08-01T11:30:03.492" v="183" actId="20577"/>
        <pc:sldMkLst>
          <pc:docMk/>
          <pc:sldMk cId="2705070905" sldId="388"/>
        </pc:sldMkLst>
      </pc:sldChg>
      <pc:sldChg chg="modSp">
        <pc:chgData name="Jeremiah Contreras" userId="353e0578-c100-4b27-ab8d-040de0f2d32b" providerId="ADAL" clId="{E5D7EBC9-9B88-40B9-ADC7-79E6F6B74E76}" dt="2024-08-01T11:28:23.334" v="97" actId="20577"/>
        <pc:sldMkLst>
          <pc:docMk/>
          <pc:sldMk cId="712182327" sldId="399"/>
        </pc:sldMkLst>
      </pc:sldChg>
      <pc:sldChg chg="modSp">
        <pc:chgData name="Jeremiah Contreras" userId="353e0578-c100-4b27-ab8d-040de0f2d32b" providerId="ADAL" clId="{E5D7EBC9-9B88-40B9-ADC7-79E6F6B74E76}" dt="2024-08-01T11:31:30.019" v="196" actId="20577"/>
        <pc:sldMkLst>
          <pc:docMk/>
          <pc:sldMk cId="2004848697" sldId="407"/>
        </pc:sldMkLst>
      </pc:sldChg>
      <pc:sldChg chg="del">
        <pc:chgData name="Jeremiah Contreras" userId="353e0578-c100-4b27-ab8d-040de0f2d32b" providerId="ADAL" clId="{E5D7EBC9-9B88-40B9-ADC7-79E6F6B74E76}" dt="2024-08-01T11:23:06.304" v="6" actId="47"/>
        <pc:sldMkLst>
          <pc:docMk/>
          <pc:sldMk cId="3099931227" sldId="412"/>
        </pc:sldMkLst>
      </pc:sldChg>
      <pc:sldChg chg="del">
        <pc:chgData name="Jeremiah Contreras" userId="353e0578-c100-4b27-ab8d-040de0f2d32b" providerId="ADAL" clId="{E5D7EBC9-9B88-40B9-ADC7-79E6F6B74E76}" dt="2024-08-01T11:16:55.766" v="0" actId="47"/>
        <pc:sldMkLst>
          <pc:docMk/>
          <pc:sldMk cId="636932592" sldId="541"/>
        </pc:sldMkLst>
      </pc:sldChg>
      <pc:sldChg chg="modSp mod">
        <pc:chgData name="Jeremiah Contreras" userId="353e0578-c100-4b27-ab8d-040de0f2d32b" providerId="ADAL" clId="{E5D7EBC9-9B88-40B9-ADC7-79E6F6B74E76}" dt="2024-08-01T11:32:17.539" v="198" actId="20577"/>
        <pc:sldMkLst>
          <pc:docMk/>
          <pc:sldMk cId="819516943" sldId="542"/>
        </pc:sldMkLst>
      </pc:sldChg>
      <pc:sldChg chg="addSp delSp modSp add del mod setBg delAnim delDesignElem">
        <pc:chgData name="Jeremiah Contreras" userId="353e0578-c100-4b27-ab8d-040de0f2d32b" providerId="ADAL" clId="{E5D7EBC9-9B88-40B9-ADC7-79E6F6B74E76}" dt="2024-08-01T11:23:29.679" v="7" actId="478"/>
        <pc:sldMkLst>
          <pc:docMk/>
          <pc:sldMk cId="3491388186" sldId="549"/>
        </pc:sldMkLst>
      </pc:sldChg>
    </pc:docChg>
  </pc:docChgLst>
  <pc:docChgLst>
    <pc:chgData name="Jeremiah Contreras" userId="7aaf88c5-f86c-46d8-a0d4-f1ec65ded07c" providerId="ADAL" clId="{94A6F963-1079-4821-84BD-980393CBB45A}"/>
    <pc:docChg chg="custSel delSld modSld">
      <pc:chgData name="Jeremiah Contreras" userId="7aaf88c5-f86c-46d8-a0d4-f1ec65ded07c" providerId="ADAL" clId="{94A6F963-1079-4821-84BD-980393CBB45A}" dt="2025-08-25T02:09:10.626" v="2" actId="47"/>
      <pc:docMkLst>
        <pc:docMk/>
      </pc:docMkLst>
      <pc:sldChg chg="del">
        <pc:chgData name="Jeremiah Contreras" userId="7aaf88c5-f86c-46d8-a0d4-f1ec65ded07c" providerId="ADAL" clId="{94A6F963-1079-4821-84BD-980393CBB45A}" dt="2025-08-25T02:09:10.626" v="2" actId="47"/>
        <pc:sldMkLst>
          <pc:docMk/>
          <pc:sldMk cId="3491388186" sldId="549"/>
        </pc:sldMkLst>
      </pc:sldChg>
      <pc:sldChg chg="delSp modSp mod">
        <pc:chgData name="Jeremiah Contreras" userId="7aaf88c5-f86c-46d8-a0d4-f1ec65ded07c" providerId="ADAL" clId="{94A6F963-1079-4821-84BD-980393CBB45A}" dt="2025-08-25T02:08:57.482" v="1" actId="1076"/>
        <pc:sldMkLst>
          <pc:docMk/>
          <pc:sldMk cId="1090029133" sldId="559"/>
        </pc:sldMkLst>
        <pc:spChg chg="mod">
          <ac:chgData name="Jeremiah Contreras" userId="7aaf88c5-f86c-46d8-a0d4-f1ec65ded07c" providerId="ADAL" clId="{94A6F963-1079-4821-84BD-980393CBB45A}" dt="2025-08-25T02:08:57.482" v="1" actId="1076"/>
          <ac:spMkLst>
            <pc:docMk/>
            <pc:sldMk cId="1090029133" sldId="559"/>
            <ac:spMk id="3" creationId="{3A854E14-D55C-3BFE-2D5B-5FFE0F14A951}"/>
          </ac:spMkLst>
        </pc:spChg>
        <pc:picChg chg="del">
          <ac:chgData name="Jeremiah Contreras" userId="7aaf88c5-f86c-46d8-a0d4-f1ec65ded07c" providerId="ADAL" clId="{94A6F963-1079-4821-84BD-980393CBB45A}" dt="2025-08-25T02:08:52.816" v="0" actId="478"/>
          <ac:picMkLst>
            <pc:docMk/>
            <pc:sldMk cId="1090029133" sldId="559"/>
            <ac:picMk id="4" creationId="{7098D3C0-F00F-39E3-82AA-9B3FAD530241}"/>
          </ac:picMkLst>
        </pc:picChg>
      </pc:sldChg>
    </pc:docChg>
  </pc:docChgLst>
  <pc:docChgLst>
    <pc:chgData name="Jeremiah Contreras" userId="353e0578-c100-4b27-ab8d-040de0f2d32b" providerId="ADAL" clId="{452585B8-A70B-4C31-94BF-3BDADCB0DEFC}"/>
    <pc:docChg chg="custSel addSld delSld modSld delMainMaster">
      <pc:chgData name="Jeremiah Contreras" userId="353e0578-c100-4b27-ab8d-040de0f2d32b" providerId="ADAL" clId="{452585B8-A70B-4C31-94BF-3BDADCB0DEFC}" dt="2024-08-26T16:42:16.853" v="423"/>
      <pc:docMkLst>
        <pc:docMk/>
      </pc:docMkLst>
      <pc:sldChg chg="modSp mod modAnim">
        <pc:chgData name="Jeremiah Contreras" userId="353e0578-c100-4b27-ab8d-040de0f2d32b" providerId="ADAL" clId="{452585B8-A70B-4C31-94BF-3BDADCB0DEFC}" dt="2024-08-26T11:37:20.332" v="419"/>
        <pc:sldMkLst>
          <pc:docMk/>
          <pc:sldMk cId="3805891020" sldId="382"/>
        </pc:sldMkLst>
      </pc:sldChg>
      <pc:sldChg chg="modSp">
        <pc:chgData name="Jeremiah Contreras" userId="353e0578-c100-4b27-ab8d-040de0f2d32b" providerId="ADAL" clId="{452585B8-A70B-4C31-94BF-3BDADCB0DEFC}" dt="2024-08-26T10:43:19.528" v="47" actId="20577"/>
        <pc:sldMkLst>
          <pc:docMk/>
          <pc:sldMk cId="1246906116" sldId="384"/>
        </pc:sldMkLst>
      </pc:sldChg>
      <pc:sldChg chg="modSp">
        <pc:chgData name="Jeremiah Contreras" userId="353e0578-c100-4b27-ab8d-040de0f2d32b" providerId="ADAL" clId="{452585B8-A70B-4C31-94BF-3BDADCB0DEFC}" dt="2024-08-26T10:44:07.735" v="63" actId="20577"/>
        <pc:sldMkLst>
          <pc:docMk/>
          <pc:sldMk cId="3278853014" sldId="385"/>
        </pc:sldMkLst>
      </pc:sldChg>
      <pc:sldChg chg="modSp">
        <pc:chgData name="Jeremiah Contreras" userId="353e0578-c100-4b27-ab8d-040de0f2d32b" providerId="ADAL" clId="{452585B8-A70B-4C31-94BF-3BDADCB0DEFC}" dt="2024-08-26T10:50:04.760" v="67" actId="20577"/>
        <pc:sldMkLst>
          <pc:docMk/>
          <pc:sldMk cId="360910746" sldId="405"/>
        </pc:sldMkLst>
      </pc:sldChg>
      <pc:sldChg chg="modSp mod">
        <pc:chgData name="Jeremiah Contreras" userId="353e0578-c100-4b27-ab8d-040de0f2d32b" providerId="ADAL" clId="{452585B8-A70B-4C31-94BF-3BDADCB0DEFC}" dt="2024-08-26T10:56:09.064" v="95" actId="20577"/>
        <pc:sldMkLst>
          <pc:docMk/>
          <pc:sldMk cId="2004848697" sldId="407"/>
        </pc:sldMkLst>
      </pc:sldChg>
      <pc:sldChg chg="delSp mod">
        <pc:chgData name="Jeremiah Contreras" userId="353e0578-c100-4b27-ab8d-040de0f2d32b" providerId="ADAL" clId="{452585B8-A70B-4C31-94BF-3BDADCB0DEFC}" dt="2024-08-26T10:57:44.063" v="96" actId="478"/>
        <pc:sldMkLst>
          <pc:docMk/>
          <pc:sldMk cId="506742337" sldId="409"/>
        </pc:sldMkLst>
      </pc:sldChg>
      <pc:sldChg chg="addSp delSp add del setBg delDesignElem">
        <pc:chgData name="Jeremiah Contreras" userId="353e0578-c100-4b27-ab8d-040de0f2d32b" providerId="ADAL" clId="{452585B8-A70B-4C31-94BF-3BDADCB0DEFC}" dt="2024-08-26T16:42:16.853" v="423"/>
        <pc:sldMkLst>
          <pc:docMk/>
          <pc:sldMk cId="3491388186" sldId="549"/>
        </pc:sldMkLst>
      </pc:sldChg>
      <pc:sldChg chg="add del">
        <pc:chgData name="Jeremiah Contreras" userId="353e0578-c100-4b27-ab8d-040de0f2d32b" providerId="ADAL" clId="{452585B8-A70B-4C31-94BF-3BDADCB0DEFC}" dt="2024-08-26T16:42:16.853" v="423"/>
        <pc:sldMkLst>
          <pc:docMk/>
          <pc:sldMk cId="683976160" sldId="551"/>
        </pc:sldMkLst>
      </pc:sldChg>
      <pc:sldChg chg="add del">
        <pc:chgData name="Jeremiah Contreras" userId="353e0578-c100-4b27-ab8d-040de0f2d32b" providerId="ADAL" clId="{452585B8-A70B-4C31-94BF-3BDADCB0DEFC}" dt="2024-08-26T16:42:16.853" v="423"/>
        <pc:sldMkLst>
          <pc:docMk/>
          <pc:sldMk cId="669356981" sldId="552"/>
        </pc:sldMkLst>
      </pc:sldChg>
      <pc:sldMasterChg chg="del delSldLayout">
        <pc:chgData name="Jeremiah Contreras" userId="353e0578-c100-4b27-ab8d-040de0f2d32b" providerId="ADAL" clId="{452585B8-A70B-4C31-94BF-3BDADCB0DEFC}" dt="2024-08-26T16:42:12.842" v="420" actId="47"/>
        <pc:sldMasterMkLst>
          <pc:docMk/>
          <pc:sldMasterMk cId="2307076301" sldId="2147483677"/>
        </pc:sldMasterMkLst>
        <pc:sldLayoutChg chg="del">
          <pc:chgData name="Jeremiah Contreras" userId="353e0578-c100-4b27-ab8d-040de0f2d32b" providerId="ADAL" clId="{452585B8-A70B-4C31-94BF-3BDADCB0DEFC}" dt="2024-08-26T16:42:12.842" v="420" actId="47"/>
          <pc:sldLayoutMkLst>
            <pc:docMk/>
            <pc:sldMasterMk cId="2307076301" sldId="2147483677"/>
            <pc:sldLayoutMk cId="4276422235" sldId="2147483678"/>
          </pc:sldLayoutMkLst>
        </pc:sldLayoutChg>
        <pc:sldLayoutChg chg="del">
          <pc:chgData name="Jeremiah Contreras" userId="353e0578-c100-4b27-ab8d-040de0f2d32b" providerId="ADAL" clId="{452585B8-A70B-4C31-94BF-3BDADCB0DEFC}" dt="2024-08-26T16:42:12.842" v="420" actId="47"/>
          <pc:sldLayoutMkLst>
            <pc:docMk/>
            <pc:sldMasterMk cId="2307076301" sldId="2147483677"/>
            <pc:sldLayoutMk cId="3218147135" sldId="2147483679"/>
          </pc:sldLayoutMkLst>
        </pc:sldLayoutChg>
        <pc:sldLayoutChg chg="del">
          <pc:chgData name="Jeremiah Contreras" userId="353e0578-c100-4b27-ab8d-040de0f2d32b" providerId="ADAL" clId="{452585B8-A70B-4C31-94BF-3BDADCB0DEFC}" dt="2024-08-26T16:42:12.842" v="420" actId="47"/>
          <pc:sldLayoutMkLst>
            <pc:docMk/>
            <pc:sldMasterMk cId="2307076301" sldId="2147483677"/>
            <pc:sldLayoutMk cId="873210182" sldId="2147483680"/>
          </pc:sldLayoutMkLst>
        </pc:sldLayoutChg>
        <pc:sldLayoutChg chg="del">
          <pc:chgData name="Jeremiah Contreras" userId="353e0578-c100-4b27-ab8d-040de0f2d32b" providerId="ADAL" clId="{452585B8-A70B-4C31-94BF-3BDADCB0DEFC}" dt="2024-08-26T16:42:12.842" v="420" actId="47"/>
          <pc:sldLayoutMkLst>
            <pc:docMk/>
            <pc:sldMasterMk cId="2307076301" sldId="2147483677"/>
            <pc:sldLayoutMk cId="3615760454" sldId="2147483681"/>
          </pc:sldLayoutMkLst>
        </pc:sldLayoutChg>
        <pc:sldLayoutChg chg="del">
          <pc:chgData name="Jeremiah Contreras" userId="353e0578-c100-4b27-ab8d-040de0f2d32b" providerId="ADAL" clId="{452585B8-A70B-4C31-94BF-3BDADCB0DEFC}" dt="2024-08-26T16:42:12.842" v="420" actId="47"/>
          <pc:sldLayoutMkLst>
            <pc:docMk/>
            <pc:sldMasterMk cId="2307076301" sldId="2147483677"/>
            <pc:sldLayoutMk cId="1938629382" sldId="2147483682"/>
          </pc:sldLayoutMkLst>
        </pc:sldLayoutChg>
        <pc:sldLayoutChg chg="del">
          <pc:chgData name="Jeremiah Contreras" userId="353e0578-c100-4b27-ab8d-040de0f2d32b" providerId="ADAL" clId="{452585B8-A70B-4C31-94BF-3BDADCB0DEFC}" dt="2024-08-26T16:42:12.842" v="420" actId="47"/>
          <pc:sldLayoutMkLst>
            <pc:docMk/>
            <pc:sldMasterMk cId="2307076301" sldId="2147483677"/>
            <pc:sldLayoutMk cId="2951907390" sldId="2147483683"/>
          </pc:sldLayoutMkLst>
        </pc:sldLayoutChg>
        <pc:sldLayoutChg chg="del">
          <pc:chgData name="Jeremiah Contreras" userId="353e0578-c100-4b27-ab8d-040de0f2d32b" providerId="ADAL" clId="{452585B8-A70B-4C31-94BF-3BDADCB0DEFC}" dt="2024-08-26T16:42:12.842" v="420" actId="47"/>
          <pc:sldLayoutMkLst>
            <pc:docMk/>
            <pc:sldMasterMk cId="2307076301" sldId="2147483677"/>
            <pc:sldLayoutMk cId="3883183794" sldId="2147483684"/>
          </pc:sldLayoutMkLst>
        </pc:sldLayoutChg>
        <pc:sldLayoutChg chg="del">
          <pc:chgData name="Jeremiah Contreras" userId="353e0578-c100-4b27-ab8d-040de0f2d32b" providerId="ADAL" clId="{452585B8-A70B-4C31-94BF-3BDADCB0DEFC}" dt="2024-08-26T16:42:12.842" v="420" actId="47"/>
          <pc:sldLayoutMkLst>
            <pc:docMk/>
            <pc:sldMasterMk cId="2307076301" sldId="2147483677"/>
            <pc:sldLayoutMk cId="2650071951" sldId="2147483685"/>
          </pc:sldLayoutMkLst>
        </pc:sldLayoutChg>
        <pc:sldLayoutChg chg="del">
          <pc:chgData name="Jeremiah Contreras" userId="353e0578-c100-4b27-ab8d-040de0f2d32b" providerId="ADAL" clId="{452585B8-A70B-4C31-94BF-3BDADCB0DEFC}" dt="2024-08-26T16:42:12.842" v="420" actId="47"/>
          <pc:sldLayoutMkLst>
            <pc:docMk/>
            <pc:sldMasterMk cId="2307076301" sldId="2147483677"/>
            <pc:sldLayoutMk cId="3475762440" sldId="2147483686"/>
          </pc:sldLayoutMkLst>
        </pc:sldLayoutChg>
        <pc:sldLayoutChg chg="del">
          <pc:chgData name="Jeremiah Contreras" userId="353e0578-c100-4b27-ab8d-040de0f2d32b" providerId="ADAL" clId="{452585B8-A70B-4C31-94BF-3BDADCB0DEFC}" dt="2024-08-26T16:42:12.842" v="420" actId="47"/>
          <pc:sldLayoutMkLst>
            <pc:docMk/>
            <pc:sldMasterMk cId="2307076301" sldId="2147483677"/>
            <pc:sldLayoutMk cId="3508072613" sldId="2147483687"/>
          </pc:sldLayoutMkLst>
        </pc:sldLayoutChg>
        <pc:sldLayoutChg chg="del">
          <pc:chgData name="Jeremiah Contreras" userId="353e0578-c100-4b27-ab8d-040de0f2d32b" providerId="ADAL" clId="{452585B8-A70B-4C31-94BF-3BDADCB0DEFC}" dt="2024-08-26T16:42:12.842" v="420" actId="47"/>
          <pc:sldLayoutMkLst>
            <pc:docMk/>
            <pc:sldMasterMk cId="2307076301" sldId="2147483677"/>
            <pc:sldLayoutMk cId="4216383560" sldId="2147483688"/>
          </pc:sldLayoutMkLst>
        </pc:sldLayoutChg>
      </pc:sldMasterChg>
    </pc:docChg>
  </pc:docChgLst>
  <pc:docChgLst>
    <pc:chgData name="Jeremiah Contreras" userId="7aaf88c5-f86c-46d8-a0d4-f1ec65ded07c" providerId="ADAL" clId="{0B4F024A-8A1A-40D1-81F8-63C0DDA878DE}"/>
    <pc:docChg chg="undo custSel addSld delSld modSld sldOrd">
      <pc:chgData name="Jeremiah Contreras" userId="7aaf88c5-f86c-46d8-a0d4-f1ec65ded07c" providerId="ADAL" clId="{0B4F024A-8A1A-40D1-81F8-63C0DDA878DE}" dt="2023-08-28T13:50:19.748" v="810" actId="20577"/>
      <pc:docMkLst>
        <pc:docMk/>
      </pc:docMkLst>
      <pc:sldChg chg="del">
        <pc:chgData name="Jeremiah Contreras" userId="7aaf88c5-f86c-46d8-a0d4-f1ec65ded07c" providerId="ADAL" clId="{0B4F024A-8A1A-40D1-81F8-63C0DDA878DE}" dt="2023-08-25T13:58:37.779" v="382" actId="47"/>
        <pc:sldMkLst>
          <pc:docMk/>
          <pc:sldMk cId="3955044594" sldId="283"/>
        </pc:sldMkLst>
      </pc:sldChg>
      <pc:sldChg chg="modSp mod">
        <pc:chgData name="Jeremiah Contreras" userId="7aaf88c5-f86c-46d8-a0d4-f1ec65ded07c" providerId="ADAL" clId="{0B4F024A-8A1A-40D1-81F8-63C0DDA878DE}" dt="2023-08-28T13:31:53.555" v="767" actId="20577"/>
        <pc:sldMkLst>
          <pc:docMk/>
          <pc:sldMk cId="1624808550" sldId="294"/>
        </pc:sldMkLst>
      </pc:sldChg>
      <pc:sldChg chg="addSp delSp modSp del mod delAnim modAnim">
        <pc:chgData name="Jeremiah Contreras" userId="7aaf88c5-f86c-46d8-a0d4-f1ec65ded07c" providerId="ADAL" clId="{0B4F024A-8A1A-40D1-81F8-63C0DDA878DE}" dt="2023-08-28T01:42:27.077" v="744" actId="47"/>
        <pc:sldMkLst>
          <pc:docMk/>
          <pc:sldMk cId="2703861665" sldId="357"/>
        </pc:sldMkLst>
      </pc:sldChg>
      <pc:sldChg chg="modSp mod modAnim">
        <pc:chgData name="Jeremiah Contreras" userId="7aaf88c5-f86c-46d8-a0d4-f1ec65ded07c" providerId="ADAL" clId="{0B4F024A-8A1A-40D1-81F8-63C0DDA878DE}" dt="2023-08-25T13:45:50.148" v="312" actId="20577"/>
        <pc:sldMkLst>
          <pc:docMk/>
          <pc:sldMk cId="2908075743" sldId="372"/>
        </pc:sldMkLst>
      </pc:sldChg>
      <pc:sldChg chg="modSp mod modAnim">
        <pc:chgData name="Jeremiah Contreras" userId="7aaf88c5-f86c-46d8-a0d4-f1ec65ded07c" providerId="ADAL" clId="{0B4F024A-8A1A-40D1-81F8-63C0DDA878DE}" dt="2023-08-25T13:42:14.030" v="258" actId="255"/>
        <pc:sldMkLst>
          <pc:docMk/>
          <pc:sldMk cId="2914273178" sldId="373"/>
        </pc:sldMkLst>
      </pc:sldChg>
      <pc:sldChg chg="modSp">
        <pc:chgData name="Jeremiah Contreras" userId="7aaf88c5-f86c-46d8-a0d4-f1ec65ded07c" providerId="ADAL" clId="{0B4F024A-8A1A-40D1-81F8-63C0DDA878DE}" dt="2023-08-25T13:53:14.704" v="379" actId="1076"/>
        <pc:sldMkLst>
          <pc:docMk/>
          <pc:sldMk cId="3844320177" sldId="374"/>
        </pc:sldMkLst>
      </pc:sldChg>
      <pc:sldChg chg="delSp modSp del mod">
        <pc:chgData name="Jeremiah Contreras" userId="7aaf88c5-f86c-46d8-a0d4-f1ec65ded07c" providerId="ADAL" clId="{0B4F024A-8A1A-40D1-81F8-63C0DDA878DE}" dt="2023-08-28T03:41:24.911" v="749" actId="47"/>
        <pc:sldMkLst>
          <pc:docMk/>
          <pc:sldMk cId="1103024402" sldId="376"/>
        </pc:sldMkLst>
      </pc:sldChg>
      <pc:sldChg chg="del">
        <pc:chgData name="Jeremiah Contreras" userId="7aaf88c5-f86c-46d8-a0d4-f1ec65ded07c" providerId="ADAL" clId="{0B4F024A-8A1A-40D1-81F8-63C0DDA878DE}" dt="2023-08-25T13:58:37.779" v="382" actId="47"/>
        <pc:sldMkLst>
          <pc:docMk/>
          <pc:sldMk cId="261496583" sldId="378"/>
        </pc:sldMkLst>
      </pc:sldChg>
      <pc:sldChg chg="del">
        <pc:chgData name="Jeremiah Contreras" userId="7aaf88c5-f86c-46d8-a0d4-f1ec65ded07c" providerId="ADAL" clId="{0B4F024A-8A1A-40D1-81F8-63C0DDA878DE}" dt="2023-08-25T13:58:37.779" v="382" actId="47"/>
        <pc:sldMkLst>
          <pc:docMk/>
          <pc:sldMk cId="605013605" sldId="379"/>
        </pc:sldMkLst>
      </pc:sldChg>
      <pc:sldChg chg="del">
        <pc:chgData name="Jeremiah Contreras" userId="7aaf88c5-f86c-46d8-a0d4-f1ec65ded07c" providerId="ADAL" clId="{0B4F024A-8A1A-40D1-81F8-63C0DDA878DE}" dt="2023-08-25T13:58:37.779" v="382" actId="47"/>
        <pc:sldMkLst>
          <pc:docMk/>
          <pc:sldMk cId="1734888086" sldId="381"/>
        </pc:sldMkLst>
      </pc:sldChg>
      <pc:sldChg chg="modSp mod">
        <pc:chgData name="Jeremiah Contreras" userId="7aaf88c5-f86c-46d8-a0d4-f1ec65ded07c" providerId="ADAL" clId="{0B4F024A-8A1A-40D1-81F8-63C0DDA878DE}" dt="2023-08-28T13:50:19.748" v="810" actId="20577"/>
        <pc:sldMkLst>
          <pc:docMk/>
          <pc:sldMk cId="3805891020" sldId="382"/>
        </pc:sldMkLst>
      </pc:sldChg>
      <pc:sldChg chg="modSp mod modAnim">
        <pc:chgData name="Jeremiah Contreras" userId="7aaf88c5-f86c-46d8-a0d4-f1ec65ded07c" providerId="ADAL" clId="{0B4F024A-8A1A-40D1-81F8-63C0DDA878DE}" dt="2023-08-25T11:56:13.167" v="65" actId="20577"/>
        <pc:sldMkLst>
          <pc:docMk/>
          <pc:sldMk cId="893020714" sldId="383"/>
        </pc:sldMkLst>
      </pc:sldChg>
      <pc:sldChg chg="modSp modAnim">
        <pc:chgData name="Jeremiah Contreras" userId="7aaf88c5-f86c-46d8-a0d4-f1ec65ded07c" providerId="ADAL" clId="{0B4F024A-8A1A-40D1-81F8-63C0DDA878DE}" dt="2023-08-28T13:43:19.844" v="798" actId="115"/>
        <pc:sldMkLst>
          <pc:docMk/>
          <pc:sldMk cId="1246906116" sldId="384"/>
        </pc:sldMkLst>
      </pc:sldChg>
      <pc:sldChg chg="modSp">
        <pc:chgData name="Jeremiah Contreras" userId="7aaf88c5-f86c-46d8-a0d4-f1ec65ded07c" providerId="ADAL" clId="{0B4F024A-8A1A-40D1-81F8-63C0DDA878DE}" dt="2023-08-25T13:21:41.861" v="89" actId="20577"/>
        <pc:sldMkLst>
          <pc:docMk/>
          <pc:sldMk cId="3278853014" sldId="385"/>
        </pc:sldMkLst>
      </pc:sldChg>
      <pc:sldChg chg="modSp">
        <pc:chgData name="Jeremiah Contreras" userId="7aaf88c5-f86c-46d8-a0d4-f1ec65ded07c" providerId="ADAL" clId="{0B4F024A-8A1A-40D1-81F8-63C0DDA878DE}" dt="2023-08-25T13:27:04.618" v="201" actId="20577"/>
        <pc:sldMkLst>
          <pc:docMk/>
          <pc:sldMk cId="2705070905" sldId="388"/>
        </pc:sldMkLst>
      </pc:sldChg>
      <pc:sldChg chg="modSp mod">
        <pc:chgData name="Jeremiah Contreras" userId="7aaf88c5-f86c-46d8-a0d4-f1ec65ded07c" providerId="ADAL" clId="{0B4F024A-8A1A-40D1-81F8-63C0DDA878DE}" dt="2023-08-25T14:01:57.670" v="426" actId="20577"/>
        <pc:sldMkLst>
          <pc:docMk/>
          <pc:sldMk cId="3449888944" sldId="389"/>
        </pc:sldMkLst>
      </pc:sldChg>
      <pc:sldChg chg="modSp">
        <pc:chgData name="Jeremiah Contreras" userId="7aaf88c5-f86c-46d8-a0d4-f1ec65ded07c" providerId="ADAL" clId="{0B4F024A-8A1A-40D1-81F8-63C0DDA878DE}" dt="2023-08-25T13:22:11.913" v="108" actId="20577"/>
        <pc:sldMkLst>
          <pc:docMk/>
          <pc:sldMk cId="712182327" sldId="399"/>
        </pc:sldMkLst>
      </pc:sldChg>
      <pc:sldChg chg="delSp modSp del mod">
        <pc:chgData name="Jeremiah Contreras" userId="7aaf88c5-f86c-46d8-a0d4-f1ec65ded07c" providerId="ADAL" clId="{0B4F024A-8A1A-40D1-81F8-63C0DDA878DE}" dt="2023-08-25T14:30:41.090" v="738" actId="47"/>
        <pc:sldMkLst>
          <pc:docMk/>
          <pc:sldMk cId="4021851730" sldId="401"/>
        </pc:sldMkLst>
      </pc:sldChg>
      <pc:sldChg chg="delSp modSp add mod setBg modAnim delDesignElem">
        <pc:chgData name="Jeremiah Contreras" userId="7aaf88c5-f86c-46d8-a0d4-f1ec65ded07c" providerId="ADAL" clId="{0B4F024A-8A1A-40D1-81F8-63C0DDA878DE}" dt="2023-08-25T13:48:42.233" v="341" actId="1038"/>
        <pc:sldMkLst>
          <pc:docMk/>
          <pc:sldMk cId="821494790" sldId="402"/>
        </pc:sldMkLst>
      </pc:sldChg>
      <pc:sldChg chg="modSp add del setBg modAnim">
        <pc:chgData name="Jeremiah Contreras" userId="7aaf88c5-f86c-46d8-a0d4-f1ec65ded07c" providerId="ADAL" clId="{0B4F024A-8A1A-40D1-81F8-63C0DDA878DE}" dt="2023-08-25T13:26:38.766" v="197" actId="47"/>
        <pc:sldMkLst>
          <pc:docMk/>
          <pc:sldMk cId="3382758673" sldId="402"/>
        </pc:sldMkLst>
      </pc:sldChg>
      <pc:sldChg chg="modSp add del modAnim">
        <pc:chgData name="Jeremiah Contreras" userId="7aaf88c5-f86c-46d8-a0d4-f1ec65ded07c" providerId="ADAL" clId="{0B4F024A-8A1A-40D1-81F8-63C0DDA878DE}" dt="2023-08-25T14:02:48.093" v="434"/>
        <pc:sldMkLst>
          <pc:docMk/>
          <pc:sldMk cId="360910746" sldId="405"/>
        </pc:sldMkLst>
      </pc:sldChg>
      <pc:sldChg chg="modSp add del mod">
        <pc:chgData name="Jeremiah Contreras" userId="7aaf88c5-f86c-46d8-a0d4-f1ec65ded07c" providerId="ADAL" clId="{0B4F024A-8A1A-40D1-81F8-63C0DDA878DE}" dt="2023-08-25T14:09:30.151" v="437" actId="6549"/>
        <pc:sldMkLst>
          <pc:docMk/>
          <pc:sldMk cId="2332177144" sldId="406"/>
        </pc:sldMkLst>
      </pc:sldChg>
      <pc:sldChg chg="modSp add del mod modAnim">
        <pc:chgData name="Jeremiah Contreras" userId="7aaf88c5-f86c-46d8-a0d4-f1ec65ded07c" providerId="ADAL" clId="{0B4F024A-8A1A-40D1-81F8-63C0DDA878DE}" dt="2023-08-28T03:49:06.690" v="757" actId="20577"/>
        <pc:sldMkLst>
          <pc:docMk/>
          <pc:sldMk cId="2004848697" sldId="407"/>
        </pc:sldMkLst>
      </pc:sldChg>
      <pc:sldChg chg="addSp delSp modSp add del mod modAnim">
        <pc:chgData name="Jeremiah Contreras" userId="7aaf88c5-f86c-46d8-a0d4-f1ec65ded07c" providerId="ADAL" clId="{0B4F024A-8A1A-40D1-81F8-63C0DDA878DE}" dt="2023-08-25T14:26:56.137" v="717" actId="14100"/>
        <pc:sldMkLst>
          <pc:docMk/>
          <pc:sldMk cId="2849153122" sldId="408"/>
        </pc:sldMkLst>
      </pc:sldChg>
      <pc:sldChg chg="add del">
        <pc:chgData name="Jeremiah Contreras" userId="7aaf88c5-f86c-46d8-a0d4-f1ec65ded07c" providerId="ADAL" clId="{0B4F024A-8A1A-40D1-81F8-63C0DDA878DE}" dt="2023-08-25T13:59:15.920" v="384"/>
        <pc:sldMkLst>
          <pc:docMk/>
          <pc:sldMk cId="506742337" sldId="409"/>
        </pc:sldMkLst>
      </pc:sldChg>
      <pc:sldChg chg="add del modAnim">
        <pc:chgData name="Jeremiah Contreras" userId="7aaf88c5-f86c-46d8-a0d4-f1ec65ded07c" providerId="ADAL" clId="{0B4F024A-8A1A-40D1-81F8-63C0DDA878DE}" dt="2023-08-25T14:12:48.520" v="441"/>
        <pc:sldMkLst>
          <pc:docMk/>
          <pc:sldMk cId="669688816" sldId="410"/>
        </pc:sldMkLst>
      </pc:sldChg>
      <pc:sldChg chg="add del">
        <pc:chgData name="Jeremiah Contreras" userId="7aaf88c5-f86c-46d8-a0d4-f1ec65ded07c" providerId="ADAL" clId="{0B4F024A-8A1A-40D1-81F8-63C0DDA878DE}" dt="2023-08-25T14:06:21.839" v="435" actId="47"/>
        <pc:sldMkLst>
          <pc:docMk/>
          <pc:sldMk cId="591002529" sldId="411"/>
        </pc:sldMkLst>
      </pc:sldChg>
      <pc:sldChg chg="delSp modSp add del mod setBg delDesignElem">
        <pc:chgData name="Jeremiah Contreras" userId="7aaf88c5-f86c-46d8-a0d4-f1ec65ded07c" providerId="ADAL" clId="{0B4F024A-8A1A-40D1-81F8-63C0DDA878DE}" dt="2023-08-28T03:22:24.162" v="748" actId="47"/>
        <pc:sldMkLst>
          <pc:docMk/>
          <pc:sldMk cId="966433650" sldId="411"/>
        </pc:sldMkLst>
      </pc:sldChg>
      <pc:sldChg chg="modSp mod ord">
        <pc:chgData name="Jeremiah Contreras" userId="7aaf88c5-f86c-46d8-a0d4-f1ec65ded07c" providerId="ADAL" clId="{0B4F024A-8A1A-40D1-81F8-63C0DDA878DE}" dt="2023-08-28T03:22:19.413" v="747"/>
        <pc:sldMkLst>
          <pc:docMk/>
          <pc:sldMk cId="3099931227" sldId="412"/>
        </pc:sldMkLst>
      </pc:sldChg>
      <pc:sldChg chg="add">
        <pc:chgData name="Jeremiah Contreras" userId="7aaf88c5-f86c-46d8-a0d4-f1ec65ded07c" providerId="ADAL" clId="{0B4F024A-8A1A-40D1-81F8-63C0DDA878DE}" dt="2023-08-28T13:50:08.418" v="799"/>
        <pc:sldMkLst>
          <pc:docMk/>
          <pc:sldMk cId="819516943" sldId="5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802AF6DA-881C-4C79-B7BB-AE39812FEEB9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FF1D006A-6F4D-4501-8E73-99D0EC5E5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36563" y="711200"/>
            <a:ext cx="6318250" cy="3554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18567" y="4341015"/>
            <a:ext cx="5755040" cy="4728894"/>
          </a:xfrm>
          <a:prstGeom prst="rect">
            <a:avLst/>
          </a:prstGeom>
        </p:spPr>
        <p:txBody>
          <a:bodyPr lIns="94309" tIns="47154" rIns="94309" bIns="47154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976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7F25A-3091-2F03-6111-0DF63CDCA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FDF9C-F561-E321-5B9D-9E9453D72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29425-B182-34D6-BC7A-72B1939B7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Imagine:</a:t>
            </a:r>
            <a:br>
              <a:rPr lang="en-US" dirty="0"/>
            </a:br>
            <a:r>
              <a:rPr lang="en-US" dirty="0"/>
              <a:t>- </a:t>
            </a:r>
            <a:r>
              <a:rPr lang="en-US" sz="1200" dirty="0">
                <a:effectLst/>
              </a:rPr>
              <a:t>You are in your first board meeting after starting your first job.</a:t>
            </a:r>
          </a:p>
          <a:p>
            <a:r>
              <a:rPr lang="en-US" sz="1200" dirty="0"/>
              <a:t>- There is discussion of unexpected future construction costs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sz="1200" dirty="0">
                <a:sym typeface="Wingdings" panose="05000000000000000000" pitchFamily="2" charset="2"/>
              </a:rPr>
              <a:t>R</a:t>
            </a:r>
            <a:r>
              <a:rPr lang="en-US" sz="1200" dirty="0"/>
              <a:t>educed revenue recognition.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200" dirty="0">
                <a:sym typeface="Wingdings" panose="05000000000000000000" pitchFamily="2" charset="2"/>
              </a:rPr>
              <a:t> </a:t>
            </a:r>
            <a:r>
              <a:rPr lang="en-US" sz="1200" dirty="0"/>
              <a:t>And LIFO Liquidation disclosures are showing that the company’s already low profits should have been lower.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Acctg</a:t>
            </a:r>
            <a:r>
              <a:rPr lang="en-US" sz="1200" dirty="0"/>
              <a:t> is known as the “Language of Business,” and in moments like this, it can feel technical and complex.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But it’s the lens through which business is explained and understood.</a:t>
            </a:r>
          </a:p>
          <a:p>
            <a:endParaRPr lang="en-US" sz="1200" dirty="0"/>
          </a:p>
          <a:p>
            <a:r>
              <a:rPr lang="en-US" sz="1200" dirty="0"/>
              <a:t>- Whether you end up in </a:t>
            </a:r>
            <a:r>
              <a:rPr lang="en-US" sz="1200" dirty="0" err="1"/>
              <a:t>acctg</a:t>
            </a:r>
            <a:r>
              <a:rPr lang="en-US" sz="1200" dirty="0"/>
              <a:t>, fin., </a:t>
            </a:r>
            <a:r>
              <a:rPr lang="en-US" sz="1200" dirty="0" err="1"/>
              <a:t>mktg</a:t>
            </a:r>
            <a:r>
              <a:rPr lang="en-US" sz="1200" dirty="0"/>
              <a:t>, or starting your own company, this “Lang of Bus” will give you an edge — in business and in your own financial life.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009BF-A64C-39D9-7076-78E8BF138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1D006A-6F4D-4501-8E73-99D0EC5E5B2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2528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1D006A-6F4D-4501-8E73-99D0EC5E5B2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3569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56060-2E75-994B-EECF-E7EA9327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B1C9A-1E3D-3B04-357A-937BD69F4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CEEA3-87D0-0646-A4F6-42DE0BAFE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1D4C8-022F-EF44-D389-04EEF98F72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1D006A-6F4D-4501-8E73-99D0EC5E5B2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9519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FF31F-0AFB-E9AC-FD2E-137CD28F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22620-BDAC-9F5A-1FC7-05D1FC22C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2331D-9B06-B0BE-8993-8E3C09172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2EEC3-C988-A4F2-CF9D-104C7CB88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1D006A-6F4D-4501-8E73-99D0EC5E5B2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4912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040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92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01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18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34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1D006A-6F4D-4501-8E73-99D0EC5E5B2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4225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52475" y="1184275"/>
            <a:ext cx="5688013" cy="31988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18567" y="4560813"/>
            <a:ext cx="5755040" cy="3731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34" tIns="47166" rIns="94334" bIns="47166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54213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42913" y="711200"/>
            <a:ext cx="6311900" cy="355123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240607" y="4502631"/>
            <a:ext cx="6629676" cy="481939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62" tIns="47130" rIns="94262" bIns="47130"/>
          <a:lstStyle/>
          <a:p>
            <a:r>
              <a:rPr lang="en-US" altLang="en-US" dirty="0"/>
              <a:t>How do we take all of these economic activities</a:t>
            </a:r>
            <a:r>
              <a:rPr lang="en-US" altLang="en-US" baseline="0" dirty="0"/>
              <a:t> and report them in 4 pages of F/S and a bunch of footnotes?  F/S is the goal.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Start with the entrepreneur:</a:t>
            </a:r>
          </a:p>
          <a:p>
            <a:r>
              <a:rPr lang="en-US" altLang="en-US" dirty="0"/>
              <a:t>-needs to finance an idea (sell equity and borrow)</a:t>
            </a:r>
          </a:p>
          <a:p>
            <a:r>
              <a:rPr lang="en-US" altLang="en-US" dirty="0"/>
              <a:t>-invest to obtain production ability and build infrastructure (buildings, machinery, inventory, patents, etc.)</a:t>
            </a:r>
          </a:p>
          <a:p>
            <a:r>
              <a:rPr lang="en-US" altLang="en-US" dirty="0"/>
              <a:t>-operate (day-to-day operations to generate earnings)</a:t>
            </a:r>
          </a:p>
          <a:p>
            <a:endParaRPr lang="en-US" altLang="en-US" dirty="0"/>
          </a:p>
          <a:p>
            <a:r>
              <a:rPr lang="en-US" altLang="en-US" dirty="0"/>
              <a:t>Accounting process accumulates and aggregates information on these activities</a:t>
            </a:r>
          </a:p>
          <a:p>
            <a:r>
              <a:rPr lang="en-US" altLang="en-US" dirty="0"/>
              <a:t>-create financial statements and other info</a:t>
            </a:r>
          </a:p>
          <a:p>
            <a:r>
              <a:rPr lang="en-US" altLang="en-US" dirty="0"/>
              <a:t>-for a variety of users</a:t>
            </a:r>
          </a:p>
          <a:p>
            <a:r>
              <a:rPr lang="en-US" altLang="en-US" dirty="0"/>
              <a:t>     -managers will not be satisfied by this course (they have access to more detailed info)</a:t>
            </a:r>
          </a:p>
          <a:p>
            <a:r>
              <a:rPr lang="en-US" altLang="en-US" dirty="0"/>
              <a:t>     -this course is all about information provided to EXTERNAL users</a:t>
            </a:r>
          </a:p>
        </p:txBody>
      </p:sp>
    </p:spTree>
    <p:extLst>
      <p:ext uri="{BB962C8B-B14F-4D97-AF65-F5344CB8AC3E}">
        <p14:creationId xmlns:p14="http://schemas.microsoft.com/office/powerpoint/2010/main" val="36075303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36563" y="711200"/>
            <a:ext cx="6318250" cy="3554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18567" y="4502631"/>
            <a:ext cx="5755040" cy="42634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09" tIns="47154" rIns="94309" bIns="47154"/>
          <a:lstStyle/>
          <a:p>
            <a:r>
              <a:rPr lang="en-US" altLang="en-US" u="sng" dirty="0"/>
              <a:t>SEC</a:t>
            </a:r>
            <a:r>
              <a:rPr lang="en-US" altLang="en-US" dirty="0"/>
              <a:t>=legal authority to set accounting and auditing standards (founded as result of great depression mid-1930’s)</a:t>
            </a:r>
          </a:p>
          <a:p>
            <a:r>
              <a:rPr lang="en-US" altLang="en-US" dirty="0"/>
              <a:t> -delegate acct standards to </a:t>
            </a:r>
            <a:r>
              <a:rPr lang="en-US" altLang="en-US" u="sng" dirty="0"/>
              <a:t>FASB</a:t>
            </a:r>
            <a:r>
              <a:rPr lang="en-US" altLang="en-US" dirty="0"/>
              <a:t> (created 1973)</a:t>
            </a:r>
            <a:endParaRPr lang="en-US" altLang="en-US" u="sng" dirty="0"/>
          </a:p>
          <a:p>
            <a:r>
              <a:rPr lang="en-US" altLang="en-US" dirty="0"/>
              <a:t>	*</a:t>
            </a:r>
            <a:r>
              <a:rPr lang="en-US" altLang="en-US" u="sng" dirty="0" err="1"/>
              <a:t>mgmt</a:t>
            </a:r>
            <a:r>
              <a:rPr lang="en-US" altLang="en-US" u="sng" dirty="0"/>
              <a:t>/firm</a:t>
            </a:r>
            <a:r>
              <a:rPr lang="en-US" altLang="en-US" dirty="0"/>
              <a:t>=responsible for financials</a:t>
            </a:r>
          </a:p>
          <a:p>
            <a:r>
              <a:rPr lang="en-US" altLang="en-US" dirty="0"/>
              <a:t>	*7  member board (former auditors, former CPAs at firms, 1 acct prof)</a:t>
            </a:r>
          </a:p>
          <a:p>
            <a:r>
              <a:rPr lang="en-US" altLang="en-US" dirty="0"/>
              <a:t> -delegate audit standards to </a:t>
            </a:r>
            <a:r>
              <a:rPr lang="en-US" altLang="en-US" u="sng" dirty="0"/>
              <a:t>PCAOB</a:t>
            </a:r>
          </a:p>
          <a:p>
            <a:r>
              <a:rPr lang="en-US" altLang="en-US" dirty="0"/>
              <a:t>	*</a:t>
            </a:r>
            <a:r>
              <a:rPr lang="en-US" altLang="en-US" u="sng" dirty="0"/>
              <a:t>auditors</a:t>
            </a:r>
            <a:r>
              <a:rPr lang="en-US" altLang="en-US" dirty="0"/>
              <a:t>=responsible for checking if </a:t>
            </a:r>
            <a:r>
              <a:rPr lang="en-US" altLang="en-US" dirty="0" err="1"/>
              <a:t>mgmt</a:t>
            </a:r>
            <a:r>
              <a:rPr lang="en-US" altLang="en-US" dirty="0"/>
              <a:t>/firm follow rules</a:t>
            </a:r>
          </a:p>
          <a:p>
            <a:r>
              <a:rPr lang="en-US" altLang="en-US" dirty="0"/>
              <a:t> -everyone else uses the financials </a:t>
            </a:r>
          </a:p>
          <a:p>
            <a:r>
              <a:rPr lang="en-US" altLang="en-US" dirty="0"/>
              <a:t>	-investors, customers, suppliers, creditors (may have private), employees</a:t>
            </a:r>
          </a:p>
        </p:txBody>
      </p:sp>
    </p:spTree>
    <p:extLst>
      <p:ext uri="{BB962C8B-B14F-4D97-AF65-F5344CB8AC3E}">
        <p14:creationId xmlns:p14="http://schemas.microsoft.com/office/powerpoint/2010/main" val="20558211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52475" y="1184275"/>
            <a:ext cx="5688013" cy="31988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18567" y="4560813"/>
            <a:ext cx="5755040" cy="3731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34" tIns="47166" rIns="94334" bIns="47166"/>
          <a:lstStyle/>
          <a:p>
            <a:r>
              <a:rPr lang="en-US" altLang="en-US" dirty="0"/>
              <a:t>Where possible, will bring in: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dirty="0"/>
              <a:t>Edge cases/gray</a:t>
            </a:r>
            <a:r>
              <a:rPr lang="en-US" altLang="en-US" baseline="0" dirty="0"/>
              <a:t> areas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baseline="0" dirty="0"/>
              <a:t>Managerial discretion/incentives (legal and illegal!)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baseline="0" dirty="0"/>
              <a:t>Must understand the basics first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28480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36563" y="711200"/>
            <a:ext cx="6318250" cy="3554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18567" y="4341015"/>
            <a:ext cx="5755040" cy="4728894"/>
          </a:xfrm>
          <a:prstGeom prst="rect">
            <a:avLst/>
          </a:prstGeom>
        </p:spPr>
        <p:txBody>
          <a:bodyPr lIns="94309" tIns="47154" rIns="94309" bIns="47154"/>
          <a:lstStyle/>
          <a:p>
            <a:pPr>
              <a:defRPr/>
            </a:pPr>
            <a:r>
              <a:rPr lang="en-US" dirty="0"/>
              <a:t>Today:</a:t>
            </a:r>
          </a:p>
          <a:p>
            <a:pPr marL="226442" indent="-226442">
              <a:buFont typeface="+mj-lt"/>
              <a:buAutoNum type="arabicPeriod"/>
              <a:defRPr/>
            </a:pPr>
            <a:r>
              <a:rPr lang="en-US" dirty="0"/>
              <a:t>START with Professional Mentorship Program</a:t>
            </a:r>
          </a:p>
          <a:p>
            <a:pPr marL="226442" indent="-226442">
              <a:buFont typeface="+mj-lt"/>
              <a:buAutoNum type="arabicPeriod"/>
              <a:defRPr/>
            </a:pPr>
            <a:r>
              <a:rPr lang="en-US" dirty="0"/>
              <a:t>Welcome</a:t>
            </a:r>
          </a:p>
          <a:p>
            <a:pPr marL="679325" lvl="1" indent="-226442">
              <a:buFont typeface="+mj-lt"/>
              <a:buAutoNum type="arabicPeriod"/>
              <a:defRPr/>
            </a:pPr>
            <a:r>
              <a:rPr lang="en-US" dirty="0"/>
              <a:t>Who is here?  (acct/fin, </a:t>
            </a:r>
            <a:r>
              <a:rPr lang="en-US" dirty="0" err="1"/>
              <a:t>jr</a:t>
            </a:r>
            <a:r>
              <a:rPr lang="en-US" dirty="0"/>
              <a:t>/</a:t>
            </a:r>
            <a:r>
              <a:rPr lang="en-US" dirty="0" err="1"/>
              <a:t>sr</a:t>
            </a:r>
            <a:r>
              <a:rPr lang="en-US" dirty="0"/>
              <a:t>)</a:t>
            </a:r>
          </a:p>
          <a:p>
            <a:pPr marL="679325" lvl="1" indent="-226442">
              <a:buFont typeface="+mj-lt"/>
              <a:buAutoNum type="arabicPeriod"/>
              <a:defRPr/>
            </a:pPr>
            <a:r>
              <a:rPr lang="en-US" dirty="0"/>
              <a:t>Goal for</a:t>
            </a:r>
            <a:r>
              <a:rPr lang="en-US" baseline="0" dirty="0"/>
              <a:t> the class is to understand how economic transactions are accounted for in the F/S</a:t>
            </a:r>
            <a:endParaRPr lang="en-US" dirty="0"/>
          </a:p>
          <a:p>
            <a:pPr marL="679325" lvl="1" indent="-226442">
              <a:buFont typeface="+mj-lt"/>
              <a:buAutoNum type="arabicPeriod"/>
              <a:defRPr/>
            </a:pPr>
            <a:r>
              <a:rPr lang="en-US" dirty="0"/>
              <a:t>Important (tools for classes/life and interesting)</a:t>
            </a:r>
          </a:p>
          <a:p>
            <a:pPr marL="1132209" lvl="2" indent="-226442">
              <a:buFont typeface="+mj-lt"/>
              <a:buAutoNum type="arabicPeriod"/>
              <a:defRPr/>
            </a:pPr>
            <a:r>
              <a:rPr lang="en-US" dirty="0"/>
              <a:t>Plan to invest in public </a:t>
            </a:r>
            <a:r>
              <a:rPr lang="en-US" dirty="0" err="1"/>
              <a:t>cos</a:t>
            </a:r>
            <a:r>
              <a:rPr lang="en-US" dirty="0"/>
              <a:t>?</a:t>
            </a:r>
          </a:p>
          <a:p>
            <a:pPr marL="1132209" lvl="2" indent="-226442">
              <a:buFont typeface="+mj-lt"/>
              <a:buAutoNum type="arabicPeriod"/>
              <a:defRPr/>
            </a:pPr>
            <a:r>
              <a:rPr lang="en-US" dirty="0"/>
              <a:t>Plan to work for public co?</a:t>
            </a:r>
          </a:p>
          <a:p>
            <a:pPr marL="1132209" lvl="2" indent="-226442">
              <a:buFont typeface="+mj-lt"/>
              <a:buAutoNum type="arabicPeriod"/>
              <a:defRPr/>
            </a:pPr>
            <a:r>
              <a:rPr lang="en-US" dirty="0"/>
              <a:t>Interact w/public co (supplier, customer, lender,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1132209" lvl="2" indent="-226442">
              <a:buFont typeface="+mj-lt"/>
              <a:buAutoNum type="arabicPeriod"/>
              <a:defRPr/>
            </a:pPr>
            <a:r>
              <a:rPr lang="en-US" dirty="0"/>
              <a:t>Take more acct or fin classes? Recommend CORP 2</a:t>
            </a:r>
          </a:p>
          <a:p>
            <a:pPr marL="226442" indent="-226442">
              <a:buFont typeface="+mj-lt"/>
              <a:buAutoNum type="arabicPeriod"/>
              <a:defRPr/>
            </a:pPr>
            <a:r>
              <a:rPr lang="en-US" dirty="0"/>
              <a:t>Administrative</a:t>
            </a:r>
          </a:p>
          <a:p>
            <a:pPr marL="226442" indent="-226442">
              <a:buFont typeface="+mj-lt"/>
              <a:buAutoNum type="arabicPeriod"/>
              <a:defRPr/>
            </a:pPr>
            <a:r>
              <a:rPr lang="en-US" dirty="0"/>
              <a:t>Overview</a:t>
            </a:r>
          </a:p>
          <a:p>
            <a:pPr marL="226442" indent="-226442">
              <a:buFont typeface="+mj-lt"/>
              <a:buAutoNum type="arabicPeriod"/>
              <a:defRPr/>
            </a:pPr>
            <a:r>
              <a:rPr lang="en-US" dirty="0" err="1"/>
              <a:t>Ch</a:t>
            </a:r>
            <a:r>
              <a:rPr lang="en-US" dirty="0"/>
              <a:t> 1-2 (mechanics and start into financial statements)</a:t>
            </a:r>
          </a:p>
          <a:p>
            <a:pPr marL="226442" indent="-226442">
              <a:buFont typeface="+mj-lt"/>
              <a:buAutoNum type="arabicPeriod"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To</a:t>
            </a:r>
            <a:r>
              <a:rPr lang="en-US" baseline="0" dirty="0"/>
              <a:t> </a:t>
            </a:r>
            <a:r>
              <a:rPr lang="en-US" dirty="0"/>
              <a:t>bring</a:t>
            </a:r>
          </a:p>
          <a:p>
            <a:pPr>
              <a:defRPr/>
            </a:pPr>
            <a:r>
              <a:rPr lang="en-US" dirty="0"/>
              <a:t>-syllabus, calendar, name cards to handout</a:t>
            </a:r>
          </a:p>
          <a:p>
            <a:pPr>
              <a:defRPr/>
            </a:pPr>
            <a:r>
              <a:rPr lang="en-US" dirty="0"/>
              <a:t>-textbook + lemonade stand</a:t>
            </a:r>
          </a:p>
          <a:p>
            <a:pPr>
              <a:defRPr/>
            </a:pPr>
            <a:r>
              <a:rPr lang="en-US" dirty="0"/>
              <a:t>-pull up D2L</a:t>
            </a:r>
          </a:p>
          <a:p>
            <a:pPr>
              <a:defRPr/>
            </a:pPr>
            <a:r>
              <a:rPr lang="en-US" dirty="0"/>
              <a:t>-memory stick, clicker, pen</a:t>
            </a:r>
          </a:p>
          <a:p>
            <a:pPr marL="226442" indent="-226442">
              <a:buFont typeface="+mj-lt"/>
              <a:buAutoNum type="arabicPeriod"/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726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436914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8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2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99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9B864D-AD8A-867B-7AE9-79A0E017A221}"/>
              </a:ext>
            </a:extLst>
          </p:cNvPr>
          <p:cNvCxnSpPr/>
          <p:nvPr userDrawn="1"/>
        </p:nvCxnSpPr>
        <p:spPr>
          <a:xfrm>
            <a:off x="838200" y="1436914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33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97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73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99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34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93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8702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05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1719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54655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68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16094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214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9796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121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06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800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419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323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384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365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54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5242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560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913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57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tif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4AA50A-CBEF-2229-C90A-26D90ED290DB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648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59A14-9083-4F7C-9813-A66C5454743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6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emini.google.com/u/1/app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511" y="1427564"/>
            <a:ext cx="261161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bg1"/>
                </a:solidFill>
              </a:rPr>
              <a:t>Andrew Stephan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DF5A9C-465B-4619-85A7-A46D4474E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D5C9D701-2A9A-4A64-91C7-DA8264012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dirty="0">
                <a:solidFill>
                  <a:schemeClr val="bg1"/>
                </a:solidFill>
              </a:rPr>
              <a:t>ACCT 3220 – </a:t>
            </a:r>
            <a:r>
              <a:rPr lang="en-US" altLang="en-US" sz="3200" b="1" i="1" dirty="0">
                <a:solidFill>
                  <a:schemeClr val="bg1"/>
                </a:solidFill>
              </a:rPr>
              <a:t>Corporate Financial Reporting</a:t>
            </a:r>
          </a:p>
          <a:p>
            <a:pPr>
              <a:defRPr/>
            </a:pPr>
            <a:r>
              <a:rPr lang="en-US" altLang="en-US" sz="3200" b="1">
                <a:solidFill>
                  <a:schemeClr val="bg1"/>
                </a:solidFill>
              </a:rPr>
              <a:t>Jeremiah </a:t>
            </a:r>
            <a:r>
              <a:rPr lang="en-US" altLang="en-US" sz="3200" b="1" dirty="0">
                <a:solidFill>
                  <a:schemeClr val="bg1"/>
                </a:solidFill>
              </a:rPr>
              <a:t>Contreras  </a:t>
            </a:r>
          </a:p>
        </p:txBody>
      </p:sp>
    </p:spTree>
    <p:extLst>
      <p:ext uri="{BB962C8B-B14F-4D97-AF65-F5344CB8AC3E}">
        <p14:creationId xmlns:p14="http://schemas.microsoft.com/office/powerpoint/2010/main" val="1624808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C1526-BFAB-B2E8-D96F-1181DDBAA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A36806-DEBC-2818-D3ED-CB88DB0AF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718" y="365127"/>
            <a:ext cx="7030081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Imagine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54E14-D55C-3BFE-2D5B-5FFE0F14A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59313" y="1835471"/>
            <a:ext cx="6130977" cy="4802182"/>
          </a:xfrm>
        </p:spPr>
        <p:txBody>
          <a:bodyPr>
            <a:normAutofit/>
          </a:bodyPr>
          <a:lstStyle/>
          <a:p>
            <a:r>
              <a:rPr lang="en-US" sz="1800" dirty="0"/>
              <a:t>Unexpected future construction costs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Reduced revenue recognition</a:t>
            </a:r>
          </a:p>
          <a:p>
            <a:r>
              <a:rPr lang="en-US" sz="1800" dirty="0"/>
              <a:t>LIFO Liquidation disclosures show that profits should have been lower.</a:t>
            </a:r>
          </a:p>
          <a:p>
            <a:r>
              <a:rPr lang="en-US" sz="1800" dirty="0"/>
              <a:t>The “Language of Business” (technical and complex).</a:t>
            </a:r>
          </a:p>
          <a:p>
            <a:r>
              <a:rPr lang="en-US" sz="1800" dirty="0"/>
              <a:t>The lens through which business is explained and understood.</a:t>
            </a:r>
          </a:p>
          <a:p>
            <a:endParaRPr lang="en-US" sz="1800" dirty="0"/>
          </a:p>
          <a:p>
            <a:r>
              <a:rPr lang="en-US" sz="1800" dirty="0"/>
              <a:t>Accounting, finance, marketing, or running your own company…</a:t>
            </a:r>
          </a:p>
          <a:p>
            <a:r>
              <a:rPr lang="en-US" sz="1800" dirty="0"/>
              <a:t>The “Language of Business” will give you an edge.</a:t>
            </a:r>
          </a:p>
        </p:txBody>
      </p:sp>
    </p:spTree>
    <p:extLst>
      <p:ext uri="{BB962C8B-B14F-4D97-AF65-F5344CB8AC3E}">
        <p14:creationId xmlns:p14="http://schemas.microsoft.com/office/powerpoint/2010/main" val="360142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1FFF2-416D-41BB-A630-1783D7A6E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5041"/>
            <a:ext cx="10309203" cy="3535810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2400" b="1" dirty="0"/>
              <a:t>Who is in the class?</a:t>
            </a:r>
            <a:endParaRPr lang="en-US" sz="2400" dirty="0"/>
          </a:p>
          <a:p>
            <a:pPr lvl="1"/>
            <a:r>
              <a:rPr lang="en-US" dirty="0"/>
              <a:t>Accounting majors (primary concentration)</a:t>
            </a:r>
          </a:p>
          <a:p>
            <a:pPr lvl="1"/>
            <a:r>
              <a:rPr lang="en-US" dirty="0"/>
              <a:t>Finance/Accounting (accounting is secondary)</a:t>
            </a:r>
          </a:p>
          <a:p>
            <a:pPr lvl="1"/>
            <a:r>
              <a:rPr lang="en-US" dirty="0"/>
              <a:t>Finance (no accounting)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Question for you:</a:t>
            </a:r>
            <a:endParaRPr lang="en-US" sz="2400" dirty="0"/>
          </a:p>
          <a:p>
            <a:pPr lvl="1"/>
            <a:r>
              <a:rPr lang="en-US" dirty="0"/>
              <a:t>Are you considering the </a:t>
            </a:r>
            <a:r>
              <a:rPr lang="en-US" b="1" dirty="0"/>
              <a:t>CPA route</a:t>
            </a:r>
            <a:r>
              <a:rPr lang="en-US" dirty="0"/>
              <a:t>?</a:t>
            </a:r>
          </a:p>
          <a:p>
            <a:pPr lvl="1"/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BAM (Bachelor’s Accelerated Masters)?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B1228E-3180-BFE7-46F5-D967E1EAF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631"/>
            <a:ext cx="10515600" cy="1325563"/>
          </a:xfrm>
        </p:spPr>
        <p:txBody>
          <a:bodyPr/>
          <a:lstStyle/>
          <a:p>
            <a:r>
              <a:rPr lang="en-US" b="1" dirty="0"/>
              <a:t>Getting to Know You</a:t>
            </a:r>
          </a:p>
        </p:txBody>
      </p:sp>
    </p:spTree>
    <p:extLst>
      <p:ext uri="{BB962C8B-B14F-4D97-AF65-F5344CB8AC3E}">
        <p14:creationId xmlns:p14="http://schemas.microsoft.com/office/powerpoint/2010/main" val="66935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6DEBE-676F-6F1B-B917-FC758B401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96498-86F5-BD5D-0F48-E435A5652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809" y="1507849"/>
            <a:ext cx="10309203" cy="3832536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2400" b="1" dirty="0"/>
              <a:t>Current education requirements:</a:t>
            </a:r>
            <a:endParaRPr lang="en-US" sz="2400" dirty="0"/>
          </a:p>
          <a:p>
            <a:pPr lvl="1"/>
            <a:r>
              <a:rPr lang="en-US" dirty="0"/>
              <a:t>150 credit hours (~5 years)</a:t>
            </a:r>
          </a:p>
          <a:p>
            <a:pPr marL="0" indent="0">
              <a:buNone/>
            </a:pPr>
            <a:r>
              <a:rPr lang="en-US" sz="2400" b="1" dirty="0"/>
              <a:t>Other pathways:</a:t>
            </a:r>
            <a:endParaRPr lang="en-US" sz="2400" dirty="0"/>
          </a:p>
          <a:p>
            <a:pPr lvl="1"/>
            <a:r>
              <a:rPr lang="en-US" dirty="0"/>
              <a:t>Some states allow licensure with 120 hours + 2 years of work experience</a:t>
            </a:r>
          </a:p>
          <a:p>
            <a:pPr lvl="1"/>
            <a:r>
              <a:rPr lang="en-US" dirty="0"/>
              <a:t>Colorado has </a:t>
            </a:r>
            <a:r>
              <a:rPr lang="en-US" b="1" dirty="0"/>
              <a:t>not</a:t>
            </a:r>
            <a:r>
              <a:rPr lang="en-US" dirty="0"/>
              <a:t> yet adopted this plan</a:t>
            </a:r>
          </a:p>
          <a:p>
            <a:pPr marL="0" indent="0">
              <a:buNone/>
            </a:pPr>
            <a:r>
              <a:rPr lang="en-US" sz="2400" b="1" dirty="0"/>
              <a:t>Leeds options:</a:t>
            </a:r>
            <a:endParaRPr lang="en-US" sz="2400" dirty="0"/>
          </a:p>
          <a:p>
            <a:pPr lvl="1"/>
            <a:r>
              <a:rPr lang="en-US" dirty="0"/>
              <a:t>Master of Accounting / Master of Taxation</a:t>
            </a:r>
          </a:p>
          <a:p>
            <a:pPr lvl="1"/>
            <a:r>
              <a:rPr lang="en-US" dirty="0"/>
              <a:t>BAM (Bachelor’s Accelerated Master’s program)</a:t>
            </a:r>
            <a:endParaRPr lang="en-US" sz="24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D9832E5-BF63-A448-203F-2CFF8AD48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631"/>
            <a:ext cx="10515600" cy="1325563"/>
          </a:xfrm>
        </p:spPr>
        <p:txBody>
          <a:bodyPr/>
          <a:lstStyle/>
          <a:p>
            <a:r>
              <a:rPr lang="en-US" b="1" dirty="0"/>
              <a:t>CPA Licensure in Colorado</a:t>
            </a:r>
          </a:p>
        </p:txBody>
      </p:sp>
    </p:spTree>
    <p:extLst>
      <p:ext uri="{BB962C8B-B14F-4D97-AF65-F5344CB8AC3E}">
        <p14:creationId xmlns:p14="http://schemas.microsoft.com/office/powerpoint/2010/main" val="418989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2701-5F0F-6730-4DAA-7DF2CD67C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8D945-EF43-B9E7-0710-58C180EB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559" y="1754058"/>
            <a:ext cx="9961844" cy="438258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E0570B-D398-3F76-70E0-A982E6F70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631"/>
            <a:ext cx="10515600" cy="1325563"/>
          </a:xfrm>
        </p:spPr>
        <p:txBody>
          <a:bodyPr/>
          <a:lstStyle/>
          <a:p>
            <a:r>
              <a:rPr lang="en-US" b="1" dirty="0"/>
              <a:t>Welcome Career Services</a:t>
            </a:r>
          </a:p>
        </p:txBody>
      </p:sp>
    </p:spTree>
    <p:extLst>
      <p:ext uri="{BB962C8B-B14F-4D97-AF65-F5344CB8AC3E}">
        <p14:creationId xmlns:p14="http://schemas.microsoft.com/office/powerpoint/2010/main" val="2239008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1FFF2-416D-41BB-A630-1783D7A6E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378" y="1469195"/>
            <a:ext cx="6307553" cy="438258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400" b="1" dirty="0"/>
          </a:p>
          <a:p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Hanlon, Hodder, Nelson,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Roulstone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Dragoo,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Intermediate Accounting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Vol 1 &amp; 2, 4e, 2023.</a:t>
            </a:r>
          </a:p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CU Book Access: $259 + Tax (RedShelf)</a:t>
            </a:r>
          </a:p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CHECK ACCESS TO BOOK</a:t>
            </a:r>
          </a:p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Access through My Course Materials on Canvas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B1228E-3180-BFE7-46F5-D967E1EA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</a:t>
            </a:r>
          </a:p>
        </p:txBody>
      </p:sp>
    </p:spTree>
    <p:extLst>
      <p:ext uri="{BB962C8B-B14F-4D97-AF65-F5344CB8AC3E}">
        <p14:creationId xmlns:p14="http://schemas.microsoft.com/office/powerpoint/2010/main" val="893020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1FFF2-416D-41BB-A630-1783D7A6E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1093" y="1865812"/>
            <a:ext cx="7143976" cy="4382588"/>
          </a:xfrm>
          <a:noFill/>
        </p:spPr>
        <p:txBody>
          <a:bodyPr anchor="ctr">
            <a:normAutofit/>
          </a:bodyPr>
          <a:lstStyle/>
          <a:p>
            <a:pPr lvl="0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Prof. Contreras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Office Hours: TBD</a:t>
            </a:r>
            <a:endParaRPr lang="en-US" sz="2000" dirty="0">
              <a:solidFill>
                <a:srgbClr val="000000"/>
              </a:solidFill>
              <a:highlight>
                <a:srgbClr val="FFFF00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On Zoom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Teaching Assistants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Ian Ross, Anna Butler, Krish Naik &amp; Ariel Chen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Various Office Hours (Wed – Sat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More around exams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lvl="1"/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BE765F-3157-C744-78E4-F0706A835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Hours</a:t>
            </a:r>
          </a:p>
        </p:txBody>
      </p:sp>
    </p:spTree>
    <p:extLst>
      <p:ext uri="{BB962C8B-B14F-4D97-AF65-F5344CB8AC3E}">
        <p14:creationId xmlns:p14="http://schemas.microsoft.com/office/powerpoint/2010/main" val="124690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1FFF2-416D-41BB-A630-1783D7A6E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629" y="1212917"/>
            <a:ext cx="8967935" cy="5892800"/>
          </a:xfrm>
        </p:spPr>
        <p:txBody>
          <a:bodyPr anchor="ctr">
            <a:norm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PlayPosits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(20): Answer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PlayPosit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questions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for each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video,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due 11:59 pm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day before each lecture: 10%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PlayPosit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: Two attempts per question – DURING THE ATTEMPT</a:t>
            </a:r>
          </a:p>
          <a:p>
            <a:pPr lvl="1"/>
            <a:r>
              <a:rPr lang="en-US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Late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PlayPosits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-20% Per Day (0.8% per hour)</a:t>
            </a:r>
          </a:p>
          <a:p>
            <a:pPr lvl="1"/>
            <a:r>
              <a:rPr lang="en-US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DROP: Two Lowest </a:t>
            </a:r>
            <a:r>
              <a:rPr lang="en-US" u="sng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PlayPosits</a:t>
            </a:r>
            <a:r>
              <a:rPr lang="en-US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lvl="1"/>
            <a:endParaRPr lang="en-US" sz="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Homework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(11) completed through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MyBusinessCourse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generally due Saturdays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– 25%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Three tries, answers carry over, with wrong answers marked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Journal Entries: Record Debits before Credits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Rounding – pay attention to question!</a:t>
            </a:r>
          </a:p>
          <a:p>
            <a:pPr lvl="1"/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NO LATE HOMEWORK!! (It will auto-submit any work completed on the due date)</a:t>
            </a:r>
          </a:p>
          <a:p>
            <a:pPr lvl="1"/>
            <a:r>
              <a:rPr lang="en-US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DROP: ONE Lowest HW Assignment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First HW is due this Saturday: The only HW through LinkedIn Learning: Any passing grade (certificate received) = 100% on the assignment!</a:t>
            </a:r>
            <a:endParaRPr lang="en-US" u="sng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/>
            <a:endParaRPr lang="en-US" sz="6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AD68E962-EF0C-2938-FDBE-76DBA8B9393C}"/>
              </a:ext>
            </a:extLst>
          </p:cNvPr>
          <p:cNvSpPr txBox="1">
            <a:spLocks/>
          </p:cNvSpPr>
          <p:nvPr/>
        </p:nvSpPr>
        <p:spPr>
          <a:xfrm>
            <a:off x="488437" y="609600"/>
            <a:ext cx="8785565" cy="8216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err="1"/>
              <a:t>PlayPosit</a:t>
            </a:r>
            <a:r>
              <a:rPr lang="en-US" dirty="0"/>
              <a:t> Videos (10%) &amp; Homework (25%)</a:t>
            </a:r>
          </a:p>
        </p:txBody>
      </p:sp>
    </p:spTree>
    <p:extLst>
      <p:ext uri="{BB962C8B-B14F-4D97-AF65-F5344CB8AC3E}">
        <p14:creationId xmlns:p14="http://schemas.microsoft.com/office/powerpoint/2010/main" val="327885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1FFF2-416D-41BB-A630-1783D7A6E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631" y="3321636"/>
            <a:ext cx="7542380" cy="3286759"/>
          </a:xfrm>
        </p:spPr>
        <p:txBody>
          <a:bodyPr anchor="ctr">
            <a:normAutofit/>
          </a:bodyPr>
          <a:lstStyle/>
          <a:p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Midterm Exam 1 – 15%, Sep 24</a:t>
            </a:r>
            <a:r>
              <a:rPr lang="en-US" sz="2200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th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  (In-Class)</a:t>
            </a:r>
          </a:p>
          <a:p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Midterm Exam 2 – 15%, Oct 22</a:t>
            </a:r>
            <a:r>
              <a:rPr lang="en-US" sz="2200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nd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 (In-Class)</a:t>
            </a:r>
          </a:p>
          <a:p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Midterm Exam 3 – 15%, Nov. 10</a:t>
            </a:r>
            <a:r>
              <a:rPr lang="en-US" sz="2200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th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 (In-Class)</a:t>
            </a:r>
          </a:p>
          <a:p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Final Exam – 20%, as scheduled [Dec 8 – Dec 12] (In-Class)</a:t>
            </a:r>
          </a:p>
          <a:p>
            <a:endParaRPr lang="en-US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* Review Class before Exams 1 &amp; 2, (No review for Exam 3: Only 2 topics) and two review days for final exam!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4ACE3E31-2F9F-0CFC-9304-D1E809DC4552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Exams (65%)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31BB0A-7ECE-6319-6DBD-A4410A98BB80}"/>
              </a:ext>
            </a:extLst>
          </p:cNvPr>
          <p:cNvSpPr txBox="1"/>
          <p:nvPr/>
        </p:nvSpPr>
        <p:spPr>
          <a:xfrm>
            <a:off x="846246" y="1749287"/>
            <a:ext cx="8116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will be three (3) Midterm exams and one final exam (4 exams total). Exams will be held </a:t>
            </a:r>
            <a:r>
              <a:rPr lang="en-US" b="1" u="sng" dirty="0"/>
              <a:t>in class</a:t>
            </a:r>
            <a:r>
              <a:rPr lang="en-US" dirty="0"/>
              <a:t>.</a:t>
            </a:r>
          </a:p>
          <a:p>
            <a:r>
              <a:rPr lang="en-US" dirty="0"/>
              <a:t>If you are sick, or if you miss an exam for an </a:t>
            </a:r>
            <a:r>
              <a:rPr lang="en-US" b="1" i="1" dirty="0"/>
              <a:t>excused reason</a:t>
            </a:r>
            <a:r>
              <a:rPr lang="en-US" dirty="0"/>
              <a:t>, you will have an opportunity to make up the exam the Saturday following the exam.</a:t>
            </a:r>
          </a:p>
        </p:txBody>
      </p:sp>
    </p:spTree>
    <p:extLst>
      <p:ext uri="{BB962C8B-B14F-4D97-AF65-F5344CB8AC3E}">
        <p14:creationId xmlns:p14="http://schemas.microsoft.com/office/powerpoint/2010/main" val="71218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1FFF2-416D-41BB-A630-1783D7A6E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629" y="1463104"/>
            <a:ext cx="9178077" cy="504995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2200" b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Exam replacement policy</a:t>
            </a:r>
          </a:p>
          <a:p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Final exam grade replaces any midterm grade if the final is higher.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What does this mean?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If you are sick and cannot make up the exam, you will receive a zero, however the final exam will replace this grade. 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If you have a bad exam day and receive a low score, the final exam will replace any lower exam grade (E.G., Exam 1 = 50%, Final Exam = 80%, Exam 1 will count as 80%)</a:t>
            </a:r>
          </a:p>
          <a:p>
            <a:endParaRPr lang="en-US" sz="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For most issues/conflicts, I rely on the exam makeup or replacement policy.</a:t>
            </a:r>
          </a:p>
          <a:p>
            <a:endParaRPr lang="en-US" sz="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For conflicts with midterms, let me know ASAP.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754273E-09DD-62FE-5B66-816D25B280DC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Grading Policies</a:t>
            </a:r>
          </a:p>
        </p:txBody>
      </p:sp>
    </p:spTree>
    <p:extLst>
      <p:ext uri="{BB962C8B-B14F-4D97-AF65-F5344CB8AC3E}">
        <p14:creationId xmlns:p14="http://schemas.microsoft.com/office/powerpoint/2010/main" val="96430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1FFF2-416D-41BB-A630-1783D7A6E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4055" y="1865812"/>
            <a:ext cx="6873145" cy="4382588"/>
          </a:xfrm>
        </p:spPr>
        <p:txBody>
          <a:bodyPr anchor="ctr">
            <a:normAutofit/>
          </a:bodyPr>
          <a:lstStyle/>
          <a:p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Two pre-recorded videos with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PlayPosit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 questions (due the night before class at 11:59pm)</a:t>
            </a:r>
          </a:p>
          <a:p>
            <a:endParaRPr lang="en-US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Two live classes (with in-class problems)</a:t>
            </a:r>
          </a:p>
          <a:p>
            <a:endParaRPr lang="en-US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One homework due Saturdays at 11:59pm (TA help on Fridays and Saturdays)</a:t>
            </a:r>
          </a:p>
          <a:p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1376D78-7FCA-C472-F342-9AB403B8FF0F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Weekly Expectations</a:t>
            </a:r>
          </a:p>
        </p:txBody>
      </p:sp>
    </p:spTree>
    <p:extLst>
      <p:ext uri="{BB962C8B-B14F-4D97-AF65-F5344CB8AC3E}">
        <p14:creationId xmlns:p14="http://schemas.microsoft.com/office/powerpoint/2010/main" val="270507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246F3-ADF7-4636-8D89-5A975143C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9" y="235318"/>
            <a:ext cx="4867811" cy="1128068"/>
          </a:xfrm>
        </p:spPr>
        <p:txBody>
          <a:bodyPr anchor="ctr">
            <a:normAutofit/>
          </a:bodyPr>
          <a:lstStyle/>
          <a:p>
            <a:r>
              <a:rPr lang="en-US" sz="3700" dirty="0"/>
              <a:t>Why Corp 1?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9D4DF-A28D-45C5-9EAD-5E0BC34B3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803113" cy="39795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b="1" u="sng" dirty="0"/>
              <a:t>Why should I care?</a:t>
            </a:r>
          </a:p>
          <a:p>
            <a:r>
              <a:rPr lang="en-US" sz="2000" dirty="0"/>
              <a:t>Foundation of accounting jobs</a:t>
            </a:r>
          </a:p>
          <a:p>
            <a:r>
              <a:rPr lang="en-US" sz="2000" dirty="0"/>
              <a:t>Foundation of Finance</a:t>
            </a:r>
          </a:p>
          <a:p>
            <a:r>
              <a:rPr lang="en-US" sz="2000" dirty="0"/>
              <a:t>Foundation of Business, in general</a:t>
            </a:r>
          </a:p>
          <a:p>
            <a:r>
              <a:rPr lang="en-US" sz="2000" dirty="0"/>
              <a:t>Truly: The language of business!</a:t>
            </a:r>
          </a:p>
          <a:p>
            <a:pPr marL="0" indent="0">
              <a:buNone/>
            </a:pPr>
            <a:endParaRPr lang="en-US" sz="2000" b="1" u="sng" dirty="0"/>
          </a:p>
          <a:p>
            <a:pPr lvl="1"/>
            <a:endParaRPr lang="en-US" sz="2000" dirty="0"/>
          </a:p>
        </p:txBody>
      </p:sp>
      <p:pic>
        <p:nvPicPr>
          <p:cNvPr id="4098" name="Picture 2" descr="Interesting questions asked by children - My Daughters And Me">
            <a:extLst>
              <a:ext uri="{FF2B5EF4-FFF2-40B4-BE49-F238E27FC236}">
                <a16:creationId xmlns:a16="http://schemas.microsoft.com/office/drawing/2014/main" id="{D27B2E97-5CD1-4F2C-B395-BB54CCE2D2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9" r="29739" b="3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349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246F3-ADF7-4636-8D89-5A975143C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 dirty="0"/>
              <a:t>How to Succeed</a:t>
            </a:r>
            <a:br>
              <a:rPr lang="en-US" sz="3700" dirty="0"/>
            </a:br>
            <a:r>
              <a:rPr lang="en-US" sz="3700" u="sng" dirty="0"/>
              <a:t>Before Class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9D4DF-A28D-45C5-9EAD-5E0BC34B3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171" y="2330505"/>
            <a:ext cx="5244174" cy="39795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u="sng" dirty="0"/>
              <a:t>Before Class</a:t>
            </a:r>
          </a:p>
          <a:p>
            <a:pPr marL="457200" lvl="1"/>
            <a:r>
              <a:rPr lang="en-US" dirty="0"/>
              <a:t>Watch videos: learn content</a:t>
            </a:r>
          </a:p>
          <a:p>
            <a:pPr marL="457200" lvl="1"/>
            <a:r>
              <a:rPr lang="en-US" dirty="0"/>
              <a:t>Note your questions about anything confusing</a:t>
            </a:r>
          </a:p>
          <a:p>
            <a:pPr marL="457200" lvl="1"/>
            <a:r>
              <a:rPr lang="en-US" dirty="0"/>
              <a:t>Answer </a:t>
            </a:r>
            <a:r>
              <a:rPr lang="en-US" dirty="0" err="1"/>
              <a:t>PlayPosit</a:t>
            </a:r>
            <a:r>
              <a:rPr lang="en-US" dirty="0"/>
              <a:t> questions (two attempts per question)</a:t>
            </a:r>
          </a:p>
          <a:p>
            <a:pPr lvl="1"/>
            <a:endParaRPr lang="en-US" sz="2000" dirty="0"/>
          </a:p>
          <a:p>
            <a:endParaRPr lang="en-US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3F91A6-1E6B-C8F1-40ED-CA8094B57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189" y="1249814"/>
            <a:ext cx="5566398" cy="435837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3D5C3AA0-C4F5-3C1B-4BCD-1BBD45C1D50A}"/>
              </a:ext>
            </a:extLst>
          </p:cNvPr>
          <p:cNvSpPr/>
          <p:nvPr/>
        </p:nvSpPr>
        <p:spPr>
          <a:xfrm>
            <a:off x="5805996" y="1322773"/>
            <a:ext cx="2556769" cy="245023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4EF3E8-5DDB-B931-FD21-1E5D5B6C8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229" y="1420214"/>
            <a:ext cx="2516032" cy="4216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B253D7B-8940-68C3-BF65-33A9E1E6C734}"/>
              </a:ext>
            </a:extLst>
          </p:cNvPr>
          <p:cNvSpPr txBox="1"/>
          <p:nvPr/>
        </p:nvSpPr>
        <p:spPr>
          <a:xfrm>
            <a:off x="5617028" y="428171"/>
            <a:ext cx="30697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Professor Stephan</a:t>
            </a:r>
          </a:p>
        </p:txBody>
      </p:sp>
    </p:spTree>
    <p:extLst>
      <p:ext uri="{BB962C8B-B14F-4D97-AF65-F5344CB8AC3E}">
        <p14:creationId xmlns:p14="http://schemas.microsoft.com/office/powerpoint/2010/main" val="222459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246F3-ADF7-4636-8D89-5A975143C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/>
              <a:t>How to Succeed</a:t>
            </a:r>
            <a:br>
              <a:rPr lang="en-US" dirty="0"/>
            </a:br>
            <a:r>
              <a:rPr lang="en-US" u="sng" dirty="0"/>
              <a:t>During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9D4DF-A28D-45C5-9EAD-5E0BC34B3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06" y="2333297"/>
            <a:ext cx="6132861" cy="38436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400" b="1" u="sng" dirty="0"/>
          </a:p>
          <a:p>
            <a:pPr lvl="1"/>
            <a:r>
              <a:rPr lang="en-US" dirty="0"/>
              <a:t>Be active, be brave — work the in-class problems.</a:t>
            </a:r>
          </a:p>
          <a:p>
            <a:pPr lvl="1"/>
            <a:r>
              <a:rPr lang="en-US" dirty="0"/>
              <a:t>Ask questions.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Commit to an answer!</a:t>
            </a:r>
          </a:p>
          <a:p>
            <a:pPr lvl="1"/>
            <a:r>
              <a:rPr lang="en-US" dirty="0"/>
              <a:t>Answer with pride: </a:t>
            </a:r>
          </a:p>
          <a:p>
            <a:pPr lvl="2"/>
            <a:r>
              <a:rPr lang="en-US" sz="2400" dirty="0"/>
              <a:t>What is 2 x 3 = 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Magical Doorway</a:t>
            </a:r>
          </a:p>
        </p:txBody>
      </p:sp>
      <p:pic>
        <p:nvPicPr>
          <p:cNvPr id="1026" name="Picture 2" descr="8tracks radio | With One Fist In The Air (23 songs) | free and music  playlist">
            <a:extLst>
              <a:ext uri="{FF2B5EF4-FFF2-40B4-BE49-F238E27FC236}">
                <a16:creationId xmlns:a16="http://schemas.microsoft.com/office/drawing/2014/main" id="{6A6E720B-F594-91FD-EDB9-73CB791E7F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3" r="5270"/>
          <a:stretch/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427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533665" y="10"/>
            <a:ext cx="5695550" cy="1807305"/>
          </a:xfrm>
        </p:spPr>
        <p:txBody>
          <a:bodyPr>
            <a:normAutofit/>
          </a:bodyPr>
          <a:lstStyle/>
          <a:p>
            <a:r>
              <a:rPr lang="en-US" altLang="en-US" dirty="0"/>
              <a:t>Exam Study Tips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205271" y="2078089"/>
            <a:ext cx="6086145" cy="4279170"/>
          </a:xfrm>
        </p:spPr>
        <p:txBody>
          <a:bodyPr>
            <a:noAutofit/>
          </a:bodyPr>
          <a:lstStyle/>
          <a:p>
            <a:r>
              <a:rPr lang="en-US" altLang="en-US" sz="2000" b="1" dirty="0"/>
              <a:t>Keep up</a:t>
            </a:r>
            <a:r>
              <a:rPr lang="en-US" altLang="en-US" sz="2000" dirty="0"/>
              <a:t> with material – there are many topics! </a:t>
            </a:r>
          </a:p>
          <a:p>
            <a:pPr lvl="1"/>
            <a:r>
              <a:rPr lang="en-US" altLang="en-US" sz="2000" dirty="0"/>
              <a:t>Memorizing journal entries is like chasing your tail. </a:t>
            </a:r>
            <a:r>
              <a:rPr lang="en-US" altLang="en-US" sz="2000" b="1" dirty="0"/>
              <a:t>Understand the concepts</a:t>
            </a:r>
            <a:r>
              <a:rPr lang="en-US" altLang="en-US" sz="2000" dirty="0"/>
              <a:t>, and the entries will follow.</a:t>
            </a:r>
          </a:p>
          <a:p>
            <a:pPr lvl="1"/>
            <a:r>
              <a:rPr lang="en-US" altLang="en-US" sz="2000" dirty="0"/>
              <a:t>The Golden Ratio: 75% understanding, 25% memorizing/formulas/arbitrary things</a:t>
            </a:r>
          </a:p>
          <a:p>
            <a:endParaRPr lang="en-US" altLang="en-US" sz="600" dirty="0"/>
          </a:p>
          <a:p>
            <a:r>
              <a:rPr lang="en-US" altLang="en-US" sz="2000" dirty="0"/>
              <a:t>Work problems first, then check solutions.</a:t>
            </a:r>
          </a:p>
          <a:p>
            <a:endParaRPr lang="en-US" altLang="en-US" sz="600" dirty="0"/>
          </a:p>
          <a:p>
            <a:r>
              <a:rPr lang="en-US" altLang="en-US" sz="2000" dirty="0"/>
              <a:t>Exam studying priorities:</a:t>
            </a:r>
          </a:p>
          <a:p>
            <a:pPr marL="800089" lvl="1" indent="-342900">
              <a:buFont typeface="+mj-lt"/>
              <a:buAutoNum type="arabicPeriod"/>
            </a:pPr>
            <a:r>
              <a:rPr lang="en-US" altLang="en-US" sz="2000" dirty="0"/>
              <a:t>In-Class Problems</a:t>
            </a:r>
          </a:p>
          <a:p>
            <a:pPr marL="800089" lvl="1" indent="-342900">
              <a:buFont typeface="+mj-lt"/>
              <a:buAutoNum type="arabicPeriod"/>
            </a:pPr>
            <a:r>
              <a:rPr lang="en-US" altLang="en-US" sz="2000" dirty="0"/>
              <a:t>Bonus Problems</a:t>
            </a:r>
          </a:p>
          <a:p>
            <a:pPr marL="800089" lvl="1" indent="-342900">
              <a:buFont typeface="+mj-lt"/>
              <a:buAutoNum type="arabicPeriod"/>
            </a:pPr>
            <a:r>
              <a:rPr lang="en-US" altLang="en-US" sz="2000" dirty="0"/>
              <a:t>Homework Problems</a:t>
            </a:r>
          </a:p>
        </p:txBody>
      </p:sp>
      <p:pic>
        <p:nvPicPr>
          <p:cNvPr id="2050" name="Picture 2" descr="How to Limit Your Teenager's Stress During Exam Time - My Ideal College">
            <a:extLst>
              <a:ext uri="{FF2B5EF4-FFF2-40B4-BE49-F238E27FC236}">
                <a16:creationId xmlns:a16="http://schemas.microsoft.com/office/drawing/2014/main" id="{53C09AC1-4B46-F4D2-8BFE-F4B4E9325F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97" r="28004"/>
          <a:stretch/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149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7027C52-EAEF-417D-B99C-DBFD6D134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9400" y="0"/>
            <a:ext cx="11912600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977BDD-F21B-4E52-8FAE-69AA18080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33" t="3964" b="3964"/>
          <a:stretch/>
        </p:blipFill>
        <p:spPr>
          <a:xfrm flipH="1">
            <a:off x="5562194" y="1"/>
            <a:ext cx="6629806" cy="6857999"/>
          </a:xfrm>
          <a:custGeom>
            <a:avLst/>
            <a:gdLst>
              <a:gd name="connsiteX0" fmla="*/ 0 w 7554138"/>
              <a:gd name="connsiteY0" fmla="*/ 0 h 6857999"/>
              <a:gd name="connsiteX1" fmla="*/ 7554138 w 7554138"/>
              <a:gd name="connsiteY1" fmla="*/ 0 h 6857999"/>
              <a:gd name="connsiteX2" fmla="*/ 7554138 w 7554138"/>
              <a:gd name="connsiteY2" fmla="*/ 6857999 h 6857999"/>
              <a:gd name="connsiteX3" fmla="*/ 0 w 755413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FF39A25-DBCE-442D-A2E3-C0FE3312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0073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3E19D9-14EA-42EF-A3C9-FC27EF28A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55098"/>
            <a:ext cx="5760719" cy="47478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6600" kern="120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Let’s walk through Canvas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DC517-E848-4B6F-9607-02024778B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42357" y="1638300"/>
            <a:ext cx="3330531" cy="3581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endParaRPr lang="en-US" sz="32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2237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7027C52-EAEF-417D-B99C-DBFD6D134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9400" y="0"/>
            <a:ext cx="11912600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977BDD-F21B-4E52-8FAE-69AA18080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33" t="3964" b="3964"/>
          <a:stretch/>
        </p:blipFill>
        <p:spPr>
          <a:xfrm flipH="1">
            <a:off x="5562194" y="1"/>
            <a:ext cx="6629806" cy="6857999"/>
          </a:xfrm>
          <a:custGeom>
            <a:avLst/>
            <a:gdLst>
              <a:gd name="connsiteX0" fmla="*/ 0 w 7554138"/>
              <a:gd name="connsiteY0" fmla="*/ 0 h 6857999"/>
              <a:gd name="connsiteX1" fmla="*/ 7554138 w 7554138"/>
              <a:gd name="connsiteY1" fmla="*/ 0 h 6857999"/>
              <a:gd name="connsiteX2" fmla="*/ 7554138 w 7554138"/>
              <a:gd name="connsiteY2" fmla="*/ 6857999 h 6857999"/>
              <a:gd name="connsiteX3" fmla="*/ 0 w 755413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FF39A25-DBCE-442D-A2E3-C0FE3312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0073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3E19D9-14EA-42EF-A3C9-FC27EF28A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55098"/>
            <a:ext cx="5760719" cy="47478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6600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What is our focus?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DC517-E848-4B6F-9607-02024778B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42357" y="1638300"/>
            <a:ext cx="3330531" cy="3581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endParaRPr lang="en-US" sz="32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2614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603599" y="1524000"/>
            <a:ext cx="1447800" cy="58420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Entrepreneur</a:t>
            </a:r>
          </a:p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(idea)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660999" y="1524000"/>
            <a:ext cx="1447800" cy="58420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Owners</a:t>
            </a:r>
          </a:p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(Equity)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4565999" y="1524000"/>
            <a:ext cx="1447800" cy="58420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Creditors</a:t>
            </a:r>
          </a:p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(Debt)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603599" y="2438400"/>
            <a:ext cx="1447800" cy="338138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The Firm</a:t>
            </a:r>
          </a:p>
        </p:txBody>
      </p:sp>
      <p:cxnSp>
        <p:nvCxnSpPr>
          <p:cNvPr id="9" name="Straight Arrow Connector 8"/>
          <p:cNvCxnSpPr>
            <a:cxnSpLocks noChangeShapeType="1"/>
            <a:stCxn id="4" idx="2"/>
            <a:endCxn id="7" idx="0"/>
          </p:cNvCxnSpPr>
          <p:nvPr/>
        </p:nvCxnSpPr>
        <p:spPr bwMode="auto">
          <a:xfrm>
            <a:off x="1327499" y="2108200"/>
            <a:ext cx="0" cy="330200"/>
          </a:xfrm>
          <a:prstGeom prst="straightConnector1">
            <a:avLst/>
          </a:prstGeom>
          <a:noFill/>
          <a:ln w="3175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Rectangle 9"/>
          <p:cNvSpPr/>
          <p:nvPr/>
        </p:nvSpPr>
        <p:spPr bwMode="auto">
          <a:xfrm>
            <a:off x="1594199" y="3460751"/>
            <a:ext cx="1447800" cy="1014413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>
            <a:spAutoFit/>
          </a:bodyPr>
          <a:lstStyle/>
          <a:p>
            <a:pPr algn="ctr">
              <a:defRPr/>
            </a:pPr>
            <a:r>
              <a:rPr lang="en-US" sz="1500" dirty="0">
                <a:solidFill>
                  <a:schemeClr val="tx1"/>
                </a:solidFill>
              </a:rPr>
              <a:t>Investments in land, trucks, technology, etc.</a:t>
            </a:r>
          </a:p>
        </p:txBody>
      </p:sp>
      <p:cxnSp>
        <p:nvCxnSpPr>
          <p:cNvPr id="11" name="Straight Arrow Connector 10"/>
          <p:cNvCxnSpPr>
            <a:cxnSpLocks noChangeShapeType="1"/>
            <a:stCxn id="7" idx="2"/>
            <a:endCxn id="10" idx="1"/>
          </p:cNvCxnSpPr>
          <p:nvPr/>
        </p:nvCxnSpPr>
        <p:spPr bwMode="auto">
          <a:xfrm rot="16200000" flipH="1">
            <a:off x="865537" y="3238501"/>
            <a:ext cx="1190625" cy="266700"/>
          </a:xfrm>
          <a:prstGeom prst="bentConnector2">
            <a:avLst/>
          </a:prstGeom>
          <a:noFill/>
          <a:ln w="3175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146400" y="3352800"/>
            <a:ext cx="1089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$$$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(Investing)</a:t>
            </a:r>
          </a:p>
        </p:txBody>
      </p:sp>
      <p:cxnSp>
        <p:nvCxnSpPr>
          <p:cNvPr id="17" name="Elbow Connector 16"/>
          <p:cNvCxnSpPr>
            <a:cxnSpLocks noChangeShapeType="1"/>
            <a:stCxn id="5" idx="2"/>
            <a:endCxn id="7" idx="3"/>
          </p:cNvCxnSpPr>
          <p:nvPr/>
        </p:nvCxnSpPr>
        <p:spPr bwMode="auto">
          <a:xfrm rot="5400000">
            <a:off x="2468912" y="1690688"/>
            <a:ext cx="498475" cy="1333500"/>
          </a:xfrm>
          <a:prstGeom prst="bentConnector2">
            <a:avLst/>
          </a:prstGeom>
          <a:noFill/>
          <a:ln w="12699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Elbow Connector 19"/>
          <p:cNvCxnSpPr>
            <a:cxnSpLocks noChangeShapeType="1"/>
            <a:stCxn id="6" idx="2"/>
            <a:endCxn id="7" idx="3"/>
          </p:cNvCxnSpPr>
          <p:nvPr/>
        </p:nvCxnSpPr>
        <p:spPr bwMode="auto">
          <a:xfrm rot="5400000">
            <a:off x="3421412" y="738188"/>
            <a:ext cx="498475" cy="3238500"/>
          </a:xfrm>
          <a:prstGeom prst="bentConnector2">
            <a:avLst/>
          </a:prstGeom>
          <a:noFill/>
          <a:ln w="12699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3443637" y="2286000"/>
            <a:ext cx="15033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$$$ (Financing)</a:t>
            </a:r>
          </a:p>
        </p:txBody>
      </p:sp>
      <p:sp>
        <p:nvSpPr>
          <p:cNvPr id="30" name="Rectangle 29"/>
          <p:cNvSpPr/>
          <p:nvPr/>
        </p:nvSpPr>
        <p:spPr bwMode="auto">
          <a:xfrm>
            <a:off x="1594199" y="5011738"/>
            <a:ext cx="1447800" cy="785812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>
            <a:spAutoFit/>
          </a:bodyPr>
          <a:lstStyle/>
          <a:p>
            <a:pPr algn="ctr">
              <a:defRPr/>
            </a:pPr>
            <a:r>
              <a:rPr lang="en-US" sz="1500" dirty="0">
                <a:solidFill>
                  <a:schemeClr val="tx1"/>
                </a:solidFill>
              </a:rPr>
              <a:t>Purchasing, production, marketing, etc.</a:t>
            </a:r>
          </a:p>
        </p:txBody>
      </p:sp>
      <p:cxnSp>
        <p:nvCxnSpPr>
          <p:cNvPr id="32" name="Elbow Connector 31"/>
          <p:cNvCxnSpPr>
            <a:cxnSpLocks noChangeShapeType="1"/>
            <a:stCxn id="7" idx="2"/>
            <a:endCxn id="30" idx="1"/>
          </p:cNvCxnSpPr>
          <p:nvPr/>
        </p:nvCxnSpPr>
        <p:spPr bwMode="auto">
          <a:xfrm rot="16200000" flipH="1">
            <a:off x="146399" y="3957638"/>
            <a:ext cx="2628900" cy="266700"/>
          </a:xfrm>
          <a:prstGeom prst="bentConnector2">
            <a:avLst/>
          </a:prstGeom>
          <a:noFill/>
          <a:ln w="12699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146399" y="5130800"/>
            <a:ext cx="12255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$$$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(Operations)</a:t>
            </a:r>
          </a:p>
        </p:txBody>
      </p:sp>
      <p:sp>
        <p:nvSpPr>
          <p:cNvPr id="35" name="Right Arrow 34"/>
          <p:cNvSpPr>
            <a:spLocks noChangeArrowheads="1"/>
          </p:cNvSpPr>
          <p:nvPr/>
        </p:nvSpPr>
        <p:spPr bwMode="auto">
          <a:xfrm>
            <a:off x="3194399" y="3962400"/>
            <a:ext cx="1676400" cy="1162050"/>
          </a:xfrm>
          <a:prstGeom prst="rightArrow">
            <a:avLst>
              <a:gd name="adj1" fmla="val 50000"/>
              <a:gd name="adj2" fmla="val 49944"/>
            </a:avLst>
          </a:prstGeom>
          <a:noFill/>
          <a:ln w="12699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Times New Roman" panose="02020603050405020304" pitchFamily="18" charset="0"/>
              </a:rPr>
              <a:t>Accounting Process</a:t>
            </a:r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5175599" y="3516313"/>
            <a:ext cx="609600" cy="838200"/>
            <a:chOff x="5867400" y="4114800"/>
            <a:chExt cx="914400" cy="1295400"/>
          </a:xfrm>
        </p:grpSpPr>
        <p:sp>
          <p:nvSpPr>
            <p:cNvPr id="37971" name="Rectangle 44"/>
            <p:cNvSpPr>
              <a:spLocks noChangeArrowheads="1"/>
            </p:cNvSpPr>
            <p:nvPr/>
          </p:nvSpPr>
          <p:spPr bwMode="auto">
            <a:xfrm>
              <a:off x="5867400" y="4114800"/>
              <a:ext cx="914400" cy="1295400"/>
            </a:xfrm>
            <a:prstGeom prst="rect">
              <a:avLst/>
            </a:prstGeom>
            <a:solidFill>
              <a:schemeClr val="bg1"/>
            </a:solidFill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Neue MediumCond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200">
                <a:latin typeface="Times New Roman" panose="02020603050405020304" pitchFamily="18" charset="0"/>
              </a:endParaRPr>
            </a:p>
          </p:txBody>
        </p:sp>
        <p:cxnSp>
          <p:nvCxnSpPr>
            <p:cNvPr id="37972" name="Straight Connector 46"/>
            <p:cNvCxnSpPr>
              <a:cxnSpLocks noChangeShapeType="1"/>
            </p:cNvCxnSpPr>
            <p:nvPr/>
          </p:nvCxnSpPr>
          <p:spPr bwMode="auto">
            <a:xfrm>
              <a:off x="5943600" y="4267200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73" name="Straight Connector 47"/>
            <p:cNvCxnSpPr>
              <a:cxnSpLocks noChangeShapeType="1"/>
            </p:cNvCxnSpPr>
            <p:nvPr/>
          </p:nvCxnSpPr>
          <p:spPr bwMode="auto">
            <a:xfrm>
              <a:off x="5943600" y="4419600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74" name="Straight Connector 48"/>
            <p:cNvCxnSpPr>
              <a:cxnSpLocks noChangeShapeType="1"/>
            </p:cNvCxnSpPr>
            <p:nvPr/>
          </p:nvCxnSpPr>
          <p:spPr bwMode="auto">
            <a:xfrm>
              <a:off x="5943600" y="45704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75" name="Straight Connector 49"/>
            <p:cNvCxnSpPr>
              <a:cxnSpLocks noChangeShapeType="1"/>
            </p:cNvCxnSpPr>
            <p:nvPr/>
          </p:nvCxnSpPr>
          <p:spPr bwMode="auto">
            <a:xfrm>
              <a:off x="5943600" y="47228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76" name="Straight Connector 50"/>
            <p:cNvCxnSpPr>
              <a:cxnSpLocks noChangeShapeType="1"/>
            </p:cNvCxnSpPr>
            <p:nvPr/>
          </p:nvCxnSpPr>
          <p:spPr bwMode="auto">
            <a:xfrm>
              <a:off x="5943600" y="48752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77" name="Straight Connector 51"/>
            <p:cNvCxnSpPr>
              <a:cxnSpLocks noChangeShapeType="1"/>
            </p:cNvCxnSpPr>
            <p:nvPr/>
          </p:nvCxnSpPr>
          <p:spPr bwMode="auto">
            <a:xfrm>
              <a:off x="5943600" y="50276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78" name="Straight Connector 52"/>
            <p:cNvCxnSpPr>
              <a:cxnSpLocks noChangeShapeType="1"/>
            </p:cNvCxnSpPr>
            <p:nvPr/>
          </p:nvCxnSpPr>
          <p:spPr bwMode="auto">
            <a:xfrm>
              <a:off x="5943600" y="51800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79" name="Straight Connector 53"/>
            <p:cNvCxnSpPr>
              <a:cxnSpLocks noChangeShapeType="1"/>
            </p:cNvCxnSpPr>
            <p:nvPr/>
          </p:nvCxnSpPr>
          <p:spPr bwMode="auto">
            <a:xfrm>
              <a:off x="5943600" y="53324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Group 67"/>
          <p:cNvGrpSpPr>
            <a:grpSpLocks/>
          </p:cNvGrpSpPr>
          <p:nvPr/>
        </p:nvGrpSpPr>
        <p:grpSpPr bwMode="auto">
          <a:xfrm>
            <a:off x="5251799" y="3668713"/>
            <a:ext cx="609600" cy="838200"/>
            <a:chOff x="5867400" y="4114800"/>
            <a:chExt cx="914400" cy="1295400"/>
          </a:xfrm>
        </p:grpSpPr>
        <p:sp>
          <p:nvSpPr>
            <p:cNvPr id="37962" name="Rectangle 68"/>
            <p:cNvSpPr>
              <a:spLocks noChangeArrowheads="1"/>
            </p:cNvSpPr>
            <p:nvPr/>
          </p:nvSpPr>
          <p:spPr bwMode="auto">
            <a:xfrm>
              <a:off x="5867400" y="4114800"/>
              <a:ext cx="914400" cy="1295400"/>
            </a:xfrm>
            <a:prstGeom prst="rect">
              <a:avLst/>
            </a:prstGeom>
            <a:solidFill>
              <a:schemeClr val="bg1"/>
            </a:solidFill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Neue MediumCond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200">
                <a:latin typeface="Times New Roman" panose="02020603050405020304" pitchFamily="18" charset="0"/>
              </a:endParaRPr>
            </a:p>
          </p:txBody>
        </p:sp>
        <p:cxnSp>
          <p:nvCxnSpPr>
            <p:cNvPr id="37963" name="Straight Connector 69"/>
            <p:cNvCxnSpPr>
              <a:cxnSpLocks noChangeShapeType="1"/>
            </p:cNvCxnSpPr>
            <p:nvPr/>
          </p:nvCxnSpPr>
          <p:spPr bwMode="auto">
            <a:xfrm>
              <a:off x="5943600" y="4267200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64" name="Straight Connector 70"/>
            <p:cNvCxnSpPr>
              <a:cxnSpLocks noChangeShapeType="1"/>
            </p:cNvCxnSpPr>
            <p:nvPr/>
          </p:nvCxnSpPr>
          <p:spPr bwMode="auto">
            <a:xfrm>
              <a:off x="5943600" y="4419600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65" name="Straight Connector 71"/>
            <p:cNvCxnSpPr>
              <a:cxnSpLocks noChangeShapeType="1"/>
            </p:cNvCxnSpPr>
            <p:nvPr/>
          </p:nvCxnSpPr>
          <p:spPr bwMode="auto">
            <a:xfrm>
              <a:off x="5943600" y="45704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66" name="Straight Connector 72"/>
            <p:cNvCxnSpPr>
              <a:cxnSpLocks noChangeShapeType="1"/>
            </p:cNvCxnSpPr>
            <p:nvPr/>
          </p:nvCxnSpPr>
          <p:spPr bwMode="auto">
            <a:xfrm>
              <a:off x="5943600" y="47228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67" name="Straight Connector 73"/>
            <p:cNvCxnSpPr>
              <a:cxnSpLocks noChangeShapeType="1"/>
            </p:cNvCxnSpPr>
            <p:nvPr/>
          </p:nvCxnSpPr>
          <p:spPr bwMode="auto">
            <a:xfrm>
              <a:off x="5943600" y="48752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68" name="Straight Connector 74"/>
            <p:cNvCxnSpPr>
              <a:cxnSpLocks noChangeShapeType="1"/>
            </p:cNvCxnSpPr>
            <p:nvPr/>
          </p:nvCxnSpPr>
          <p:spPr bwMode="auto">
            <a:xfrm>
              <a:off x="5943600" y="50276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69" name="Straight Connector 75"/>
            <p:cNvCxnSpPr>
              <a:cxnSpLocks noChangeShapeType="1"/>
            </p:cNvCxnSpPr>
            <p:nvPr/>
          </p:nvCxnSpPr>
          <p:spPr bwMode="auto">
            <a:xfrm>
              <a:off x="5943600" y="51800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70" name="Straight Connector 76"/>
            <p:cNvCxnSpPr>
              <a:cxnSpLocks noChangeShapeType="1"/>
            </p:cNvCxnSpPr>
            <p:nvPr/>
          </p:nvCxnSpPr>
          <p:spPr bwMode="auto">
            <a:xfrm>
              <a:off x="5943600" y="53324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" name="Group 77"/>
          <p:cNvGrpSpPr>
            <a:grpSpLocks/>
          </p:cNvGrpSpPr>
          <p:nvPr/>
        </p:nvGrpSpPr>
        <p:grpSpPr bwMode="auto">
          <a:xfrm>
            <a:off x="5327999" y="3733800"/>
            <a:ext cx="609600" cy="838200"/>
            <a:chOff x="5867400" y="4114800"/>
            <a:chExt cx="914400" cy="1295400"/>
          </a:xfrm>
        </p:grpSpPr>
        <p:sp>
          <p:nvSpPr>
            <p:cNvPr id="37953" name="Rectangle 78"/>
            <p:cNvSpPr>
              <a:spLocks noChangeArrowheads="1"/>
            </p:cNvSpPr>
            <p:nvPr/>
          </p:nvSpPr>
          <p:spPr bwMode="auto">
            <a:xfrm>
              <a:off x="5867400" y="4114800"/>
              <a:ext cx="914400" cy="1295400"/>
            </a:xfrm>
            <a:prstGeom prst="rect">
              <a:avLst/>
            </a:prstGeom>
            <a:solidFill>
              <a:schemeClr val="bg1"/>
            </a:solidFill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Neue MediumCond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200">
                <a:latin typeface="Times New Roman" panose="02020603050405020304" pitchFamily="18" charset="0"/>
              </a:endParaRPr>
            </a:p>
          </p:txBody>
        </p:sp>
        <p:cxnSp>
          <p:nvCxnSpPr>
            <p:cNvPr id="37954" name="Straight Connector 79"/>
            <p:cNvCxnSpPr>
              <a:cxnSpLocks noChangeShapeType="1"/>
            </p:cNvCxnSpPr>
            <p:nvPr/>
          </p:nvCxnSpPr>
          <p:spPr bwMode="auto">
            <a:xfrm>
              <a:off x="5943600" y="4267200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55" name="Straight Connector 80"/>
            <p:cNvCxnSpPr>
              <a:cxnSpLocks noChangeShapeType="1"/>
            </p:cNvCxnSpPr>
            <p:nvPr/>
          </p:nvCxnSpPr>
          <p:spPr bwMode="auto">
            <a:xfrm>
              <a:off x="5943600" y="4419600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56" name="Straight Connector 81"/>
            <p:cNvCxnSpPr>
              <a:cxnSpLocks noChangeShapeType="1"/>
            </p:cNvCxnSpPr>
            <p:nvPr/>
          </p:nvCxnSpPr>
          <p:spPr bwMode="auto">
            <a:xfrm>
              <a:off x="5943600" y="45704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57" name="Straight Connector 82"/>
            <p:cNvCxnSpPr>
              <a:cxnSpLocks noChangeShapeType="1"/>
            </p:cNvCxnSpPr>
            <p:nvPr/>
          </p:nvCxnSpPr>
          <p:spPr bwMode="auto">
            <a:xfrm>
              <a:off x="5943600" y="47228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58" name="Straight Connector 83"/>
            <p:cNvCxnSpPr>
              <a:cxnSpLocks noChangeShapeType="1"/>
            </p:cNvCxnSpPr>
            <p:nvPr/>
          </p:nvCxnSpPr>
          <p:spPr bwMode="auto">
            <a:xfrm>
              <a:off x="5943600" y="48752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59" name="Straight Connector 84"/>
            <p:cNvCxnSpPr>
              <a:cxnSpLocks noChangeShapeType="1"/>
            </p:cNvCxnSpPr>
            <p:nvPr/>
          </p:nvCxnSpPr>
          <p:spPr bwMode="auto">
            <a:xfrm>
              <a:off x="5943600" y="50276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60" name="Straight Connector 85"/>
            <p:cNvCxnSpPr>
              <a:cxnSpLocks noChangeShapeType="1"/>
            </p:cNvCxnSpPr>
            <p:nvPr/>
          </p:nvCxnSpPr>
          <p:spPr bwMode="auto">
            <a:xfrm>
              <a:off x="5943600" y="51800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61" name="Straight Connector 86"/>
            <p:cNvCxnSpPr>
              <a:cxnSpLocks noChangeShapeType="1"/>
            </p:cNvCxnSpPr>
            <p:nvPr/>
          </p:nvCxnSpPr>
          <p:spPr bwMode="auto">
            <a:xfrm>
              <a:off x="5943600" y="53324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0" name="Rectangle 89"/>
          <p:cNvSpPr/>
          <p:nvPr/>
        </p:nvSpPr>
        <p:spPr bwMode="auto">
          <a:xfrm>
            <a:off x="4413599" y="3124200"/>
            <a:ext cx="2362200" cy="338138"/>
          </a:xfrm>
          <a:prstGeom prst="rect">
            <a:avLst/>
          </a:prstGeom>
          <a:noFill/>
          <a:ln w="3175">
            <a:noFill/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Financial Statements</a:t>
            </a:r>
          </a:p>
        </p:txBody>
      </p:sp>
      <p:sp>
        <p:nvSpPr>
          <p:cNvPr id="91" name="Rectangle 90"/>
          <p:cNvSpPr/>
          <p:nvPr/>
        </p:nvSpPr>
        <p:spPr bwMode="auto">
          <a:xfrm>
            <a:off x="7156799" y="3057525"/>
            <a:ext cx="1447800" cy="338138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Owners</a:t>
            </a:r>
          </a:p>
        </p:txBody>
      </p:sp>
      <p:sp>
        <p:nvSpPr>
          <p:cNvPr id="92" name="Rectangle 91"/>
          <p:cNvSpPr/>
          <p:nvPr/>
        </p:nvSpPr>
        <p:spPr bwMode="auto">
          <a:xfrm>
            <a:off x="7156799" y="3532189"/>
            <a:ext cx="1447800" cy="338137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Creditors</a:t>
            </a:r>
          </a:p>
        </p:txBody>
      </p:sp>
      <p:sp>
        <p:nvSpPr>
          <p:cNvPr id="93" name="Rectangle 92"/>
          <p:cNvSpPr/>
          <p:nvPr/>
        </p:nvSpPr>
        <p:spPr bwMode="auto">
          <a:xfrm>
            <a:off x="7156799" y="3989389"/>
            <a:ext cx="1447800" cy="338137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Regulators</a:t>
            </a:r>
          </a:p>
        </p:txBody>
      </p:sp>
      <p:sp>
        <p:nvSpPr>
          <p:cNvPr id="94" name="Rectangle 93"/>
          <p:cNvSpPr/>
          <p:nvPr/>
        </p:nvSpPr>
        <p:spPr bwMode="auto">
          <a:xfrm>
            <a:off x="7156799" y="4446589"/>
            <a:ext cx="1447800" cy="338137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Activists</a:t>
            </a:r>
          </a:p>
        </p:txBody>
      </p:sp>
      <p:sp>
        <p:nvSpPr>
          <p:cNvPr id="95" name="Rectangle 94"/>
          <p:cNvSpPr/>
          <p:nvPr/>
        </p:nvSpPr>
        <p:spPr bwMode="auto">
          <a:xfrm>
            <a:off x="7156799" y="4903789"/>
            <a:ext cx="1447800" cy="338137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Employees</a:t>
            </a:r>
          </a:p>
        </p:txBody>
      </p:sp>
      <p:grpSp>
        <p:nvGrpSpPr>
          <p:cNvPr id="12" name="Group 98"/>
          <p:cNvGrpSpPr>
            <a:grpSpLocks/>
          </p:cNvGrpSpPr>
          <p:nvPr/>
        </p:nvGrpSpPr>
        <p:grpSpPr bwMode="auto">
          <a:xfrm>
            <a:off x="5251799" y="5116513"/>
            <a:ext cx="609600" cy="838200"/>
            <a:chOff x="5867400" y="4114800"/>
            <a:chExt cx="914400" cy="1295400"/>
          </a:xfrm>
        </p:grpSpPr>
        <p:sp>
          <p:nvSpPr>
            <p:cNvPr id="37944" name="Rectangle 99"/>
            <p:cNvSpPr>
              <a:spLocks noChangeArrowheads="1"/>
            </p:cNvSpPr>
            <p:nvPr/>
          </p:nvSpPr>
          <p:spPr bwMode="auto">
            <a:xfrm>
              <a:off x="5867400" y="4114800"/>
              <a:ext cx="914400" cy="1295400"/>
            </a:xfrm>
            <a:prstGeom prst="rect">
              <a:avLst/>
            </a:prstGeom>
            <a:solidFill>
              <a:schemeClr val="bg1"/>
            </a:solidFill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Neue MediumCond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200">
                <a:latin typeface="Times New Roman" panose="02020603050405020304" pitchFamily="18" charset="0"/>
              </a:endParaRPr>
            </a:p>
          </p:txBody>
        </p:sp>
        <p:cxnSp>
          <p:nvCxnSpPr>
            <p:cNvPr id="37945" name="Straight Connector 100"/>
            <p:cNvCxnSpPr>
              <a:cxnSpLocks noChangeShapeType="1"/>
            </p:cNvCxnSpPr>
            <p:nvPr/>
          </p:nvCxnSpPr>
          <p:spPr bwMode="auto">
            <a:xfrm>
              <a:off x="5943600" y="4267200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46" name="Straight Connector 101"/>
            <p:cNvCxnSpPr>
              <a:cxnSpLocks noChangeShapeType="1"/>
            </p:cNvCxnSpPr>
            <p:nvPr/>
          </p:nvCxnSpPr>
          <p:spPr bwMode="auto">
            <a:xfrm>
              <a:off x="5943600" y="4419600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47" name="Straight Connector 102"/>
            <p:cNvCxnSpPr>
              <a:cxnSpLocks noChangeShapeType="1"/>
            </p:cNvCxnSpPr>
            <p:nvPr/>
          </p:nvCxnSpPr>
          <p:spPr bwMode="auto">
            <a:xfrm>
              <a:off x="5943600" y="45704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48" name="Straight Connector 103"/>
            <p:cNvCxnSpPr>
              <a:cxnSpLocks noChangeShapeType="1"/>
            </p:cNvCxnSpPr>
            <p:nvPr/>
          </p:nvCxnSpPr>
          <p:spPr bwMode="auto">
            <a:xfrm>
              <a:off x="5943600" y="47228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49" name="Straight Connector 104"/>
            <p:cNvCxnSpPr>
              <a:cxnSpLocks noChangeShapeType="1"/>
            </p:cNvCxnSpPr>
            <p:nvPr/>
          </p:nvCxnSpPr>
          <p:spPr bwMode="auto">
            <a:xfrm>
              <a:off x="5943600" y="48752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50" name="Straight Connector 105"/>
            <p:cNvCxnSpPr>
              <a:cxnSpLocks noChangeShapeType="1"/>
            </p:cNvCxnSpPr>
            <p:nvPr/>
          </p:nvCxnSpPr>
          <p:spPr bwMode="auto">
            <a:xfrm>
              <a:off x="5943600" y="50276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51" name="Straight Connector 106"/>
            <p:cNvCxnSpPr>
              <a:cxnSpLocks noChangeShapeType="1"/>
            </p:cNvCxnSpPr>
            <p:nvPr/>
          </p:nvCxnSpPr>
          <p:spPr bwMode="auto">
            <a:xfrm>
              <a:off x="5943600" y="51800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52" name="Straight Connector 107"/>
            <p:cNvCxnSpPr>
              <a:cxnSpLocks noChangeShapeType="1"/>
            </p:cNvCxnSpPr>
            <p:nvPr/>
          </p:nvCxnSpPr>
          <p:spPr bwMode="auto">
            <a:xfrm>
              <a:off x="5943600" y="53324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3" name="Group 108"/>
          <p:cNvGrpSpPr>
            <a:grpSpLocks/>
          </p:cNvGrpSpPr>
          <p:nvPr/>
        </p:nvGrpSpPr>
        <p:grpSpPr bwMode="auto">
          <a:xfrm>
            <a:off x="5327999" y="5268913"/>
            <a:ext cx="609600" cy="838200"/>
            <a:chOff x="5867400" y="4114800"/>
            <a:chExt cx="914400" cy="1295400"/>
          </a:xfrm>
        </p:grpSpPr>
        <p:sp>
          <p:nvSpPr>
            <p:cNvPr id="37935" name="Rectangle 109"/>
            <p:cNvSpPr>
              <a:spLocks noChangeArrowheads="1"/>
            </p:cNvSpPr>
            <p:nvPr/>
          </p:nvSpPr>
          <p:spPr bwMode="auto">
            <a:xfrm>
              <a:off x="5867400" y="4114800"/>
              <a:ext cx="914400" cy="1295400"/>
            </a:xfrm>
            <a:prstGeom prst="rect">
              <a:avLst/>
            </a:prstGeom>
            <a:solidFill>
              <a:schemeClr val="bg1"/>
            </a:solidFill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Neue MediumCond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200">
                <a:latin typeface="Times New Roman" panose="02020603050405020304" pitchFamily="18" charset="0"/>
              </a:endParaRPr>
            </a:p>
          </p:txBody>
        </p:sp>
        <p:cxnSp>
          <p:nvCxnSpPr>
            <p:cNvPr id="37936" name="Straight Connector 110"/>
            <p:cNvCxnSpPr>
              <a:cxnSpLocks noChangeShapeType="1"/>
            </p:cNvCxnSpPr>
            <p:nvPr/>
          </p:nvCxnSpPr>
          <p:spPr bwMode="auto">
            <a:xfrm>
              <a:off x="5943600" y="4267200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37" name="Straight Connector 111"/>
            <p:cNvCxnSpPr>
              <a:cxnSpLocks noChangeShapeType="1"/>
            </p:cNvCxnSpPr>
            <p:nvPr/>
          </p:nvCxnSpPr>
          <p:spPr bwMode="auto">
            <a:xfrm>
              <a:off x="5943600" y="4419600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38" name="Straight Connector 112"/>
            <p:cNvCxnSpPr>
              <a:cxnSpLocks noChangeShapeType="1"/>
            </p:cNvCxnSpPr>
            <p:nvPr/>
          </p:nvCxnSpPr>
          <p:spPr bwMode="auto">
            <a:xfrm>
              <a:off x="5943600" y="45704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39" name="Straight Connector 113"/>
            <p:cNvCxnSpPr>
              <a:cxnSpLocks noChangeShapeType="1"/>
            </p:cNvCxnSpPr>
            <p:nvPr/>
          </p:nvCxnSpPr>
          <p:spPr bwMode="auto">
            <a:xfrm>
              <a:off x="5943600" y="47228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40" name="Straight Connector 114"/>
            <p:cNvCxnSpPr>
              <a:cxnSpLocks noChangeShapeType="1"/>
            </p:cNvCxnSpPr>
            <p:nvPr/>
          </p:nvCxnSpPr>
          <p:spPr bwMode="auto">
            <a:xfrm>
              <a:off x="5943600" y="48752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41" name="Straight Connector 115"/>
            <p:cNvCxnSpPr>
              <a:cxnSpLocks noChangeShapeType="1"/>
            </p:cNvCxnSpPr>
            <p:nvPr/>
          </p:nvCxnSpPr>
          <p:spPr bwMode="auto">
            <a:xfrm>
              <a:off x="5943600" y="50276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42" name="Straight Connector 116"/>
            <p:cNvCxnSpPr>
              <a:cxnSpLocks noChangeShapeType="1"/>
            </p:cNvCxnSpPr>
            <p:nvPr/>
          </p:nvCxnSpPr>
          <p:spPr bwMode="auto">
            <a:xfrm>
              <a:off x="5943600" y="51800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43" name="Straight Connector 117"/>
            <p:cNvCxnSpPr>
              <a:cxnSpLocks noChangeShapeType="1"/>
            </p:cNvCxnSpPr>
            <p:nvPr/>
          </p:nvCxnSpPr>
          <p:spPr bwMode="auto">
            <a:xfrm>
              <a:off x="5943600" y="53324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5" name="Group 118"/>
          <p:cNvGrpSpPr>
            <a:grpSpLocks/>
          </p:cNvGrpSpPr>
          <p:nvPr/>
        </p:nvGrpSpPr>
        <p:grpSpPr bwMode="auto">
          <a:xfrm>
            <a:off x="5404199" y="5334000"/>
            <a:ext cx="609600" cy="838200"/>
            <a:chOff x="5867400" y="4114800"/>
            <a:chExt cx="914400" cy="1295400"/>
          </a:xfrm>
        </p:grpSpPr>
        <p:sp>
          <p:nvSpPr>
            <p:cNvPr id="37926" name="Rectangle 119"/>
            <p:cNvSpPr>
              <a:spLocks noChangeArrowheads="1"/>
            </p:cNvSpPr>
            <p:nvPr/>
          </p:nvSpPr>
          <p:spPr bwMode="auto">
            <a:xfrm>
              <a:off x="5867400" y="4114800"/>
              <a:ext cx="914400" cy="1295400"/>
            </a:xfrm>
            <a:prstGeom prst="rect">
              <a:avLst/>
            </a:prstGeom>
            <a:solidFill>
              <a:schemeClr val="bg1"/>
            </a:solidFill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Neue MediumCond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200">
                <a:latin typeface="Times New Roman" panose="02020603050405020304" pitchFamily="18" charset="0"/>
              </a:endParaRPr>
            </a:p>
          </p:txBody>
        </p:sp>
        <p:cxnSp>
          <p:nvCxnSpPr>
            <p:cNvPr id="37927" name="Straight Connector 120"/>
            <p:cNvCxnSpPr>
              <a:cxnSpLocks noChangeShapeType="1"/>
            </p:cNvCxnSpPr>
            <p:nvPr/>
          </p:nvCxnSpPr>
          <p:spPr bwMode="auto">
            <a:xfrm>
              <a:off x="5943600" y="4267200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28" name="Straight Connector 121"/>
            <p:cNvCxnSpPr>
              <a:cxnSpLocks noChangeShapeType="1"/>
            </p:cNvCxnSpPr>
            <p:nvPr/>
          </p:nvCxnSpPr>
          <p:spPr bwMode="auto">
            <a:xfrm>
              <a:off x="5943600" y="4419600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29" name="Straight Connector 122"/>
            <p:cNvCxnSpPr>
              <a:cxnSpLocks noChangeShapeType="1"/>
            </p:cNvCxnSpPr>
            <p:nvPr/>
          </p:nvCxnSpPr>
          <p:spPr bwMode="auto">
            <a:xfrm>
              <a:off x="5943600" y="45704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30" name="Straight Connector 123"/>
            <p:cNvCxnSpPr>
              <a:cxnSpLocks noChangeShapeType="1"/>
            </p:cNvCxnSpPr>
            <p:nvPr/>
          </p:nvCxnSpPr>
          <p:spPr bwMode="auto">
            <a:xfrm>
              <a:off x="5943600" y="47228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31" name="Straight Connector 124"/>
            <p:cNvCxnSpPr>
              <a:cxnSpLocks noChangeShapeType="1"/>
            </p:cNvCxnSpPr>
            <p:nvPr/>
          </p:nvCxnSpPr>
          <p:spPr bwMode="auto">
            <a:xfrm>
              <a:off x="5943600" y="48752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32" name="Straight Connector 125"/>
            <p:cNvCxnSpPr>
              <a:cxnSpLocks noChangeShapeType="1"/>
            </p:cNvCxnSpPr>
            <p:nvPr/>
          </p:nvCxnSpPr>
          <p:spPr bwMode="auto">
            <a:xfrm>
              <a:off x="5943600" y="50276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33" name="Straight Connector 126"/>
            <p:cNvCxnSpPr>
              <a:cxnSpLocks noChangeShapeType="1"/>
            </p:cNvCxnSpPr>
            <p:nvPr/>
          </p:nvCxnSpPr>
          <p:spPr bwMode="auto">
            <a:xfrm>
              <a:off x="5943600" y="51800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34" name="Straight Connector 127"/>
            <p:cNvCxnSpPr>
              <a:cxnSpLocks noChangeShapeType="1"/>
            </p:cNvCxnSpPr>
            <p:nvPr/>
          </p:nvCxnSpPr>
          <p:spPr bwMode="auto">
            <a:xfrm>
              <a:off x="5943600" y="5332412"/>
              <a:ext cx="762000" cy="1588"/>
            </a:xfrm>
            <a:prstGeom prst="line">
              <a:avLst/>
            </a:prstGeom>
            <a:noFill/>
            <a:ln w="12699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9" name="Rectangle 128"/>
          <p:cNvSpPr/>
          <p:nvPr/>
        </p:nvSpPr>
        <p:spPr bwMode="auto">
          <a:xfrm>
            <a:off x="4413599" y="4724400"/>
            <a:ext cx="2438400" cy="338138"/>
          </a:xfrm>
          <a:prstGeom prst="rect">
            <a:avLst/>
          </a:prstGeom>
          <a:noFill/>
          <a:ln w="3175">
            <a:noFill/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Other information</a:t>
            </a:r>
          </a:p>
        </p:txBody>
      </p:sp>
      <p:sp>
        <p:nvSpPr>
          <p:cNvPr id="131" name="Right Brace 130"/>
          <p:cNvSpPr>
            <a:spLocks/>
          </p:cNvSpPr>
          <p:nvPr/>
        </p:nvSpPr>
        <p:spPr bwMode="auto">
          <a:xfrm>
            <a:off x="6547199" y="3051175"/>
            <a:ext cx="457200" cy="3352800"/>
          </a:xfrm>
          <a:prstGeom prst="rightBrace">
            <a:avLst>
              <a:gd name="adj1" fmla="val 8318"/>
              <a:gd name="adj2" fmla="val 50000"/>
            </a:avLst>
          </a:prstGeom>
          <a:noFill/>
          <a:ln w="12699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791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Financial Reporting Process</a:t>
            </a:r>
          </a:p>
        </p:txBody>
      </p:sp>
      <p:sp>
        <p:nvSpPr>
          <p:cNvPr id="134" name="Rectangle 133"/>
          <p:cNvSpPr/>
          <p:nvPr/>
        </p:nvSpPr>
        <p:spPr bwMode="auto">
          <a:xfrm>
            <a:off x="7156799" y="5365750"/>
            <a:ext cx="1447800" cy="338138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Competitors</a:t>
            </a:r>
          </a:p>
        </p:txBody>
      </p:sp>
      <p:sp>
        <p:nvSpPr>
          <p:cNvPr id="13345" name="TextBox 87"/>
          <p:cNvSpPr txBox="1">
            <a:spLocks noChangeArrowheads="1"/>
          </p:cNvSpPr>
          <p:nvPr/>
        </p:nvSpPr>
        <p:spPr bwMode="auto">
          <a:xfrm>
            <a:off x="1678338" y="3092450"/>
            <a:ext cx="13668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i="1">
                <a:latin typeface="Times New Roman" panose="02020603050405020304" pitchFamily="18" charset="0"/>
              </a:rPr>
              <a:t>Infrastructure</a:t>
            </a:r>
          </a:p>
        </p:txBody>
      </p:sp>
      <p:sp>
        <p:nvSpPr>
          <p:cNvPr id="13346" name="TextBox 88"/>
          <p:cNvSpPr txBox="1">
            <a:spLocks noChangeArrowheads="1"/>
          </p:cNvSpPr>
          <p:nvPr/>
        </p:nvSpPr>
        <p:spPr bwMode="auto">
          <a:xfrm>
            <a:off x="1649763" y="4564064"/>
            <a:ext cx="13668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i="1">
                <a:latin typeface="Times New Roman" panose="02020603050405020304" pitchFamily="18" charset="0"/>
              </a:rPr>
              <a:t>Day-to-day</a:t>
            </a:r>
          </a:p>
        </p:txBody>
      </p:sp>
      <p:sp>
        <p:nvSpPr>
          <p:cNvPr id="96" name="Rectangle 95"/>
          <p:cNvSpPr/>
          <p:nvPr/>
        </p:nvSpPr>
        <p:spPr bwMode="auto">
          <a:xfrm>
            <a:off x="7158387" y="5816600"/>
            <a:ext cx="1447800" cy="58420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Customers &amp; Suppliers</a:t>
            </a:r>
          </a:p>
        </p:txBody>
      </p:sp>
      <p:sp>
        <p:nvSpPr>
          <p:cNvPr id="13348" name="TextBox 96"/>
          <p:cNvSpPr txBox="1">
            <a:spLocks noChangeArrowheads="1"/>
          </p:cNvSpPr>
          <p:nvPr/>
        </p:nvSpPr>
        <p:spPr bwMode="auto">
          <a:xfrm>
            <a:off x="7094888" y="2703514"/>
            <a:ext cx="15589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i="1">
                <a:latin typeface="Times New Roman" panose="02020603050405020304" pitchFamily="18" charset="0"/>
              </a:rPr>
              <a:t>External Parties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CB9FC77-A0F1-6DCD-04B5-E78198D33F83}"/>
              </a:ext>
            </a:extLst>
          </p:cNvPr>
          <p:cNvSpPr/>
          <p:nvPr/>
        </p:nvSpPr>
        <p:spPr>
          <a:xfrm>
            <a:off x="3097562" y="3768353"/>
            <a:ext cx="1807551" cy="150056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5F6FA23-150C-01FA-298D-CB25027E104C}"/>
              </a:ext>
            </a:extLst>
          </p:cNvPr>
          <p:cNvSpPr/>
          <p:nvPr/>
        </p:nvSpPr>
        <p:spPr>
          <a:xfrm>
            <a:off x="4541130" y="3003592"/>
            <a:ext cx="2120137" cy="1774361"/>
          </a:xfrm>
          <a:custGeom>
            <a:avLst/>
            <a:gdLst>
              <a:gd name="connsiteX0" fmla="*/ 61148 w 2120137"/>
              <a:gd name="connsiteY0" fmla="*/ 66612 h 1774361"/>
              <a:gd name="connsiteX1" fmla="*/ 279151 w 2120137"/>
              <a:gd name="connsiteY1" fmla="*/ 78723 h 1774361"/>
              <a:gd name="connsiteX2" fmla="*/ 497153 w 2120137"/>
              <a:gd name="connsiteY2" fmla="*/ 66612 h 1774361"/>
              <a:gd name="connsiteX3" fmla="*/ 860491 w 2120137"/>
              <a:gd name="connsiteY3" fmla="*/ 54501 h 1774361"/>
              <a:gd name="connsiteX4" fmla="*/ 1235940 w 2120137"/>
              <a:gd name="connsiteY4" fmla="*/ 60556 h 1774361"/>
              <a:gd name="connsiteX5" fmla="*/ 1308608 w 2120137"/>
              <a:gd name="connsiteY5" fmla="*/ 78723 h 1774361"/>
              <a:gd name="connsiteX6" fmla="*/ 1459998 w 2120137"/>
              <a:gd name="connsiteY6" fmla="*/ 84779 h 1774361"/>
              <a:gd name="connsiteX7" fmla="*/ 1532666 w 2120137"/>
              <a:gd name="connsiteY7" fmla="*/ 90834 h 1774361"/>
              <a:gd name="connsiteX8" fmla="*/ 1914171 w 2120137"/>
              <a:gd name="connsiteY8" fmla="*/ 102946 h 1774361"/>
              <a:gd name="connsiteX9" fmla="*/ 2017116 w 2120137"/>
              <a:gd name="connsiteY9" fmla="*/ 145335 h 1774361"/>
              <a:gd name="connsiteX10" fmla="*/ 2071617 w 2120137"/>
              <a:gd name="connsiteY10" fmla="*/ 187725 h 1774361"/>
              <a:gd name="connsiteX11" fmla="*/ 2095840 w 2120137"/>
              <a:gd name="connsiteY11" fmla="*/ 230114 h 1774361"/>
              <a:gd name="connsiteX12" fmla="*/ 2120062 w 2120137"/>
              <a:gd name="connsiteY12" fmla="*/ 266448 h 1774361"/>
              <a:gd name="connsiteX13" fmla="*/ 2071617 w 2120137"/>
              <a:gd name="connsiteY13" fmla="*/ 484450 h 1774361"/>
              <a:gd name="connsiteX14" fmla="*/ 1974727 w 2120137"/>
              <a:gd name="connsiteY14" fmla="*/ 538951 h 1774361"/>
              <a:gd name="connsiteX15" fmla="*/ 1877837 w 2120137"/>
              <a:gd name="connsiteY15" fmla="*/ 617674 h 1774361"/>
              <a:gd name="connsiteX16" fmla="*/ 1750669 w 2120137"/>
              <a:gd name="connsiteY16" fmla="*/ 720620 h 1774361"/>
              <a:gd name="connsiteX17" fmla="*/ 1702224 w 2120137"/>
              <a:gd name="connsiteY17" fmla="*/ 878066 h 1774361"/>
              <a:gd name="connsiteX18" fmla="*/ 1659834 w 2120137"/>
              <a:gd name="connsiteY18" fmla="*/ 999179 h 1774361"/>
              <a:gd name="connsiteX19" fmla="*/ 1605334 w 2120137"/>
              <a:gd name="connsiteY19" fmla="*/ 1156625 h 1774361"/>
              <a:gd name="connsiteX20" fmla="*/ 1550833 w 2120137"/>
              <a:gd name="connsiteY20" fmla="*/ 1332238 h 1774361"/>
              <a:gd name="connsiteX21" fmla="*/ 1538722 w 2120137"/>
              <a:gd name="connsiteY21" fmla="*/ 1398850 h 1774361"/>
              <a:gd name="connsiteX22" fmla="*/ 1520555 w 2120137"/>
              <a:gd name="connsiteY22" fmla="*/ 1453351 h 1774361"/>
              <a:gd name="connsiteX23" fmla="*/ 1508444 w 2120137"/>
              <a:gd name="connsiteY23" fmla="*/ 1550241 h 1774361"/>
              <a:gd name="connsiteX24" fmla="*/ 1502388 w 2120137"/>
              <a:gd name="connsiteY24" fmla="*/ 1604742 h 1774361"/>
              <a:gd name="connsiteX25" fmla="*/ 1490277 w 2120137"/>
              <a:gd name="connsiteY25" fmla="*/ 1653187 h 1774361"/>
              <a:gd name="connsiteX26" fmla="*/ 1484221 w 2120137"/>
              <a:gd name="connsiteY26" fmla="*/ 1695576 h 1774361"/>
              <a:gd name="connsiteX27" fmla="*/ 1350997 w 2120137"/>
              <a:gd name="connsiteY27" fmla="*/ 1768244 h 1774361"/>
              <a:gd name="connsiteX28" fmla="*/ 1241996 w 2120137"/>
              <a:gd name="connsiteY28" fmla="*/ 1774299 h 1774361"/>
              <a:gd name="connsiteX29" fmla="*/ 600099 w 2120137"/>
              <a:gd name="connsiteY29" fmla="*/ 1701632 h 1774361"/>
              <a:gd name="connsiteX30" fmla="*/ 485042 w 2120137"/>
              <a:gd name="connsiteY30" fmla="*/ 1592631 h 1774361"/>
              <a:gd name="connsiteX31" fmla="*/ 460820 w 2120137"/>
              <a:gd name="connsiteY31" fmla="*/ 1501796 h 1774361"/>
              <a:gd name="connsiteX32" fmla="*/ 478987 w 2120137"/>
              <a:gd name="connsiteY32" fmla="*/ 1368572 h 1774361"/>
              <a:gd name="connsiteX33" fmla="*/ 491098 w 2120137"/>
              <a:gd name="connsiteY33" fmla="*/ 1223237 h 1774361"/>
              <a:gd name="connsiteX34" fmla="*/ 472931 w 2120137"/>
              <a:gd name="connsiteY34" fmla="*/ 1138458 h 1774361"/>
              <a:gd name="connsiteX35" fmla="*/ 388152 w 2120137"/>
              <a:gd name="connsiteY35" fmla="*/ 859899 h 1774361"/>
              <a:gd name="connsiteX36" fmla="*/ 345763 w 2120137"/>
              <a:gd name="connsiteY36" fmla="*/ 781176 h 1774361"/>
              <a:gd name="connsiteX37" fmla="*/ 339707 w 2120137"/>
              <a:gd name="connsiteY37" fmla="*/ 756954 h 1774361"/>
              <a:gd name="connsiteX38" fmla="*/ 248873 w 2120137"/>
              <a:gd name="connsiteY38" fmla="*/ 726676 h 1774361"/>
              <a:gd name="connsiteX39" fmla="*/ 200428 w 2120137"/>
              <a:gd name="connsiteY39" fmla="*/ 708509 h 1774361"/>
              <a:gd name="connsiteX40" fmla="*/ 151983 w 2120137"/>
              <a:gd name="connsiteY40" fmla="*/ 672175 h 1774361"/>
              <a:gd name="connsiteX41" fmla="*/ 67204 w 2120137"/>
              <a:gd name="connsiteY41" fmla="*/ 575285 h 1774361"/>
              <a:gd name="connsiteX42" fmla="*/ 12703 w 2120137"/>
              <a:gd name="connsiteY42" fmla="*/ 436005 h 1774361"/>
              <a:gd name="connsiteX43" fmla="*/ 592 w 2120137"/>
              <a:gd name="connsiteY43" fmla="*/ 345171 h 1774361"/>
              <a:gd name="connsiteX44" fmla="*/ 42981 w 2120137"/>
              <a:gd name="connsiteY44" fmla="*/ 157446 h 1774361"/>
              <a:gd name="connsiteX45" fmla="*/ 145927 w 2120137"/>
              <a:gd name="connsiteY45" fmla="*/ 0 h 1774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120137" h="1774361">
                <a:moveTo>
                  <a:pt x="61148" y="66612"/>
                </a:moveTo>
                <a:cubicBezTo>
                  <a:pt x="146942" y="78869"/>
                  <a:pt x="149104" y="80724"/>
                  <a:pt x="279151" y="78723"/>
                </a:cubicBezTo>
                <a:cubicBezTo>
                  <a:pt x="351922" y="77603"/>
                  <a:pt x="424437" y="69642"/>
                  <a:pt x="497153" y="66612"/>
                </a:cubicBezTo>
                <a:lnTo>
                  <a:pt x="860491" y="54501"/>
                </a:lnTo>
                <a:cubicBezTo>
                  <a:pt x="985641" y="56519"/>
                  <a:pt x="1110957" y="53800"/>
                  <a:pt x="1235940" y="60556"/>
                </a:cubicBezTo>
                <a:cubicBezTo>
                  <a:pt x="1260872" y="61904"/>
                  <a:pt x="1283784" y="76039"/>
                  <a:pt x="1308608" y="78723"/>
                </a:cubicBezTo>
                <a:cubicBezTo>
                  <a:pt x="1358819" y="84151"/>
                  <a:pt x="1409535" y="82760"/>
                  <a:pt x="1459998" y="84779"/>
                </a:cubicBezTo>
                <a:cubicBezTo>
                  <a:pt x="1484221" y="86797"/>
                  <a:pt x="1508395" y="89522"/>
                  <a:pt x="1532666" y="90834"/>
                </a:cubicBezTo>
                <a:cubicBezTo>
                  <a:pt x="1645194" y="96916"/>
                  <a:pt x="1809100" y="100181"/>
                  <a:pt x="1914171" y="102946"/>
                </a:cubicBezTo>
                <a:cubicBezTo>
                  <a:pt x="1960003" y="116041"/>
                  <a:pt x="1971454" y="116496"/>
                  <a:pt x="2017116" y="145335"/>
                </a:cubicBezTo>
                <a:cubicBezTo>
                  <a:pt x="2036575" y="157625"/>
                  <a:pt x="2053450" y="173595"/>
                  <a:pt x="2071617" y="187725"/>
                </a:cubicBezTo>
                <a:cubicBezTo>
                  <a:pt x="2079691" y="201855"/>
                  <a:pt x="2087311" y="216254"/>
                  <a:pt x="2095840" y="230114"/>
                </a:cubicBezTo>
                <a:cubicBezTo>
                  <a:pt x="2103469" y="242511"/>
                  <a:pt x="2121442" y="251958"/>
                  <a:pt x="2120062" y="266448"/>
                </a:cubicBezTo>
                <a:cubicBezTo>
                  <a:pt x="2113004" y="340553"/>
                  <a:pt x="2106648" y="418768"/>
                  <a:pt x="2071617" y="484450"/>
                </a:cubicBezTo>
                <a:cubicBezTo>
                  <a:pt x="2054179" y="517146"/>
                  <a:pt x="2005938" y="518976"/>
                  <a:pt x="1974727" y="538951"/>
                </a:cubicBezTo>
                <a:cubicBezTo>
                  <a:pt x="1911991" y="579102"/>
                  <a:pt x="1932480" y="577410"/>
                  <a:pt x="1877837" y="617674"/>
                </a:cubicBezTo>
                <a:cubicBezTo>
                  <a:pt x="1758713" y="705450"/>
                  <a:pt x="1847887" y="623400"/>
                  <a:pt x="1750669" y="720620"/>
                </a:cubicBezTo>
                <a:cubicBezTo>
                  <a:pt x="1695953" y="857407"/>
                  <a:pt x="1759479" y="690685"/>
                  <a:pt x="1702224" y="878066"/>
                </a:cubicBezTo>
                <a:cubicBezTo>
                  <a:pt x="1689725" y="918971"/>
                  <a:pt x="1673000" y="958483"/>
                  <a:pt x="1659834" y="999179"/>
                </a:cubicBezTo>
                <a:cubicBezTo>
                  <a:pt x="1609790" y="1153862"/>
                  <a:pt x="1663535" y="1016943"/>
                  <a:pt x="1605334" y="1156625"/>
                </a:cubicBezTo>
                <a:cubicBezTo>
                  <a:pt x="1580052" y="1333590"/>
                  <a:pt x="1615178" y="1146350"/>
                  <a:pt x="1550833" y="1332238"/>
                </a:cubicBezTo>
                <a:cubicBezTo>
                  <a:pt x="1543451" y="1353564"/>
                  <a:pt x="1544196" y="1376956"/>
                  <a:pt x="1538722" y="1398850"/>
                </a:cubicBezTo>
                <a:cubicBezTo>
                  <a:pt x="1534078" y="1417428"/>
                  <a:pt x="1526611" y="1435184"/>
                  <a:pt x="1520555" y="1453351"/>
                </a:cubicBezTo>
                <a:cubicBezTo>
                  <a:pt x="1516518" y="1485648"/>
                  <a:pt x="1512039" y="1517892"/>
                  <a:pt x="1508444" y="1550241"/>
                </a:cubicBezTo>
                <a:cubicBezTo>
                  <a:pt x="1506425" y="1568408"/>
                  <a:pt x="1505565" y="1586741"/>
                  <a:pt x="1502388" y="1604742"/>
                </a:cubicBezTo>
                <a:cubicBezTo>
                  <a:pt x="1499495" y="1621134"/>
                  <a:pt x="1493541" y="1636865"/>
                  <a:pt x="1490277" y="1653187"/>
                </a:cubicBezTo>
                <a:cubicBezTo>
                  <a:pt x="1487478" y="1667183"/>
                  <a:pt x="1492785" y="1684158"/>
                  <a:pt x="1484221" y="1695576"/>
                </a:cubicBezTo>
                <a:cubicBezTo>
                  <a:pt x="1449432" y="1741961"/>
                  <a:pt x="1405468" y="1760731"/>
                  <a:pt x="1350997" y="1768244"/>
                </a:cubicBezTo>
                <a:cubicBezTo>
                  <a:pt x="1314949" y="1773216"/>
                  <a:pt x="1278330" y="1772281"/>
                  <a:pt x="1241996" y="1774299"/>
                </a:cubicBezTo>
                <a:cubicBezTo>
                  <a:pt x="1223061" y="1773008"/>
                  <a:pt x="759230" y="1786171"/>
                  <a:pt x="600099" y="1701632"/>
                </a:cubicBezTo>
                <a:cubicBezTo>
                  <a:pt x="530498" y="1664656"/>
                  <a:pt x="522279" y="1644763"/>
                  <a:pt x="485042" y="1592631"/>
                </a:cubicBezTo>
                <a:cubicBezTo>
                  <a:pt x="476968" y="1562353"/>
                  <a:pt x="464281" y="1532941"/>
                  <a:pt x="460820" y="1501796"/>
                </a:cubicBezTo>
                <a:cubicBezTo>
                  <a:pt x="456937" y="1466849"/>
                  <a:pt x="471972" y="1403644"/>
                  <a:pt x="478987" y="1368572"/>
                </a:cubicBezTo>
                <a:cubicBezTo>
                  <a:pt x="483024" y="1320127"/>
                  <a:pt x="492377" y="1271833"/>
                  <a:pt x="491098" y="1223237"/>
                </a:cubicBezTo>
                <a:cubicBezTo>
                  <a:pt x="490338" y="1194346"/>
                  <a:pt x="480109" y="1166454"/>
                  <a:pt x="472931" y="1138458"/>
                </a:cubicBezTo>
                <a:cubicBezTo>
                  <a:pt x="457503" y="1078289"/>
                  <a:pt x="413853" y="922315"/>
                  <a:pt x="388152" y="859899"/>
                </a:cubicBezTo>
                <a:cubicBezTo>
                  <a:pt x="376804" y="832341"/>
                  <a:pt x="359893" y="807417"/>
                  <a:pt x="345763" y="781176"/>
                </a:cubicBezTo>
                <a:cubicBezTo>
                  <a:pt x="343744" y="773102"/>
                  <a:pt x="345927" y="762483"/>
                  <a:pt x="339707" y="756954"/>
                </a:cubicBezTo>
                <a:cubicBezTo>
                  <a:pt x="310402" y="730905"/>
                  <a:pt x="283911" y="731681"/>
                  <a:pt x="248873" y="726676"/>
                </a:cubicBezTo>
                <a:cubicBezTo>
                  <a:pt x="232725" y="720620"/>
                  <a:pt x="215460" y="716964"/>
                  <a:pt x="200428" y="708509"/>
                </a:cubicBezTo>
                <a:cubicBezTo>
                  <a:pt x="182835" y="698613"/>
                  <a:pt x="167119" y="685530"/>
                  <a:pt x="151983" y="672175"/>
                </a:cubicBezTo>
                <a:cubicBezTo>
                  <a:pt x="128145" y="651142"/>
                  <a:pt x="83393" y="607663"/>
                  <a:pt x="67204" y="575285"/>
                </a:cubicBezTo>
                <a:cubicBezTo>
                  <a:pt x="40201" y="521279"/>
                  <a:pt x="29584" y="486648"/>
                  <a:pt x="12703" y="436005"/>
                </a:cubicBezTo>
                <a:cubicBezTo>
                  <a:pt x="8666" y="405727"/>
                  <a:pt x="-2709" y="375538"/>
                  <a:pt x="592" y="345171"/>
                </a:cubicBezTo>
                <a:cubicBezTo>
                  <a:pt x="7524" y="281396"/>
                  <a:pt x="19952" y="217321"/>
                  <a:pt x="42981" y="157446"/>
                </a:cubicBezTo>
                <a:cubicBezTo>
                  <a:pt x="66130" y="97257"/>
                  <a:pt x="106731" y="48993"/>
                  <a:pt x="145927" y="0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5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4" grpId="0"/>
      <p:bldP spid="24" grpId="0"/>
      <p:bldP spid="30" grpId="0" animBg="1"/>
      <p:bldP spid="34" grpId="0"/>
      <p:bldP spid="35" grpId="0" animBg="1"/>
      <p:bldP spid="90" grpId="0"/>
      <p:bldP spid="91" grpId="0" animBg="1"/>
      <p:bldP spid="92" grpId="0" animBg="1"/>
      <p:bldP spid="93" grpId="0" animBg="1"/>
      <p:bldP spid="94" grpId="0" animBg="1"/>
      <p:bldP spid="95" grpId="0" animBg="1"/>
      <p:bldP spid="129" grpId="0"/>
      <p:bldP spid="131" grpId="0" animBg="1"/>
      <p:bldP spid="134" grpId="0" animBg="1"/>
      <p:bldP spid="13345" grpId="0"/>
      <p:bldP spid="13346" grpId="0"/>
      <p:bldP spid="96" grpId="0" animBg="1"/>
      <p:bldP spid="13348" grpId="0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2"/>
          <p:cNvSpPr>
            <a:spLocks noGrp="1"/>
          </p:cNvSpPr>
          <p:nvPr>
            <p:ph type="title"/>
          </p:nvPr>
        </p:nvSpPr>
        <p:spPr>
          <a:xfrm>
            <a:off x="933651" y="315595"/>
            <a:ext cx="9605762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Public Company Financial Reporting</a:t>
            </a:r>
          </a:p>
        </p:txBody>
      </p:sp>
      <p:pic>
        <p:nvPicPr>
          <p:cNvPr id="39939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11679" y="1641475"/>
            <a:ext cx="7513983" cy="5058695"/>
          </a:xfr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18B9BF-DACF-BE04-92B3-BD348154C8DC}"/>
              </a:ext>
            </a:extLst>
          </p:cNvPr>
          <p:cNvSpPr/>
          <p:nvPr/>
        </p:nvSpPr>
        <p:spPr>
          <a:xfrm>
            <a:off x="4873014" y="3947255"/>
            <a:ext cx="4543602" cy="285111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9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>
                <a:solidFill>
                  <a:schemeClr val="tx1"/>
                </a:solidFill>
              </a:rPr>
              <a:t>Managing Expectations</a:t>
            </a:r>
          </a:p>
        </p:txBody>
      </p:sp>
      <p:pic>
        <p:nvPicPr>
          <p:cNvPr id="15363" name="Picture 2" descr="C:\Users\schrand\AppData\Local\Microsoft\Windows\Temporary Internet Files\Content.IE5\CBMZC7UI\MC900056653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9253" y="1609725"/>
            <a:ext cx="163959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Box 3"/>
          <p:cNvSpPr txBox="1">
            <a:spLocks noChangeArrowheads="1"/>
          </p:cNvSpPr>
          <p:nvPr/>
        </p:nvSpPr>
        <p:spPr bwMode="auto">
          <a:xfrm>
            <a:off x="558282" y="1841472"/>
            <a:ext cx="4312399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We will be learning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RULES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Sometimes, very detailed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</a:rPr>
              <a:t>(and yes, occasionally painful)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rules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5365" name="Picture 4" descr="C:\Users\schrand\AppData\Local\Microsoft\Windows\Temporary Internet Files\Content.IE5\M7WCW9L9\MC900198586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215" y="3905037"/>
            <a:ext cx="2399522" cy="2534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TextBox 1"/>
          <p:cNvSpPr txBox="1">
            <a:spLocks noChangeArrowheads="1"/>
          </p:cNvSpPr>
          <p:nvPr/>
        </p:nvSpPr>
        <p:spPr bwMode="auto">
          <a:xfrm>
            <a:off x="5141575" y="4464245"/>
            <a:ext cx="656395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sz="2000" b="1" dirty="0"/>
              <a:t>Our ultimate goal</a:t>
            </a:r>
            <a:r>
              <a:rPr lang="en-US" sz="2000" dirty="0"/>
              <a:t> is to understand financial statements so we can apply them to real decisions.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57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  <p:bldP spid="1536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72440-0AB4-4F4C-B81C-C3A2EB73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Accounting Assumptions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EA707F-AE88-2C5B-6379-F3F9F17EE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322329"/>
              </p:ext>
            </p:extLst>
          </p:nvPr>
        </p:nvGraphicFramePr>
        <p:xfrm>
          <a:off x="838200" y="1845263"/>
          <a:ext cx="10515601" cy="391806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71648">
                  <a:extLst>
                    <a:ext uri="{9D8B030D-6E8A-4147-A177-3AD203B41FA5}">
                      <a16:colId xmlns:a16="http://schemas.microsoft.com/office/drawing/2014/main" val="1815737687"/>
                    </a:ext>
                  </a:extLst>
                </a:gridCol>
                <a:gridCol w="7643953">
                  <a:extLst>
                    <a:ext uri="{9D8B030D-6E8A-4147-A177-3AD203B41FA5}">
                      <a16:colId xmlns:a16="http://schemas.microsoft.com/office/drawing/2014/main" val="3388660524"/>
                    </a:ext>
                  </a:extLst>
                </a:gridCol>
              </a:tblGrid>
              <a:tr h="4773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500" u="none" strike="noStrike">
                          <a:effectLst/>
                        </a:rPr>
                        <a:t>Assumptions</a:t>
                      </a:r>
                      <a:endParaRPr lang="en-US" sz="25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79" marR="10879" marT="10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500" u="none" strike="noStrike" dirty="0">
                          <a:effectLst/>
                        </a:rPr>
                        <a:t>Description</a:t>
                      </a:r>
                      <a:endParaRPr lang="en-US" sz="25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79" marR="10879" marT="10879" marB="0" anchor="ctr"/>
                </a:tc>
                <a:extLst>
                  <a:ext uri="{0D108BD9-81ED-4DB2-BD59-A6C34878D82A}">
                    <a16:rowId xmlns:a16="http://schemas.microsoft.com/office/drawing/2014/main" val="3253162475"/>
                  </a:ext>
                </a:extLst>
              </a:tr>
              <a:tr h="8601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Entity</a:t>
                      </a:r>
                      <a:endParaRPr lang="en-US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79" marR="10879" marT="10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A business is treated as distinct from its owners or other businesses.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79" marR="10879" marT="10879" marB="0" anchor="ctr"/>
                </a:tc>
                <a:extLst>
                  <a:ext uri="{0D108BD9-81ED-4DB2-BD59-A6C34878D82A}">
                    <a16:rowId xmlns:a16="http://schemas.microsoft.com/office/drawing/2014/main" val="2290363713"/>
                  </a:ext>
                </a:extLst>
              </a:tr>
              <a:tr h="8601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Going Concern</a:t>
                      </a:r>
                      <a:endParaRPr lang="en-US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79" marR="10879" marT="10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Assumes the entity will continue operations into the foreseeable future.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79" marR="10879" marT="10879" marB="0" anchor="ctr"/>
                </a:tc>
                <a:extLst>
                  <a:ext uri="{0D108BD9-81ED-4DB2-BD59-A6C34878D82A}">
                    <a16:rowId xmlns:a16="http://schemas.microsoft.com/office/drawing/2014/main" val="3678609699"/>
                  </a:ext>
                </a:extLst>
              </a:tr>
              <a:tr h="8601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Monetary Unit</a:t>
                      </a:r>
                      <a:endParaRPr lang="en-US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79" marR="10879" marT="10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Only records transactions that can be measured in a stable currency.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79" marR="10879" marT="10879" marB="0" anchor="ctr"/>
                </a:tc>
                <a:extLst>
                  <a:ext uri="{0D108BD9-81ED-4DB2-BD59-A6C34878D82A}">
                    <a16:rowId xmlns:a16="http://schemas.microsoft.com/office/drawing/2014/main" val="2744910577"/>
                  </a:ext>
                </a:extLst>
              </a:tr>
              <a:tr h="8601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Time Period</a:t>
                      </a:r>
                      <a:endParaRPr lang="en-US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79" marR="10879" marT="10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 dirty="0">
                          <a:effectLst/>
                        </a:rPr>
                        <a:t>Financial activity is divided into regular time periods for reporting.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79" marR="10879" marT="10879" marB="0" anchor="ctr"/>
                </a:tc>
                <a:extLst>
                  <a:ext uri="{0D108BD9-81ED-4DB2-BD59-A6C34878D82A}">
                    <a16:rowId xmlns:a16="http://schemas.microsoft.com/office/drawing/2014/main" val="2703193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891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86DE4-B978-8F31-D44A-64214B57D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6F21B-07C8-C6E8-4675-84815E8D6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Accounting Principles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EFBFDF-40C1-F397-CA58-D8684A366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688754"/>
              </p:ext>
            </p:extLst>
          </p:nvPr>
        </p:nvGraphicFramePr>
        <p:xfrm>
          <a:off x="838200" y="1865320"/>
          <a:ext cx="10515601" cy="387795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42248">
                  <a:extLst>
                    <a:ext uri="{9D8B030D-6E8A-4147-A177-3AD203B41FA5}">
                      <a16:colId xmlns:a16="http://schemas.microsoft.com/office/drawing/2014/main" val="4061914544"/>
                    </a:ext>
                  </a:extLst>
                </a:gridCol>
                <a:gridCol w="7673353">
                  <a:extLst>
                    <a:ext uri="{9D8B030D-6E8A-4147-A177-3AD203B41FA5}">
                      <a16:colId xmlns:a16="http://schemas.microsoft.com/office/drawing/2014/main" val="3285385234"/>
                    </a:ext>
                  </a:extLst>
                </a:gridCol>
              </a:tblGrid>
              <a:tr h="4724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500" u="none" strike="noStrike">
                          <a:effectLst/>
                        </a:rPr>
                        <a:t>Principle</a:t>
                      </a:r>
                      <a:endParaRPr lang="en-US" sz="25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67" marR="10767" marT="107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500" u="none" strike="noStrike" dirty="0">
                          <a:effectLst/>
                        </a:rPr>
                        <a:t>Description</a:t>
                      </a:r>
                      <a:endParaRPr lang="en-US" sz="25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67" marR="10767" marT="10767" marB="0" anchor="ctr"/>
                </a:tc>
                <a:extLst>
                  <a:ext uri="{0D108BD9-81ED-4DB2-BD59-A6C34878D82A}">
                    <a16:rowId xmlns:a16="http://schemas.microsoft.com/office/drawing/2014/main" val="347885788"/>
                  </a:ext>
                </a:extLst>
              </a:tr>
              <a:tr h="8513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Historical Cost</a:t>
                      </a:r>
                      <a:endParaRPr lang="en-US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67" marR="10767" marT="1076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Assets and liabilities are recorded at original cost unless revaluation is allowed.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67" marR="10767" marT="10767" marB="0" anchor="ctr"/>
                </a:tc>
                <a:extLst>
                  <a:ext uri="{0D108BD9-81ED-4DB2-BD59-A6C34878D82A}">
                    <a16:rowId xmlns:a16="http://schemas.microsoft.com/office/drawing/2014/main" val="168448470"/>
                  </a:ext>
                </a:extLst>
              </a:tr>
              <a:tr h="8513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Revenue Recognition</a:t>
                      </a:r>
                      <a:endParaRPr lang="en-US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67" marR="10767" marT="1076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Revenue is recognized when earned and realizable, not necessarily when cash is received.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67" marR="10767" marT="10767" marB="0" anchor="ctr"/>
                </a:tc>
                <a:extLst>
                  <a:ext uri="{0D108BD9-81ED-4DB2-BD59-A6C34878D82A}">
                    <a16:rowId xmlns:a16="http://schemas.microsoft.com/office/drawing/2014/main" val="2504584482"/>
                  </a:ext>
                </a:extLst>
              </a:tr>
              <a:tr h="8513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Matching</a:t>
                      </a:r>
                      <a:endParaRPr lang="en-US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67" marR="10767" marT="1076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Expenses are recognized in the same period as the revenues they help generate.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67" marR="10767" marT="10767" marB="0" anchor="ctr"/>
                </a:tc>
                <a:extLst>
                  <a:ext uri="{0D108BD9-81ED-4DB2-BD59-A6C34878D82A}">
                    <a16:rowId xmlns:a16="http://schemas.microsoft.com/office/drawing/2014/main" val="2991840310"/>
                  </a:ext>
                </a:extLst>
              </a:tr>
              <a:tr h="8513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Full Disclosure</a:t>
                      </a:r>
                      <a:endParaRPr lang="en-US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67" marR="10767" marT="1076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 dirty="0">
                          <a:effectLst/>
                        </a:rPr>
                        <a:t>All information that affects users’ understanding must be disclosed.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67" marR="10767" marT="10767" marB="0" anchor="ctr"/>
                </a:tc>
                <a:extLst>
                  <a:ext uri="{0D108BD9-81ED-4DB2-BD59-A6C34878D82A}">
                    <a16:rowId xmlns:a16="http://schemas.microsoft.com/office/drawing/2014/main" val="578741379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FA243E-E63C-E795-61B2-868259FE3EC7}"/>
              </a:ext>
            </a:extLst>
          </p:cNvPr>
          <p:cNvSpPr/>
          <p:nvPr/>
        </p:nvSpPr>
        <p:spPr>
          <a:xfrm>
            <a:off x="729195" y="1756312"/>
            <a:ext cx="10709885" cy="4178198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74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5E791-B6E5-3581-BC27-77354276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E711-0171-8D26-6A85-EF861891E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Accounting Constraints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C0F5A5-01D9-D582-6B08-DCFCB15D7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7326"/>
              </p:ext>
            </p:extLst>
          </p:nvPr>
        </p:nvGraphicFramePr>
        <p:xfrm>
          <a:off x="838200" y="1842422"/>
          <a:ext cx="10515601" cy="392374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75814">
                  <a:extLst>
                    <a:ext uri="{9D8B030D-6E8A-4147-A177-3AD203B41FA5}">
                      <a16:colId xmlns:a16="http://schemas.microsoft.com/office/drawing/2014/main" val="3325985661"/>
                    </a:ext>
                  </a:extLst>
                </a:gridCol>
                <a:gridCol w="7639787">
                  <a:extLst>
                    <a:ext uri="{9D8B030D-6E8A-4147-A177-3AD203B41FA5}">
                      <a16:colId xmlns:a16="http://schemas.microsoft.com/office/drawing/2014/main" val="1599575591"/>
                    </a:ext>
                  </a:extLst>
                </a:gridCol>
              </a:tblGrid>
              <a:tr h="4779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500" u="none" strike="noStrike">
                          <a:effectLst/>
                        </a:rPr>
                        <a:t>Constraint</a:t>
                      </a:r>
                      <a:endParaRPr lang="en-US" sz="25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94" marR="10894" marT="108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500" u="none" strike="noStrike">
                          <a:effectLst/>
                        </a:rPr>
                        <a:t>Description</a:t>
                      </a:r>
                      <a:endParaRPr lang="en-US" sz="25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94" marR="10894" marT="10894" marB="0" anchor="ctr"/>
                </a:tc>
                <a:extLst>
                  <a:ext uri="{0D108BD9-81ED-4DB2-BD59-A6C34878D82A}">
                    <a16:rowId xmlns:a16="http://schemas.microsoft.com/office/drawing/2014/main" val="3724365447"/>
                  </a:ext>
                </a:extLst>
              </a:tr>
              <a:tr h="8614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Materiality</a:t>
                      </a:r>
                      <a:endParaRPr lang="en-US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94" marR="10894" marT="108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Only items significant enough to influence decisions need to be recorded.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94" marR="10894" marT="10894" marB="0" anchor="ctr"/>
                </a:tc>
                <a:extLst>
                  <a:ext uri="{0D108BD9-81ED-4DB2-BD59-A6C34878D82A}">
                    <a16:rowId xmlns:a16="http://schemas.microsoft.com/office/drawing/2014/main" val="2663933752"/>
                  </a:ext>
                </a:extLst>
              </a:tr>
              <a:tr h="8614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 dirty="0">
                          <a:effectLst/>
                        </a:rPr>
                        <a:t>Conservatism</a:t>
                      </a:r>
                      <a:endParaRPr lang="en-US" sz="2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94" marR="10894" marT="108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Choose the option that is least likely to overstate assets/income.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94" marR="10894" marT="10894" marB="0" anchor="ctr"/>
                </a:tc>
                <a:extLst>
                  <a:ext uri="{0D108BD9-81ED-4DB2-BD59-A6C34878D82A}">
                    <a16:rowId xmlns:a16="http://schemas.microsoft.com/office/drawing/2014/main" val="1139318538"/>
                  </a:ext>
                </a:extLst>
              </a:tr>
              <a:tr h="8614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Cost-Benefit</a:t>
                      </a:r>
                      <a:endParaRPr lang="en-US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94" marR="10894" marT="108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The benefit of the information should outweigh the cost to produce it.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94" marR="10894" marT="10894" marB="0" anchor="ctr"/>
                </a:tc>
                <a:extLst>
                  <a:ext uri="{0D108BD9-81ED-4DB2-BD59-A6C34878D82A}">
                    <a16:rowId xmlns:a16="http://schemas.microsoft.com/office/drawing/2014/main" val="3244625883"/>
                  </a:ext>
                </a:extLst>
              </a:tr>
              <a:tr h="8614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Industry Practice</a:t>
                      </a:r>
                      <a:endParaRPr lang="en-US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94" marR="10894" marT="108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 dirty="0">
                          <a:effectLst/>
                        </a:rPr>
                        <a:t>Allows deviations from generic principles to reflect industry norms.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894" marR="10894" marT="10894" marB="0" anchor="ctr"/>
                </a:tc>
                <a:extLst>
                  <a:ext uri="{0D108BD9-81ED-4DB2-BD59-A6C34878D82A}">
                    <a16:rowId xmlns:a16="http://schemas.microsoft.com/office/drawing/2014/main" val="1434080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25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BFDE2-D50F-DED5-5808-9BDF34E5E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109A1-2AF4-2A51-23CA-9461BBBD1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in Learning and Accounting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FE65F-A4F4-B8EE-BABD-D8A1235CA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7"/>
            <a:ext cx="10515600" cy="490458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what ways do people use AI in school?</a:t>
            </a:r>
          </a:p>
          <a:p>
            <a:r>
              <a:rPr lang="en-US" dirty="0"/>
              <a:t>What are some effective ways to use AI to learn?</a:t>
            </a:r>
          </a:p>
          <a:p>
            <a:r>
              <a:rPr lang="en-US" dirty="0"/>
              <a:t>How do you think the profession (accounting/finance) will expect you to approach AI?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Takeaway - </a:t>
            </a:r>
            <a:r>
              <a:rPr lang="en-US" dirty="0"/>
              <a:t>AI as a tool</a:t>
            </a:r>
          </a:p>
          <a:p>
            <a:pPr marL="0" indent="0">
              <a:buNone/>
            </a:pPr>
            <a:r>
              <a:rPr lang="en-US" dirty="0"/>
              <a:t>✅ AI can coach you through concepts and give feedback</a:t>
            </a:r>
          </a:p>
          <a:p>
            <a:pPr marL="0" indent="0">
              <a:buNone/>
            </a:pPr>
            <a:r>
              <a:rPr lang="en-US" dirty="0"/>
              <a:t>⚠️ It </a:t>
            </a:r>
            <a:r>
              <a:rPr lang="en-US" b="1" dirty="0"/>
              <a:t>shouldn’t</a:t>
            </a:r>
            <a:r>
              <a:rPr lang="en-US" dirty="0"/>
              <a:t> replace your thinking or professional judgment</a:t>
            </a:r>
          </a:p>
          <a:p>
            <a:pPr marL="0" indent="0">
              <a:buNone/>
            </a:pPr>
            <a:r>
              <a:rPr lang="en-US" dirty="0"/>
              <a:t>⚠️ It </a:t>
            </a:r>
            <a:r>
              <a:rPr lang="en-US" b="1" dirty="0"/>
              <a:t>can</a:t>
            </a:r>
            <a:r>
              <a:rPr lang="en-US" dirty="0"/>
              <a:t> make errors or teach topics differently from the book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Google Gemini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71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72440-0AB4-4F4C-B81C-C3A2EB731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044E5-DFAA-4B9C-B7E0-E3AC07909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66" y="1825627"/>
            <a:ext cx="10734734" cy="3957337"/>
          </a:xfrm>
        </p:spPr>
        <p:txBody>
          <a:bodyPr/>
          <a:lstStyle/>
          <a:p>
            <a:r>
              <a:rPr lang="en-US" dirty="0"/>
              <a:t>Watch </a:t>
            </a:r>
            <a:r>
              <a:rPr lang="en-US" dirty="0" err="1"/>
              <a:t>PlayPosit</a:t>
            </a:r>
            <a:r>
              <a:rPr lang="en-US" dirty="0"/>
              <a:t> videos (answer questions) before class (</a:t>
            </a:r>
            <a:r>
              <a:rPr lang="en-US" b="1" dirty="0">
                <a:solidFill>
                  <a:srgbClr val="FF0000"/>
                </a:solidFill>
              </a:rPr>
              <a:t>first </a:t>
            </a:r>
            <a:r>
              <a:rPr lang="en-US" b="1" dirty="0" err="1">
                <a:solidFill>
                  <a:srgbClr val="FF0000"/>
                </a:solidFill>
              </a:rPr>
              <a:t>PlayPosit</a:t>
            </a:r>
            <a:r>
              <a:rPr lang="en-US" b="1" dirty="0">
                <a:solidFill>
                  <a:srgbClr val="FF0000"/>
                </a:solidFill>
              </a:rPr>
              <a:t> due before the next class!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Come prepared to work through </a:t>
            </a:r>
            <a:r>
              <a:rPr lang="en-US" b="1" dirty="0"/>
              <a:t>in-class problems</a:t>
            </a:r>
            <a:endParaRPr lang="en-US" dirty="0"/>
          </a:p>
          <a:p>
            <a:endParaRPr lang="en-US" dirty="0"/>
          </a:p>
          <a:p>
            <a:r>
              <a:rPr lang="en-US" dirty="0"/>
              <a:t>First homework due THIS Saturday, Aug. 30 (LinkedIn Learning)</a:t>
            </a:r>
          </a:p>
        </p:txBody>
      </p:sp>
    </p:spTree>
    <p:extLst>
      <p:ext uri="{BB962C8B-B14F-4D97-AF65-F5344CB8AC3E}">
        <p14:creationId xmlns:p14="http://schemas.microsoft.com/office/powerpoint/2010/main" val="8195169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511" y="1427564"/>
            <a:ext cx="261161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bg1"/>
                </a:solidFill>
              </a:rPr>
              <a:t>Andrew Stephan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DF5A9C-465B-4619-85A7-A46D4474E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D5C9D701-2A9A-4A64-91C7-DA8264012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dirty="0">
                <a:solidFill>
                  <a:schemeClr val="bg1"/>
                </a:solidFill>
              </a:rPr>
              <a:t>ACCT 3220</a:t>
            </a:r>
          </a:p>
          <a:p>
            <a:pPr>
              <a:defRPr/>
            </a:pPr>
            <a:r>
              <a:rPr lang="en-US" altLang="en-US" sz="3200" b="1" i="1" dirty="0">
                <a:solidFill>
                  <a:schemeClr val="bg1"/>
                </a:solidFill>
              </a:rPr>
              <a:t>Introduction to Financial Reporting</a:t>
            </a:r>
          </a:p>
        </p:txBody>
      </p:sp>
    </p:spTree>
    <p:extLst>
      <p:ext uri="{BB962C8B-B14F-4D97-AF65-F5344CB8AC3E}">
        <p14:creationId xmlns:p14="http://schemas.microsoft.com/office/powerpoint/2010/main" val="359384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2826</TotalTime>
  <Words>1810</Words>
  <Application>Microsoft Office PowerPoint</Application>
  <PresentationFormat>Widescreen</PresentationFormat>
  <Paragraphs>268</Paragraphs>
  <Slides>26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Aptos Narrow</vt:lpstr>
      <vt:lpstr>Arial</vt:lpstr>
      <vt:lpstr>Arial Black</vt:lpstr>
      <vt:lpstr>Calibri</vt:lpstr>
      <vt:lpstr>Calibri Light</vt:lpstr>
      <vt:lpstr>Times New Roman</vt:lpstr>
      <vt:lpstr>Trebuchet MS</vt:lpstr>
      <vt:lpstr>Wingdings</vt:lpstr>
      <vt:lpstr>Wingdings 3</vt:lpstr>
      <vt:lpstr>Office Theme</vt:lpstr>
      <vt:lpstr>Facet</vt:lpstr>
      <vt:lpstr>1_Office Theme</vt:lpstr>
      <vt:lpstr>PowerPoint Presentation</vt:lpstr>
      <vt:lpstr>Imagine</vt:lpstr>
      <vt:lpstr>Getting to Know You</vt:lpstr>
      <vt:lpstr>CPA Licensure in Colorado</vt:lpstr>
      <vt:lpstr>Welcome Career Services</vt:lpstr>
      <vt:lpstr>Textbook</vt:lpstr>
      <vt:lpstr>Office Hours</vt:lpstr>
      <vt:lpstr>PowerPoint Presentation</vt:lpstr>
      <vt:lpstr>PowerPoint Presentation</vt:lpstr>
      <vt:lpstr>PowerPoint Presentation</vt:lpstr>
      <vt:lpstr>PowerPoint Presentation</vt:lpstr>
      <vt:lpstr>Why Corp 1?</vt:lpstr>
      <vt:lpstr>How to Succeed Before Class</vt:lpstr>
      <vt:lpstr>How to Succeed During Class</vt:lpstr>
      <vt:lpstr>Exam Study Tips</vt:lpstr>
      <vt:lpstr>Let’s walk through Canvas</vt:lpstr>
      <vt:lpstr>What is our focus?</vt:lpstr>
      <vt:lpstr>Financial Reporting Process</vt:lpstr>
      <vt:lpstr>Public Company Financial Reporting</vt:lpstr>
      <vt:lpstr>Managing Expectations</vt:lpstr>
      <vt:lpstr>Accounting Assumptions</vt:lpstr>
      <vt:lpstr>Accounting Principles</vt:lpstr>
      <vt:lpstr>Accounting Constraints</vt:lpstr>
      <vt:lpstr>AI in Learning and Accounting</vt:lpstr>
      <vt:lpstr>Recap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Stephan</dc:creator>
  <cp:lastModifiedBy>Jeremiah Contreras</cp:lastModifiedBy>
  <cp:revision>38</cp:revision>
  <cp:lastPrinted>2022-08-21T13:41:24Z</cp:lastPrinted>
  <dcterms:created xsi:type="dcterms:W3CDTF">2020-08-23T21:50:23Z</dcterms:created>
  <dcterms:modified xsi:type="dcterms:W3CDTF">2025-08-25T12:23:06Z</dcterms:modified>
</cp:coreProperties>
</file>